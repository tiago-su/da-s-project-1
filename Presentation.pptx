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4" r:id="rId2"/>
    <p:sldId id="256" r:id="rId3"/>
    <p:sldId id="260" r:id="rId4"/>
    <p:sldId id="288" r:id="rId5"/>
    <p:sldId id="286" r:id="rId6"/>
    <p:sldId id="283" r:id="rId7"/>
    <p:sldId id="284" r:id="rId8"/>
    <p:sldId id="289" r:id="rId9"/>
    <p:sldId id="287" r:id="rId10"/>
    <p:sldId id="278" r:id="rId11"/>
    <p:sldId id="277" r:id="rId12"/>
    <p:sldId id="261" r:id="rId13"/>
    <p:sldId id="262" r:id="rId14"/>
    <p:sldId id="263" r:id="rId15"/>
    <p:sldId id="290" r:id="rId16"/>
    <p:sldId id="264" r:id="rId17"/>
    <p:sldId id="279" r:id="rId18"/>
    <p:sldId id="280" r:id="rId19"/>
    <p:sldId id="265" r:id="rId20"/>
    <p:sldId id="266" r:id="rId21"/>
    <p:sldId id="267" r:id="rId22"/>
    <p:sldId id="291" r:id="rId23"/>
    <p:sldId id="268" r:id="rId24"/>
    <p:sldId id="292" r:id="rId25"/>
    <p:sldId id="269" r:id="rId26"/>
    <p:sldId id="281" r:id="rId27"/>
    <p:sldId id="282" r:id="rId28"/>
    <p:sldId id="270" r:id="rId29"/>
    <p:sldId id="293" r:id="rId30"/>
    <p:sldId id="271" r:id="rId31"/>
    <p:sldId id="273" r:id="rId32"/>
    <p:sldId id="272" r:id="rId33"/>
    <p:sldId id="274" r:id="rId34"/>
    <p:sldId id="275" r:id="rId35"/>
    <p:sldId id="27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4BEB"/>
    <a:srgbClr val="BB4E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74DE53-B0A1-59E0-35BD-E4AA42CBF336}" v="95" dt="2026-03-29T18:26:11.417"/>
    <p1510:client id="{7CE4585B-B9F1-393E-3D9D-A6EB62515CEC}" v="7" dt="2026-03-29T16:10:59.903"/>
    <p1510:client id="{A4CF2488-793A-4E7F-7915-688EB89A2EE2}" v="209" dt="2026-03-29T12:44:04.754"/>
    <p1510:client id="{C9036830-8FA7-D837-C5E9-9580186E49F7}" v="308" dt="2026-03-29T16:09:57.703"/>
    <p1510:client id="{F9633879-8774-89D0-53B8-F95A3F735EB4}" v="861" dt="2026-03-29T18:11:28.9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74" d="100"/>
          <a:sy n="74" d="100"/>
        </p:scale>
        <p:origin x="811" y="28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ata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_rels/data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diagrams/_rels/drawing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D9B3E4-1080-4243-801C-947AE31331EF}" type="doc">
      <dgm:prSet loTypeId="urn:microsoft.com/office/officeart/2018/2/layout/IconVerticalSolidList" loCatId="icon" qsTypeId="urn:microsoft.com/office/officeart/2005/8/quickstyle/simple1" qsCatId="simple" csTypeId="urn:microsoft.com/office/officeart/2005/8/colors/accent0_3" csCatId="mainScheme" phldr="1"/>
      <dgm:spPr/>
      <dgm:t>
        <a:bodyPr/>
        <a:lstStyle/>
        <a:p>
          <a:endParaRPr lang="en-US"/>
        </a:p>
      </dgm:t>
    </dgm:pt>
    <dgm:pt modelId="{AE57C298-189D-4B14-A0EE-064D9767BE59}">
      <dgm:prSet/>
      <dgm:spPr/>
      <dgm:t>
        <a:bodyPr/>
        <a:lstStyle/>
        <a:p>
          <a:pPr>
            <a:lnSpc>
              <a:spcPct val="100000"/>
            </a:lnSpc>
          </a:pPr>
          <a:r>
            <a:rPr lang="en-US" dirty="0"/>
            <a:t>Set of articles with domains </a:t>
          </a:r>
        </a:p>
      </dgm:t>
    </dgm:pt>
    <dgm:pt modelId="{7404C724-BAFE-455A-A22F-1414750A1107}" type="parTrans" cxnId="{FACE7A30-F598-4D0D-843B-8AC316B15D3B}">
      <dgm:prSet/>
      <dgm:spPr/>
      <dgm:t>
        <a:bodyPr/>
        <a:lstStyle/>
        <a:p>
          <a:endParaRPr lang="en-US"/>
        </a:p>
      </dgm:t>
    </dgm:pt>
    <dgm:pt modelId="{67268BAA-C63C-4A38-9964-AA2DD1E01A61}" type="sibTrans" cxnId="{FACE7A30-F598-4D0D-843B-8AC316B15D3B}">
      <dgm:prSet/>
      <dgm:spPr/>
      <dgm:t>
        <a:bodyPr/>
        <a:lstStyle/>
        <a:p>
          <a:endParaRPr lang="en-US"/>
        </a:p>
      </dgm:t>
    </dgm:pt>
    <dgm:pt modelId="{DF4647D3-EAB0-43A4-A80F-628631A9D38F}">
      <dgm:prSet/>
      <dgm:spPr/>
      <dgm:t>
        <a:bodyPr/>
        <a:lstStyle/>
        <a:p>
          <a:pPr>
            <a:lnSpc>
              <a:spcPct val="100000"/>
            </a:lnSpc>
          </a:pPr>
          <a:r>
            <a:rPr lang="en-US"/>
            <a:t>Set of reviewers with expertise in certain domains</a:t>
          </a:r>
        </a:p>
      </dgm:t>
    </dgm:pt>
    <dgm:pt modelId="{521AF1C4-FDC0-4661-BFD9-2F107BCBF9CB}" type="parTrans" cxnId="{5FA737ED-6DF4-4F5C-8261-7F3A16475902}">
      <dgm:prSet/>
      <dgm:spPr/>
      <dgm:t>
        <a:bodyPr/>
        <a:lstStyle/>
        <a:p>
          <a:endParaRPr lang="en-US"/>
        </a:p>
      </dgm:t>
    </dgm:pt>
    <dgm:pt modelId="{C9906BAD-73AB-4A61-89F3-95DE7047BC73}" type="sibTrans" cxnId="{5FA737ED-6DF4-4F5C-8261-7F3A16475902}">
      <dgm:prSet/>
      <dgm:spPr/>
      <dgm:t>
        <a:bodyPr/>
        <a:lstStyle/>
        <a:p>
          <a:endParaRPr lang="en-US"/>
        </a:p>
      </dgm:t>
    </dgm:pt>
    <dgm:pt modelId="{840FFD35-9D67-4209-843A-FB1A7FA6754C}">
      <dgm:prSet/>
      <dgm:spPr/>
      <dgm:t>
        <a:bodyPr/>
        <a:lstStyle/>
        <a:p>
          <a:pPr>
            <a:lnSpc>
              <a:spcPct val="100000"/>
            </a:lnSpc>
          </a:pPr>
          <a:r>
            <a:rPr lang="en-US"/>
            <a:t>Find the best or one of the best distributions</a:t>
          </a:r>
        </a:p>
      </dgm:t>
    </dgm:pt>
    <dgm:pt modelId="{3CE2166A-EBF4-4BB3-8E0C-0946884A1B66}" type="parTrans" cxnId="{474D6B68-D995-4EB6-B23B-8DD2B35D9661}">
      <dgm:prSet/>
      <dgm:spPr/>
      <dgm:t>
        <a:bodyPr/>
        <a:lstStyle/>
        <a:p>
          <a:endParaRPr lang="en-US"/>
        </a:p>
      </dgm:t>
    </dgm:pt>
    <dgm:pt modelId="{2AC1419F-D867-4F6C-9C2D-EC268BB9E69F}" type="sibTrans" cxnId="{474D6B68-D995-4EB6-B23B-8DD2B35D9661}">
      <dgm:prSet/>
      <dgm:spPr/>
      <dgm:t>
        <a:bodyPr/>
        <a:lstStyle/>
        <a:p>
          <a:endParaRPr lang="en-US"/>
        </a:p>
      </dgm:t>
    </dgm:pt>
    <dgm:pt modelId="{6D674383-DA23-4E22-A089-84353C893A99}">
      <dgm:prSet/>
      <dgm:spPr/>
      <dgm:t>
        <a:bodyPr/>
        <a:lstStyle/>
        <a:p>
          <a:pPr>
            <a:lnSpc>
              <a:spcPct val="100000"/>
            </a:lnSpc>
          </a:pPr>
          <a:r>
            <a:rPr lang="en-US"/>
            <a:t>Reviewers can only review a maximum amount of articles</a:t>
          </a:r>
        </a:p>
      </dgm:t>
    </dgm:pt>
    <dgm:pt modelId="{C1664C27-B4E3-48B9-8D42-8A639BAC6845}" type="parTrans" cxnId="{2CFD37AE-331B-4D86-AFF0-0E603FF8CD0C}">
      <dgm:prSet/>
      <dgm:spPr/>
      <dgm:t>
        <a:bodyPr/>
        <a:lstStyle/>
        <a:p>
          <a:endParaRPr lang="en-US"/>
        </a:p>
      </dgm:t>
    </dgm:pt>
    <dgm:pt modelId="{76648E6A-B59C-4F62-91C0-EF9ADB9AC172}" type="sibTrans" cxnId="{2CFD37AE-331B-4D86-AFF0-0E603FF8CD0C}">
      <dgm:prSet/>
      <dgm:spPr/>
      <dgm:t>
        <a:bodyPr/>
        <a:lstStyle/>
        <a:p>
          <a:endParaRPr lang="en-US"/>
        </a:p>
      </dgm:t>
    </dgm:pt>
    <dgm:pt modelId="{B6B255B2-01F4-4345-8DCB-8F002ECBF371}">
      <dgm:prSet/>
      <dgm:spPr/>
      <dgm:t>
        <a:bodyPr/>
        <a:lstStyle/>
        <a:p>
          <a:pPr>
            <a:lnSpc>
              <a:spcPct val="100000"/>
            </a:lnSpc>
          </a:pPr>
          <a:r>
            <a:rPr lang="en-US"/>
            <a:t>An article needs at least a minimum amount of reviewers</a:t>
          </a:r>
        </a:p>
      </dgm:t>
    </dgm:pt>
    <dgm:pt modelId="{74F5EE8A-10A3-4255-B610-E40E12E34694}" type="parTrans" cxnId="{A14C9759-2F71-4214-877E-850CC570EAB4}">
      <dgm:prSet/>
      <dgm:spPr/>
      <dgm:t>
        <a:bodyPr/>
        <a:lstStyle/>
        <a:p>
          <a:endParaRPr lang="en-US"/>
        </a:p>
      </dgm:t>
    </dgm:pt>
    <dgm:pt modelId="{F78AABB9-3CD5-455D-9D6C-0F4053178E20}" type="sibTrans" cxnId="{A14C9759-2F71-4214-877E-850CC570EAB4}">
      <dgm:prSet/>
      <dgm:spPr/>
      <dgm:t>
        <a:bodyPr/>
        <a:lstStyle/>
        <a:p>
          <a:endParaRPr lang="en-US"/>
        </a:p>
      </dgm:t>
    </dgm:pt>
    <dgm:pt modelId="{48A0F7BA-AB55-4358-AB04-52013D9C070A}">
      <dgm:prSet/>
      <dgm:spPr/>
      <dgm:t>
        <a:bodyPr/>
        <a:lstStyle/>
        <a:p>
          <a:pPr>
            <a:lnSpc>
              <a:spcPct val="100000"/>
            </a:lnSpc>
          </a:pPr>
          <a:r>
            <a:rPr lang="en-US"/>
            <a:t>If not all articles can be assigned reviewers, the program prints the unassigned articles.</a:t>
          </a:r>
          <a:r>
            <a:rPr lang="en-US" b="1"/>
            <a:t> </a:t>
          </a:r>
          <a:endParaRPr lang="en-US"/>
        </a:p>
      </dgm:t>
    </dgm:pt>
    <dgm:pt modelId="{5CFE53AC-9105-4904-A53A-2921661C5B5E}" type="parTrans" cxnId="{FF760155-023A-4EAC-9306-3287FDFF6335}">
      <dgm:prSet/>
      <dgm:spPr/>
      <dgm:t>
        <a:bodyPr/>
        <a:lstStyle/>
        <a:p>
          <a:endParaRPr lang="en-US"/>
        </a:p>
      </dgm:t>
    </dgm:pt>
    <dgm:pt modelId="{8FD84D29-E9D0-4975-8541-C96C5ADEDE25}" type="sibTrans" cxnId="{FF760155-023A-4EAC-9306-3287FDFF6335}">
      <dgm:prSet/>
      <dgm:spPr/>
      <dgm:t>
        <a:bodyPr/>
        <a:lstStyle/>
        <a:p>
          <a:endParaRPr lang="en-US"/>
        </a:p>
      </dgm:t>
    </dgm:pt>
    <dgm:pt modelId="{00966AEA-428E-467E-93A8-47E63289C51C}">
      <dgm:prSet/>
      <dgm:spPr/>
      <dgm:t>
        <a:bodyPr/>
        <a:lstStyle/>
        <a:p>
          <a:pPr>
            <a:lnSpc>
              <a:spcPct val="100000"/>
            </a:lnSpc>
          </a:pPr>
          <a:r>
            <a:rPr lang="en-US"/>
            <a:t>Feature to find critical reviewers, that is: the reviewers that, if failing to do their assignment, will cause a failure.</a:t>
          </a:r>
        </a:p>
      </dgm:t>
    </dgm:pt>
    <dgm:pt modelId="{5F11CB76-194E-4A80-BE76-9C088214D530}" type="parTrans" cxnId="{41A71155-73AC-4D99-9F4B-E8E8F7E39401}">
      <dgm:prSet/>
      <dgm:spPr/>
      <dgm:t>
        <a:bodyPr/>
        <a:lstStyle/>
        <a:p>
          <a:endParaRPr lang="en-US"/>
        </a:p>
      </dgm:t>
    </dgm:pt>
    <dgm:pt modelId="{7638398B-3F3A-4206-AD52-35A739FEB79E}" type="sibTrans" cxnId="{41A71155-73AC-4D99-9F4B-E8E8F7E39401}">
      <dgm:prSet/>
      <dgm:spPr/>
      <dgm:t>
        <a:bodyPr/>
        <a:lstStyle/>
        <a:p>
          <a:endParaRPr lang="en-US"/>
        </a:p>
      </dgm:t>
    </dgm:pt>
    <dgm:pt modelId="{019A731E-C1FB-47B8-9F37-FC87C82A9423}" type="pres">
      <dgm:prSet presAssocID="{E1D9B3E4-1080-4243-801C-947AE31331EF}" presName="root" presStyleCnt="0">
        <dgm:presLayoutVars>
          <dgm:dir/>
          <dgm:resizeHandles val="exact"/>
        </dgm:presLayoutVars>
      </dgm:prSet>
      <dgm:spPr/>
    </dgm:pt>
    <dgm:pt modelId="{0B582E8D-D0BF-4779-B17A-1676C1A4C468}" type="pres">
      <dgm:prSet presAssocID="{AE57C298-189D-4B14-A0EE-064D9767BE59}" presName="compNode" presStyleCnt="0"/>
      <dgm:spPr/>
    </dgm:pt>
    <dgm:pt modelId="{0ADDBCB3-2CF7-49D1-A05C-A74BCD24637B}" type="pres">
      <dgm:prSet presAssocID="{AE57C298-189D-4B14-A0EE-064D9767BE59}" presName="bgRect" presStyleLbl="bgShp" presStyleIdx="0" presStyleCnt="7"/>
      <dgm:spPr/>
    </dgm:pt>
    <dgm:pt modelId="{B9A064B6-ED81-40B4-9867-B8C937A46D5E}" type="pres">
      <dgm:prSet presAssocID="{AE57C298-189D-4B14-A0EE-064D9767BE59}"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C2E98489-5CC4-4C36-A210-1D41B2B51DCB}" type="pres">
      <dgm:prSet presAssocID="{AE57C298-189D-4B14-A0EE-064D9767BE59}" presName="spaceRect" presStyleCnt="0"/>
      <dgm:spPr/>
    </dgm:pt>
    <dgm:pt modelId="{F1028AEF-52DF-4C98-B62F-12928A881C0C}" type="pres">
      <dgm:prSet presAssocID="{AE57C298-189D-4B14-A0EE-064D9767BE59}" presName="parTx" presStyleLbl="revTx" presStyleIdx="0" presStyleCnt="7">
        <dgm:presLayoutVars>
          <dgm:chMax val="0"/>
          <dgm:chPref val="0"/>
        </dgm:presLayoutVars>
      </dgm:prSet>
      <dgm:spPr/>
    </dgm:pt>
    <dgm:pt modelId="{383BF9EF-7094-4AEC-ACBA-FB5750A3459A}" type="pres">
      <dgm:prSet presAssocID="{67268BAA-C63C-4A38-9964-AA2DD1E01A61}" presName="sibTrans" presStyleCnt="0"/>
      <dgm:spPr/>
    </dgm:pt>
    <dgm:pt modelId="{2B78552D-3594-4B96-87E7-A94A24AD90C7}" type="pres">
      <dgm:prSet presAssocID="{DF4647D3-EAB0-43A4-A80F-628631A9D38F}" presName="compNode" presStyleCnt="0"/>
      <dgm:spPr/>
    </dgm:pt>
    <dgm:pt modelId="{757268CA-F623-419D-973F-1FC12CC8EC61}" type="pres">
      <dgm:prSet presAssocID="{DF4647D3-EAB0-43A4-A80F-628631A9D38F}" presName="bgRect" presStyleLbl="bgShp" presStyleIdx="1" presStyleCnt="7"/>
      <dgm:spPr/>
    </dgm:pt>
    <dgm:pt modelId="{2CBB1AF7-DB4C-451B-A21E-1F8878137169}" type="pres">
      <dgm:prSet presAssocID="{DF4647D3-EAB0-43A4-A80F-628631A9D38F}"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5A09B28C-E2C5-40FB-86FA-5CC17043064F}" type="pres">
      <dgm:prSet presAssocID="{DF4647D3-EAB0-43A4-A80F-628631A9D38F}" presName="spaceRect" presStyleCnt="0"/>
      <dgm:spPr/>
    </dgm:pt>
    <dgm:pt modelId="{79761A32-D072-4CA5-A3A2-C5C37E019D5F}" type="pres">
      <dgm:prSet presAssocID="{DF4647D3-EAB0-43A4-A80F-628631A9D38F}" presName="parTx" presStyleLbl="revTx" presStyleIdx="1" presStyleCnt="7">
        <dgm:presLayoutVars>
          <dgm:chMax val="0"/>
          <dgm:chPref val="0"/>
        </dgm:presLayoutVars>
      </dgm:prSet>
      <dgm:spPr/>
    </dgm:pt>
    <dgm:pt modelId="{4E78087A-EEF1-4FF1-A168-10D759A0C7D1}" type="pres">
      <dgm:prSet presAssocID="{C9906BAD-73AB-4A61-89F3-95DE7047BC73}" presName="sibTrans" presStyleCnt="0"/>
      <dgm:spPr/>
    </dgm:pt>
    <dgm:pt modelId="{84E14849-47DB-40FE-A99A-B22EFE73D833}" type="pres">
      <dgm:prSet presAssocID="{840FFD35-9D67-4209-843A-FB1A7FA6754C}" presName="compNode" presStyleCnt="0"/>
      <dgm:spPr/>
    </dgm:pt>
    <dgm:pt modelId="{CEB0EFEE-1CF9-41A8-BC25-2D65E88C9796}" type="pres">
      <dgm:prSet presAssocID="{840FFD35-9D67-4209-843A-FB1A7FA6754C}" presName="bgRect" presStyleLbl="bgShp" presStyleIdx="2" presStyleCnt="7"/>
      <dgm:spPr/>
    </dgm:pt>
    <dgm:pt modelId="{3693F59E-FE0F-41E5-B174-3FAFB9691F44}" type="pres">
      <dgm:prSet presAssocID="{840FFD35-9D67-4209-843A-FB1A7FA6754C}"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rophy"/>
        </a:ext>
      </dgm:extLst>
    </dgm:pt>
    <dgm:pt modelId="{4577D9BE-91B0-460A-BA8F-0BA3CCF98F8A}" type="pres">
      <dgm:prSet presAssocID="{840FFD35-9D67-4209-843A-FB1A7FA6754C}" presName="spaceRect" presStyleCnt="0"/>
      <dgm:spPr/>
    </dgm:pt>
    <dgm:pt modelId="{AEE3EC24-C220-4D8C-B460-4A60C6473DEF}" type="pres">
      <dgm:prSet presAssocID="{840FFD35-9D67-4209-843A-FB1A7FA6754C}" presName="parTx" presStyleLbl="revTx" presStyleIdx="2" presStyleCnt="7">
        <dgm:presLayoutVars>
          <dgm:chMax val="0"/>
          <dgm:chPref val="0"/>
        </dgm:presLayoutVars>
      </dgm:prSet>
      <dgm:spPr/>
    </dgm:pt>
    <dgm:pt modelId="{D1F9B5EC-8F4C-440A-8AC9-AD35E98B4A49}" type="pres">
      <dgm:prSet presAssocID="{2AC1419F-D867-4F6C-9C2D-EC268BB9E69F}" presName="sibTrans" presStyleCnt="0"/>
      <dgm:spPr/>
    </dgm:pt>
    <dgm:pt modelId="{235088AB-A8B1-4575-ADFE-CECCCF7A757A}" type="pres">
      <dgm:prSet presAssocID="{6D674383-DA23-4E22-A089-84353C893A99}" presName="compNode" presStyleCnt="0"/>
      <dgm:spPr/>
    </dgm:pt>
    <dgm:pt modelId="{78FFE0C2-F04D-44E3-9F87-6E8301C58EE3}" type="pres">
      <dgm:prSet presAssocID="{6D674383-DA23-4E22-A089-84353C893A99}" presName="bgRect" presStyleLbl="bgShp" presStyleIdx="3" presStyleCnt="7"/>
      <dgm:spPr/>
    </dgm:pt>
    <dgm:pt modelId="{87AB2285-E466-483D-BD88-A660982C3832}" type="pres">
      <dgm:prSet presAssocID="{6D674383-DA23-4E22-A089-84353C893A99}"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ooks"/>
        </a:ext>
      </dgm:extLst>
    </dgm:pt>
    <dgm:pt modelId="{5C0F6A85-F7EF-4EFC-A5B1-CC06C3075617}" type="pres">
      <dgm:prSet presAssocID="{6D674383-DA23-4E22-A089-84353C893A99}" presName="spaceRect" presStyleCnt="0"/>
      <dgm:spPr/>
    </dgm:pt>
    <dgm:pt modelId="{AEB63FCD-B47F-4F24-B043-90F7D26D8C62}" type="pres">
      <dgm:prSet presAssocID="{6D674383-DA23-4E22-A089-84353C893A99}" presName="parTx" presStyleLbl="revTx" presStyleIdx="3" presStyleCnt="7">
        <dgm:presLayoutVars>
          <dgm:chMax val="0"/>
          <dgm:chPref val="0"/>
        </dgm:presLayoutVars>
      </dgm:prSet>
      <dgm:spPr/>
    </dgm:pt>
    <dgm:pt modelId="{70B63D0E-E4F5-401F-99AB-746B872D29BD}" type="pres">
      <dgm:prSet presAssocID="{76648E6A-B59C-4F62-91C0-EF9ADB9AC172}" presName="sibTrans" presStyleCnt="0"/>
      <dgm:spPr/>
    </dgm:pt>
    <dgm:pt modelId="{4FFA1B2F-D0E4-467B-BB6F-97396D3D5887}" type="pres">
      <dgm:prSet presAssocID="{B6B255B2-01F4-4345-8DCB-8F002ECBF371}" presName="compNode" presStyleCnt="0"/>
      <dgm:spPr/>
    </dgm:pt>
    <dgm:pt modelId="{5CA91FCD-1BCE-48A2-9109-FDE9D46444AD}" type="pres">
      <dgm:prSet presAssocID="{B6B255B2-01F4-4345-8DCB-8F002ECBF371}" presName="bgRect" presStyleLbl="bgShp" presStyleIdx="4" presStyleCnt="7"/>
      <dgm:spPr/>
    </dgm:pt>
    <dgm:pt modelId="{821963BB-1C2C-4764-97FE-A421AC3B545D}" type="pres">
      <dgm:prSet presAssocID="{B6B255B2-01F4-4345-8DCB-8F002ECBF371}"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s"/>
        </a:ext>
      </dgm:extLst>
    </dgm:pt>
    <dgm:pt modelId="{55A2D6B3-ED21-4D34-BC36-A847915CC2FD}" type="pres">
      <dgm:prSet presAssocID="{B6B255B2-01F4-4345-8DCB-8F002ECBF371}" presName="spaceRect" presStyleCnt="0"/>
      <dgm:spPr/>
    </dgm:pt>
    <dgm:pt modelId="{FADE7CE1-7DB6-40D0-9C6F-634D1E6E151F}" type="pres">
      <dgm:prSet presAssocID="{B6B255B2-01F4-4345-8DCB-8F002ECBF371}" presName="parTx" presStyleLbl="revTx" presStyleIdx="4" presStyleCnt="7">
        <dgm:presLayoutVars>
          <dgm:chMax val="0"/>
          <dgm:chPref val="0"/>
        </dgm:presLayoutVars>
      </dgm:prSet>
      <dgm:spPr/>
    </dgm:pt>
    <dgm:pt modelId="{59CE3860-8D17-4469-B82F-2A07C284AFD8}" type="pres">
      <dgm:prSet presAssocID="{F78AABB9-3CD5-455D-9D6C-0F4053178E20}" presName="sibTrans" presStyleCnt="0"/>
      <dgm:spPr/>
    </dgm:pt>
    <dgm:pt modelId="{39C0B65F-0CEE-4BFE-950D-9FBB10C3BE8B}" type="pres">
      <dgm:prSet presAssocID="{48A0F7BA-AB55-4358-AB04-52013D9C070A}" presName="compNode" presStyleCnt="0"/>
      <dgm:spPr/>
    </dgm:pt>
    <dgm:pt modelId="{268682C1-3E89-452D-AA41-0D75232CBD94}" type="pres">
      <dgm:prSet presAssocID="{48A0F7BA-AB55-4358-AB04-52013D9C070A}" presName="bgRect" presStyleLbl="bgShp" presStyleIdx="5" presStyleCnt="7"/>
      <dgm:spPr/>
    </dgm:pt>
    <dgm:pt modelId="{BAEDF4EB-EF27-40CC-AFAF-1A13C15B2A50}" type="pres">
      <dgm:prSet presAssocID="{48A0F7BA-AB55-4358-AB04-52013D9C070A}"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Newspaper"/>
        </a:ext>
      </dgm:extLst>
    </dgm:pt>
    <dgm:pt modelId="{EDF58614-8CF6-46C4-B625-9456359D599B}" type="pres">
      <dgm:prSet presAssocID="{48A0F7BA-AB55-4358-AB04-52013D9C070A}" presName="spaceRect" presStyleCnt="0"/>
      <dgm:spPr/>
    </dgm:pt>
    <dgm:pt modelId="{13A7BE20-A694-483B-8821-96B2D23F9F6C}" type="pres">
      <dgm:prSet presAssocID="{48A0F7BA-AB55-4358-AB04-52013D9C070A}" presName="parTx" presStyleLbl="revTx" presStyleIdx="5" presStyleCnt="7">
        <dgm:presLayoutVars>
          <dgm:chMax val="0"/>
          <dgm:chPref val="0"/>
        </dgm:presLayoutVars>
      </dgm:prSet>
      <dgm:spPr/>
    </dgm:pt>
    <dgm:pt modelId="{51D946E1-E26A-4AB3-B086-6D82DD44315D}" type="pres">
      <dgm:prSet presAssocID="{8FD84D29-E9D0-4975-8541-C96C5ADEDE25}" presName="sibTrans" presStyleCnt="0"/>
      <dgm:spPr/>
    </dgm:pt>
    <dgm:pt modelId="{F63DD86D-3B17-47AD-8540-C23BABE24C87}" type="pres">
      <dgm:prSet presAssocID="{00966AEA-428E-467E-93A8-47E63289C51C}" presName="compNode" presStyleCnt="0"/>
      <dgm:spPr/>
    </dgm:pt>
    <dgm:pt modelId="{591B9CE8-077B-4FFC-BAF6-19D2254D2E18}" type="pres">
      <dgm:prSet presAssocID="{00966AEA-428E-467E-93A8-47E63289C51C}" presName="bgRect" presStyleLbl="bgShp" presStyleIdx="6" presStyleCnt="7"/>
      <dgm:spPr/>
    </dgm:pt>
    <dgm:pt modelId="{1AE0124B-EC4A-42F3-B231-C07191956416}" type="pres">
      <dgm:prSet presAssocID="{00966AEA-428E-467E-93A8-47E63289C51C}"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Speed Bump"/>
        </a:ext>
      </dgm:extLst>
    </dgm:pt>
    <dgm:pt modelId="{2D2AD517-82DD-46D1-A226-1D9BAFA2F8C4}" type="pres">
      <dgm:prSet presAssocID="{00966AEA-428E-467E-93A8-47E63289C51C}" presName="spaceRect" presStyleCnt="0"/>
      <dgm:spPr/>
    </dgm:pt>
    <dgm:pt modelId="{B0C095A4-A18E-448C-AFCE-44F398056EC6}" type="pres">
      <dgm:prSet presAssocID="{00966AEA-428E-467E-93A8-47E63289C51C}" presName="parTx" presStyleLbl="revTx" presStyleIdx="6" presStyleCnt="7">
        <dgm:presLayoutVars>
          <dgm:chMax val="0"/>
          <dgm:chPref val="0"/>
        </dgm:presLayoutVars>
      </dgm:prSet>
      <dgm:spPr/>
    </dgm:pt>
  </dgm:ptLst>
  <dgm:cxnLst>
    <dgm:cxn modelId="{F4F42714-9B5F-48DB-8C23-7F836CE669FC}" type="presOf" srcId="{B6B255B2-01F4-4345-8DCB-8F002ECBF371}" destId="{FADE7CE1-7DB6-40D0-9C6F-634D1E6E151F}" srcOrd="0" destOrd="0" presId="urn:microsoft.com/office/officeart/2018/2/layout/IconVerticalSolidList"/>
    <dgm:cxn modelId="{0F8AA52E-7006-457E-9F7A-93F85CCEC2C6}" type="presOf" srcId="{AE57C298-189D-4B14-A0EE-064D9767BE59}" destId="{F1028AEF-52DF-4C98-B62F-12928A881C0C}" srcOrd="0" destOrd="0" presId="urn:microsoft.com/office/officeart/2018/2/layout/IconVerticalSolidList"/>
    <dgm:cxn modelId="{FACE7A30-F598-4D0D-843B-8AC316B15D3B}" srcId="{E1D9B3E4-1080-4243-801C-947AE31331EF}" destId="{AE57C298-189D-4B14-A0EE-064D9767BE59}" srcOrd="0" destOrd="0" parTransId="{7404C724-BAFE-455A-A22F-1414750A1107}" sibTransId="{67268BAA-C63C-4A38-9964-AA2DD1E01A61}"/>
    <dgm:cxn modelId="{70E02038-54D6-4E40-8921-68AC4C1184F4}" type="presOf" srcId="{6D674383-DA23-4E22-A089-84353C893A99}" destId="{AEB63FCD-B47F-4F24-B043-90F7D26D8C62}" srcOrd="0" destOrd="0" presId="urn:microsoft.com/office/officeart/2018/2/layout/IconVerticalSolidList"/>
    <dgm:cxn modelId="{BE7D795F-3C36-481D-800A-29C909F99851}" type="presOf" srcId="{00966AEA-428E-467E-93A8-47E63289C51C}" destId="{B0C095A4-A18E-448C-AFCE-44F398056EC6}" srcOrd="0" destOrd="0" presId="urn:microsoft.com/office/officeart/2018/2/layout/IconVerticalSolidList"/>
    <dgm:cxn modelId="{474D6B68-D995-4EB6-B23B-8DD2B35D9661}" srcId="{E1D9B3E4-1080-4243-801C-947AE31331EF}" destId="{840FFD35-9D67-4209-843A-FB1A7FA6754C}" srcOrd="2" destOrd="0" parTransId="{3CE2166A-EBF4-4BB3-8E0C-0946884A1B66}" sibTransId="{2AC1419F-D867-4F6C-9C2D-EC268BB9E69F}"/>
    <dgm:cxn modelId="{FF760155-023A-4EAC-9306-3287FDFF6335}" srcId="{E1D9B3E4-1080-4243-801C-947AE31331EF}" destId="{48A0F7BA-AB55-4358-AB04-52013D9C070A}" srcOrd="5" destOrd="0" parTransId="{5CFE53AC-9105-4904-A53A-2921661C5B5E}" sibTransId="{8FD84D29-E9D0-4975-8541-C96C5ADEDE25}"/>
    <dgm:cxn modelId="{41A71155-73AC-4D99-9F4B-E8E8F7E39401}" srcId="{E1D9B3E4-1080-4243-801C-947AE31331EF}" destId="{00966AEA-428E-467E-93A8-47E63289C51C}" srcOrd="6" destOrd="0" parTransId="{5F11CB76-194E-4A80-BE76-9C088214D530}" sibTransId="{7638398B-3F3A-4206-AD52-35A739FEB79E}"/>
    <dgm:cxn modelId="{C07F4978-A6FD-4D2E-A44E-2DF96A46F30F}" type="presOf" srcId="{DF4647D3-EAB0-43A4-A80F-628631A9D38F}" destId="{79761A32-D072-4CA5-A3A2-C5C37E019D5F}" srcOrd="0" destOrd="0" presId="urn:microsoft.com/office/officeart/2018/2/layout/IconVerticalSolidList"/>
    <dgm:cxn modelId="{A14C9759-2F71-4214-877E-850CC570EAB4}" srcId="{E1D9B3E4-1080-4243-801C-947AE31331EF}" destId="{B6B255B2-01F4-4345-8DCB-8F002ECBF371}" srcOrd="4" destOrd="0" parTransId="{74F5EE8A-10A3-4255-B610-E40E12E34694}" sibTransId="{F78AABB9-3CD5-455D-9D6C-0F4053178E20}"/>
    <dgm:cxn modelId="{08C2FCA3-5CB5-4CF0-8770-D881689D68F9}" type="presOf" srcId="{E1D9B3E4-1080-4243-801C-947AE31331EF}" destId="{019A731E-C1FB-47B8-9F37-FC87C82A9423}" srcOrd="0" destOrd="0" presId="urn:microsoft.com/office/officeart/2018/2/layout/IconVerticalSolidList"/>
    <dgm:cxn modelId="{2CFD37AE-331B-4D86-AFF0-0E603FF8CD0C}" srcId="{E1D9B3E4-1080-4243-801C-947AE31331EF}" destId="{6D674383-DA23-4E22-A089-84353C893A99}" srcOrd="3" destOrd="0" parTransId="{C1664C27-B4E3-48B9-8D42-8A639BAC6845}" sibTransId="{76648E6A-B59C-4F62-91C0-EF9ADB9AC172}"/>
    <dgm:cxn modelId="{FD1F15D8-A4F8-46A4-9A17-42D550E8D050}" type="presOf" srcId="{840FFD35-9D67-4209-843A-FB1A7FA6754C}" destId="{AEE3EC24-C220-4D8C-B460-4A60C6473DEF}" srcOrd="0" destOrd="0" presId="urn:microsoft.com/office/officeart/2018/2/layout/IconVerticalSolidList"/>
    <dgm:cxn modelId="{FA9A4FDA-FA80-4F79-B95F-22C9A82B6095}" type="presOf" srcId="{48A0F7BA-AB55-4358-AB04-52013D9C070A}" destId="{13A7BE20-A694-483B-8821-96B2D23F9F6C}" srcOrd="0" destOrd="0" presId="urn:microsoft.com/office/officeart/2018/2/layout/IconVerticalSolidList"/>
    <dgm:cxn modelId="{5FA737ED-6DF4-4F5C-8261-7F3A16475902}" srcId="{E1D9B3E4-1080-4243-801C-947AE31331EF}" destId="{DF4647D3-EAB0-43A4-A80F-628631A9D38F}" srcOrd="1" destOrd="0" parTransId="{521AF1C4-FDC0-4661-BFD9-2F107BCBF9CB}" sibTransId="{C9906BAD-73AB-4A61-89F3-95DE7047BC73}"/>
    <dgm:cxn modelId="{61EBB609-201E-4ACC-BABC-33318A0D4D3C}" type="presParOf" srcId="{019A731E-C1FB-47B8-9F37-FC87C82A9423}" destId="{0B582E8D-D0BF-4779-B17A-1676C1A4C468}" srcOrd="0" destOrd="0" presId="urn:microsoft.com/office/officeart/2018/2/layout/IconVerticalSolidList"/>
    <dgm:cxn modelId="{87AAEE3D-99DC-4E2B-8649-4E3BF3002CFC}" type="presParOf" srcId="{0B582E8D-D0BF-4779-B17A-1676C1A4C468}" destId="{0ADDBCB3-2CF7-49D1-A05C-A74BCD24637B}" srcOrd="0" destOrd="0" presId="urn:microsoft.com/office/officeart/2018/2/layout/IconVerticalSolidList"/>
    <dgm:cxn modelId="{D2D23456-69BE-41ED-9F82-0E12FA53775B}" type="presParOf" srcId="{0B582E8D-D0BF-4779-B17A-1676C1A4C468}" destId="{B9A064B6-ED81-40B4-9867-B8C937A46D5E}" srcOrd="1" destOrd="0" presId="urn:microsoft.com/office/officeart/2018/2/layout/IconVerticalSolidList"/>
    <dgm:cxn modelId="{D07B0E98-C6AB-44BF-8DAB-EA3A68271337}" type="presParOf" srcId="{0B582E8D-D0BF-4779-B17A-1676C1A4C468}" destId="{C2E98489-5CC4-4C36-A210-1D41B2B51DCB}" srcOrd="2" destOrd="0" presId="urn:microsoft.com/office/officeart/2018/2/layout/IconVerticalSolidList"/>
    <dgm:cxn modelId="{233CD55B-E289-458F-BA9E-086E9F3735A2}" type="presParOf" srcId="{0B582E8D-D0BF-4779-B17A-1676C1A4C468}" destId="{F1028AEF-52DF-4C98-B62F-12928A881C0C}" srcOrd="3" destOrd="0" presId="urn:microsoft.com/office/officeart/2018/2/layout/IconVerticalSolidList"/>
    <dgm:cxn modelId="{319A7C93-8AE0-455C-B65B-7C2CC0B908FE}" type="presParOf" srcId="{019A731E-C1FB-47B8-9F37-FC87C82A9423}" destId="{383BF9EF-7094-4AEC-ACBA-FB5750A3459A}" srcOrd="1" destOrd="0" presId="urn:microsoft.com/office/officeart/2018/2/layout/IconVerticalSolidList"/>
    <dgm:cxn modelId="{CA55056B-5218-4C94-8FE6-2D65DAC87033}" type="presParOf" srcId="{019A731E-C1FB-47B8-9F37-FC87C82A9423}" destId="{2B78552D-3594-4B96-87E7-A94A24AD90C7}" srcOrd="2" destOrd="0" presId="urn:microsoft.com/office/officeart/2018/2/layout/IconVerticalSolidList"/>
    <dgm:cxn modelId="{0631B9C5-E8A5-4D30-BFB3-C41B14F02609}" type="presParOf" srcId="{2B78552D-3594-4B96-87E7-A94A24AD90C7}" destId="{757268CA-F623-419D-973F-1FC12CC8EC61}" srcOrd="0" destOrd="0" presId="urn:microsoft.com/office/officeart/2018/2/layout/IconVerticalSolidList"/>
    <dgm:cxn modelId="{CC1D6CB1-ED87-4F86-8E04-B8C79BBBA07A}" type="presParOf" srcId="{2B78552D-3594-4B96-87E7-A94A24AD90C7}" destId="{2CBB1AF7-DB4C-451B-A21E-1F8878137169}" srcOrd="1" destOrd="0" presId="urn:microsoft.com/office/officeart/2018/2/layout/IconVerticalSolidList"/>
    <dgm:cxn modelId="{C758E6D2-F1CC-4E03-8FEC-D4E6EB426898}" type="presParOf" srcId="{2B78552D-3594-4B96-87E7-A94A24AD90C7}" destId="{5A09B28C-E2C5-40FB-86FA-5CC17043064F}" srcOrd="2" destOrd="0" presId="urn:microsoft.com/office/officeart/2018/2/layout/IconVerticalSolidList"/>
    <dgm:cxn modelId="{DF9F8039-D4DF-432E-9891-7846C48495E8}" type="presParOf" srcId="{2B78552D-3594-4B96-87E7-A94A24AD90C7}" destId="{79761A32-D072-4CA5-A3A2-C5C37E019D5F}" srcOrd="3" destOrd="0" presId="urn:microsoft.com/office/officeart/2018/2/layout/IconVerticalSolidList"/>
    <dgm:cxn modelId="{80BAFE89-39FB-4F15-AEC6-C10F799CFB4E}" type="presParOf" srcId="{019A731E-C1FB-47B8-9F37-FC87C82A9423}" destId="{4E78087A-EEF1-4FF1-A168-10D759A0C7D1}" srcOrd="3" destOrd="0" presId="urn:microsoft.com/office/officeart/2018/2/layout/IconVerticalSolidList"/>
    <dgm:cxn modelId="{7F4E479C-C876-47D8-8241-EDD7187E8790}" type="presParOf" srcId="{019A731E-C1FB-47B8-9F37-FC87C82A9423}" destId="{84E14849-47DB-40FE-A99A-B22EFE73D833}" srcOrd="4" destOrd="0" presId="urn:microsoft.com/office/officeart/2018/2/layout/IconVerticalSolidList"/>
    <dgm:cxn modelId="{000585AA-2E2E-4E73-9107-E0731BA9A402}" type="presParOf" srcId="{84E14849-47DB-40FE-A99A-B22EFE73D833}" destId="{CEB0EFEE-1CF9-41A8-BC25-2D65E88C9796}" srcOrd="0" destOrd="0" presId="urn:microsoft.com/office/officeart/2018/2/layout/IconVerticalSolidList"/>
    <dgm:cxn modelId="{C549BACF-F755-4AA6-9ED1-6781223AABD5}" type="presParOf" srcId="{84E14849-47DB-40FE-A99A-B22EFE73D833}" destId="{3693F59E-FE0F-41E5-B174-3FAFB9691F44}" srcOrd="1" destOrd="0" presId="urn:microsoft.com/office/officeart/2018/2/layout/IconVerticalSolidList"/>
    <dgm:cxn modelId="{9394A3B5-F892-43A4-A29F-A9EB7AD9CDD9}" type="presParOf" srcId="{84E14849-47DB-40FE-A99A-B22EFE73D833}" destId="{4577D9BE-91B0-460A-BA8F-0BA3CCF98F8A}" srcOrd="2" destOrd="0" presId="urn:microsoft.com/office/officeart/2018/2/layout/IconVerticalSolidList"/>
    <dgm:cxn modelId="{A25E2D70-CB9D-4B99-A868-4B11214FF0F6}" type="presParOf" srcId="{84E14849-47DB-40FE-A99A-B22EFE73D833}" destId="{AEE3EC24-C220-4D8C-B460-4A60C6473DEF}" srcOrd="3" destOrd="0" presId="urn:microsoft.com/office/officeart/2018/2/layout/IconVerticalSolidList"/>
    <dgm:cxn modelId="{513789C4-A208-4088-95C6-5ACBFD2D615A}" type="presParOf" srcId="{019A731E-C1FB-47B8-9F37-FC87C82A9423}" destId="{D1F9B5EC-8F4C-440A-8AC9-AD35E98B4A49}" srcOrd="5" destOrd="0" presId="urn:microsoft.com/office/officeart/2018/2/layout/IconVerticalSolidList"/>
    <dgm:cxn modelId="{4D5B008D-C21F-4884-81B8-3A52A9D3684A}" type="presParOf" srcId="{019A731E-C1FB-47B8-9F37-FC87C82A9423}" destId="{235088AB-A8B1-4575-ADFE-CECCCF7A757A}" srcOrd="6" destOrd="0" presId="urn:microsoft.com/office/officeart/2018/2/layout/IconVerticalSolidList"/>
    <dgm:cxn modelId="{74E14C53-C34B-44D9-B7FD-936EDD765D2A}" type="presParOf" srcId="{235088AB-A8B1-4575-ADFE-CECCCF7A757A}" destId="{78FFE0C2-F04D-44E3-9F87-6E8301C58EE3}" srcOrd="0" destOrd="0" presId="urn:microsoft.com/office/officeart/2018/2/layout/IconVerticalSolidList"/>
    <dgm:cxn modelId="{83ACF392-3560-49C8-B863-A8000949D1B3}" type="presParOf" srcId="{235088AB-A8B1-4575-ADFE-CECCCF7A757A}" destId="{87AB2285-E466-483D-BD88-A660982C3832}" srcOrd="1" destOrd="0" presId="urn:microsoft.com/office/officeart/2018/2/layout/IconVerticalSolidList"/>
    <dgm:cxn modelId="{F47F13F2-8E94-43DC-AEBA-B02C3978B9A8}" type="presParOf" srcId="{235088AB-A8B1-4575-ADFE-CECCCF7A757A}" destId="{5C0F6A85-F7EF-4EFC-A5B1-CC06C3075617}" srcOrd="2" destOrd="0" presId="urn:microsoft.com/office/officeart/2018/2/layout/IconVerticalSolidList"/>
    <dgm:cxn modelId="{FF21EC89-331D-4A9E-91C8-6E16B9D3B91E}" type="presParOf" srcId="{235088AB-A8B1-4575-ADFE-CECCCF7A757A}" destId="{AEB63FCD-B47F-4F24-B043-90F7D26D8C62}" srcOrd="3" destOrd="0" presId="urn:microsoft.com/office/officeart/2018/2/layout/IconVerticalSolidList"/>
    <dgm:cxn modelId="{03C58ABA-C419-4755-A989-FD294D8A3E55}" type="presParOf" srcId="{019A731E-C1FB-47B8-9F37-FC87C82A9423}" destId="{70B63D0E-E4F5-401F-99AB-746B872D29BD}" srcOrd="7" destOrd="0" presId="urn:microsoft.com/office/officeart/2018/2/layout/IconVerticalSolidList"/>
    <dgm:cxn modelId="{CF03614D-1548-431E-A8C1-90AB009D0F43}" type="presParOf" srcId="{019A731E-C1FB-47B8-9F37-FC87C82A9423}" destId="{4FFA1B2F-D0E4-467B-BB6F-97396D3D5887}" srcOrd="8" destOrd="0" presId="urn:microsoft.com/office/officeart/2018/2/layout/IconVerticalSolidList"/>
    <dgm:cxn modelId="{D9E6036D-6BD7-4469-9A16-F65F61C8438F}" type="presParOf" srcId="{4FFA1B2F-D0E4-467B-BB6F-97396D3D5887}" destId="{5CA91FCD-1BCE-48A2-9109-FDE9D46444AD}" srcOrd="0" destOrd="0" presId="urn:microsoft.com/office/officeart/2018/2/layout/IconVerticalSolidList"/>
    <dgm:cxn modelId="{EBF0AFF2-AAC8-456B-8A1B-EF5EAA3DA71C}" type="presParOf" srcId="{4FFA1B2F-D0E4-467B-BB6F-97396D3D5887}" destId="{821963BB-1C2C-4764-97FE-A421AC3B545D}" srcOrd="1" destOrd="0" presId="urn:microsoft.com/office/officeart/2018/2/layout/IconVerticalSolidList"/>
    <dgm:cxn modelId="{6EDEE1FF-1696-4EA3-8725-452554A37173}" type="presParOf" srcId="{4FFA1B2F-D0E4-467B-BB6F-97396D3D5887}" destId="{55A2D6B3-ED21-4D34-BC36-A847915CC2FD}" srcOrd="2" destOrd="0" presId="urn:microsoft.com/office/officeart/2018/2/layout/IconVerticalSolidList"/>
    <dgm:cxn modelId="{30784D10-A1A2-4C54-986B-EFB8D26985D4}" type="presParOf" srcId="{4FFA1B2F-D0E4-467B-BB6F-97396D3D5887}" destId="{FADE7CE1-7DB6-40D0-9C6F-634D1E6E151F}" srcOrd="3" destOrd="0" presId="urn:microsoft.com/office/officeart/2018/2/layout/IconVerticalSolidList"/>
    <dgm:cxn modelId="{BDE42523-E269-4157-B0D2-7D95A0065E72}" type="presParOf" srcId="{019A731E-C1FB-47B8-9F37-FC87C82A9423}" destId="{59CE3860-8D17-4469-B82F-2A07C284AFD8}" srcOrd="9" destOrd="0" presId="urn:microsoft.com/office/officeart/2018/2/layout/IconVerticalSolidList"/>
    <dgm:cxn modelId="{E78BB0AA-FD84-4216-AE19-5530C5060EA3}" type="presParOf" srcId="{019A731E-C1FB-47B8-9F37-FC87C82A9423}" destId="{39C0B65F-0CEE-4BFE-950D-9FBB10C3BE8B}" srcOrd="10" destOrd="0" presId="urn:microsoft.com/office/officeart/2018/2/layout/IconVerticalSolidList"/>
    <dgm:cxn modelId="{96E7792D-B9D2-4C0E-866C-6B1755C5C77E}" type="presParOf" srcId="{39C0B65F-0CEE-4BFE-950D-9FBB10C3BE8B}" destId="{268682C1-3E89-452D-AA41-0D75232CBD94}" srcOrd="0" destOrd="0" presId="urn:microsoft.com/office/officeart/2018/2/layout/IconVerticalSolidList"/>
    <dgm:cxn modelId="{6E953D84-FD58-4ECE-8B55-26FC93875FF7}" type="presParOf" srcId="{39C0B65F-0CEE-4BFE-950D-9FBB10C3BE8B}" destId="{BAEDF4EB-EF27-40CC-AFAF-1A13C15B2A50}" srcOrd="1" destOrd="0" presId="urn:microsoft.com/office/officeart/2018/2/layout/IconVerticalSolidList"/>
    <dgm:cxn modelId="{2303F301-E8E9-41AB-A055-162A762DE0A9}" type="presParOf" srcId="{39C0B65F-0CEE-4BFE-950D-9FBB10C3BE8B}" destId="{EDF58614-8CF6-46C4-B625-9456359D599B}" srcOrd="2" destOrd="0" presId="urn:microsoft.com/office/officeart/2018/2/layout/IconVerticalSolidList"/>
    <dgm:cxn modelId="{C0FA8D7F-C85C-4346-8BAA-632BC4B87FBB}" type="presParOf" srcId="{39C0B65F-0CEE-4BFE-950D-9FBB10C3BE8B}" destId="{13A7BE20-A694-483B-8821-96B2D23F9F6C}" srcOrd="3" destOrd="0" presId="urn:microsoft.com/office/officeart/2018/2/layout/IconVerticalSolidList"/>
    <dgm:cxn modelId="{22B21EF5-C87F-409B-9058-9304FC433F11}" type="presParOf" srcId="{019A731E-C1FB-47B8-9F37-FC87C82A9423}" destId="{51D946E1-E26A-4AB3-B086-6D82DD44315D}" srcOrd="11" destOrd="0" presId="urn:microsoft.com/office/officeart/2018/2/layout/IconVerticalSolidList"/>
    <dgm:cxn modelId="{DCFE6AF6-2B66-45E2-9AA3-E5267344CA44}" type="presParOf" srcId="{019A731E-C1FB-47B8-9F37-FC87C82A9423}" destId="{F63DD86D-3B17-47AD-8540-C23BABE24C87}" srcOrd="12" destOrd="0" presId="urn:microsoft.com/office/officeart/2018/2/layout/IconVerticalSolidList"/>
    <dgm:cxn modelId="{5C263AC4-1B3A-4CE5-9987-D74C883E47AE}" type="presParOf" srcId="{F63DD86D-3B17-47AD-8540-C23BABE24C87}" destId="{591B9CE8-077B-4FFC-BAF6-19D2254D2E18}" srcOrd="0" destOrd="0" presId="urn:microsoft.com/office/officeart/2018/2/layout/IconVerticalSolidList"/>
    <dgm:cxn modelId="{C5995ADD-74E8-4B30-98F4-EC7B4ECDD0BF}" type="presParOf" srcId="{F63DD86D-3B17-47AD-8540-C23BABE24C87}" destId="{1AE0124B-EC4A-42F3-B231-C07191956416}" srcOrd="1" destOrd="0" presId="urn:microsoft.com/office/officeart/2018/2/layout/IconVerticalSolidList"/>
    <dgm:cxn modelId="{19C64DA9-C1ED-436D-8502-3A85ADCB73CB}" type="presParOf" srcId="{F63DD86D-3B17-47AD-8540-C23BABE24C87}" destId="{2D2AD517-82DD-46D1-A226-1D9BAFA2F8C4}" srcOrd="2" destOrd="0" presId="urn:microsoft.com/office/officeart/2018/2/layout/IconVerticalSolidList"/>
    <dgm:cxn modelId="{B5A26BF7-0268-48EA-A6D2-5EC082ABA0C8}" type="presParOf" srcId="{F63DD86D-3B17-47AD-8540-C23BABE24C87}" destId="{B0C095A4-A18E-448C-AFCE-44F398056EC6}" srcOrd="3" destOrd="0" presId="urn:microsoft.com/office/officeart/2018/2/layout/IconVerticalSolid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AB0774-E8BD-4D42-A87D-F78A6335927A}"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0C11BC65-E896-404F-B704-B27A3C00E92F}">
      <dgm:prSet custT="1"/>
      <dgm:spPr/>
      <dgm:t>
        <a:bodyPr/>
        <a:lstStyle/>
        <a:p>
          <a:r>
            <a:rPr lang="en-US" sz="1600"/>
            <a:t>Uses line by line reading and tokenization (std::strtok) to convert CSV input into structured objects</a:t>
          </a:r>
          <a:endParaRPr lang="en-US" sz="1600" dirty="0"/>
        </a:p>
      </dgm:t>
    </dgm:pt>
    <dgm:pt modelId="{96B740EC-8CCF-4F90-A92B-E8B30959EBC3}" type="parTrans" cxnId="{DB383634-24B7-4012-9586-179819668D17}">
      <dgm:prSet/>
      <dgm:spPr/>
      <dgm:t>
        <a:bodyPr/>
        <a:lstStyle/>
        <a:p>
          <a:endParaRPr lang="en-US"/>
        </a:p>
      </dgm:t>
    </dgm:pt>
    <dgm:pt modelId="{B2E9D168-E37F-45FC-BDB8-EA551B497EEE}" type="sibTrans" cxnId="{DB383634-24B7-4012-9586-179819668D17}">
      <dgm:prSet/>
      <dgm:spPr/>
      <dgm:t>
        <a:bodyPr/>
        <a:lstStyle/>
        <a:p>
          <a:endParaRPr lang="en-US"/>
        </a:p>
      </dgm:t>
    </dgm:pt>
    <dgm:pt modelId="{A0C65729-D639-477D-9CD6-99318D9617E2}">
      <dgm:prSet custT="1"/>
      <dgm:spPr/>
      <dgm:t>
        <a:bodyPr/>
        <a:lstStyle/>
        <a:p>
          <a:r>
            <a:rPr lang="en-US" sz="1600"/>
            <a:t>Helper functions handle string to integer conversion</a:t>
          </a:r>
          <a:endParaRPr lang="en-US" sz="1600" dirty="0"/>
        </a:p>
      </dgm:t>
    </dgm:pt>
    <dgm:pt modelId="{B00459DC-58A1-4A0C-AABF-C5A67691926B}" type="parTrans" cxnId="{6A80C893-3ED5-4B24-95B2-D386E57E9913}">
      <dgm:prSet/>
      <dgm:spPr/>
      <dgm:t>
        <a:bodyPr/>
        <a:lstStyle/>
        <a:p>
          <a:endParaRPr lang="en-US"/>
        </a:p>
      </dgm:t>
    </dgm:pt>
    <dgm:pt modelId="{DB66A979-6DA8-4075-B849-3B58826DAE45}" type="sibTrans" cxnId="{6A80C893-3ED5-4B24-95B2-D386E57E9913}">
      <dgm:prSet/>
      <dgm:spPr/>
      <dgm:t>
        <a:bodyPr/>
        <a:lstStyle/>
        <a:p>
          <a:endParaRPr lang="en-US"/>
        </a:p>
      </dgm:t>
    </dgm:pt>
    <dgm:pt modelId="{2144728E-7541-46AA-8D60-4E6C9885E953}">
      <dgm:prSet custT="1"/>
      <dgm:spPr/>
      <dgm:t>
        <a:bodyPr/>
        <a:lstStyle/>
        <a:p>
          <a:r>
            <a:rPr lang="en-US" sz="1600"/>
            <a:t>The main entry point, parse_file(), locates each section in the file and calls the appropriate parsing function</a:t>
          </a:r>
          <a:endParaRPr lang="en-US" sz="1600" dirty="0"/>
        </a:p>
      </dgm:t>
    </dgm:pt>
    <dgm:pt modelId="{38B631C8-C47F-467C-A382-1C4C39041871}" type="parTrans" cxnId="{A54432D4-6A9B-47B1-AA36-7E0F7DA7A2C7}">
      <dgm:prSet/>
      <dgm:spPr/>
      <dgm:t>
        <a:bodyPr/>
        <a:lstStyle/>
        <a:p>
          <a:endParaRPr lang="en-US"/>
        </a:p>
      </dgm:t>
    </dgm:pt>
    <dgm:pt modelId="{93108788-A9BB-4A9C-A27F-16B082CAA098}" type="sibTrans" cxnId="{A54432D4-6A9B-47B1-AA36-7E0F7DA7A2C7}">
      <dgm:prSet/>
      <dgm:spPr/>
      <dgm:t>
        <a:bodyPr/>
        <a:lstStyle/>
        <a:p>
          <a:endParaRPr lang="en-US"/>
        </a:p>
      </dgm:t>
    </dgm:pt>
    <dgm:pt modelId="{2A549EE4-BE46-4590-93D4-21359F7506B6}">
      <dgm:prSet custT="1"/>
      <dgm:spPr/>
      <dgm:t>
        <a:bodyPr/>
        <a:lstStyle/>
        <a:p>
          <a:r>
            <a:rPr lang="en-US" sz="1600"/>
            <a:t>Trimming whitespace and quotes, and validating input values.</a:t>
          </a:r>
          <a:endParaRPr lang="en-US" sz="1600" dirty="0"/>
        </a:p>
      </dgm:t>
    </dgm:pt>
    <dgm:pt modelId="{DA3A99FE-5847-4FFB-9DF8-78735B421A4F}" type="parTrans" cxnId="{AC5692D3-317A-4756-9F1F-2ED34780E018}">
      <dgm:prSet/>
      <dgm:spPr/>
      <dgm:t>
        <a:bodyPr/>
        <a:lstStyle/>
        <a:p>
          <a:endParaRPr lang="pt-PT"/>
        </a:p>
      </dgm:t>
    </dgm:pt>
    <dgm:pt modelId="{2A5EF5AC-1051-4512-92A7-19C6C49C9B57}" type="sibTrans" cxnId="{AC5692D3-317A-4756-9F1F-2ED34780E018}">
      <dgm:prSet/>
      <dgm:spPr/>
      <dgm:t>
        <a:bodyPr/>
        <a:lstStyle/>
        <a:p>
          <a:endParaRPr lang="pt-PT"/>
        </a:p>
      </dgm:t>
    </dgm:pt>
    <dgm:pt modelId="{7FC4F643-2A31-4426-A4BA-47E23F3E1CB8}">
      <dgm:prSet custT="1"/>
      <dgm:spPr/>
      <dgm:t>
        <a:bodyPr/>
        <a:lstStyle/>
        <a:p>
          <a:r>
            <a:rPr lang="en-US" sz="2000" dirty="0"/>
            <a:t> </a:t>
          </a:r>
          <a:r>
            <a:rPr lang="en-US" sz="1600" dirty="0"/>
            <a:t>Ensuring that all data is loaded and ready for further processing.</a:t>
          </a:r>
          <a:endParaRPr lang="en-US" sz="2000" dirty="0"/>
        </a:p>
      </dgm:t>
    </dgm:pt>
    <dgm:pt modelId="{3FF02AE1-3249-4C0A-8AA7-8A801310BE7F}" type="parTrans" cxnId="{00681B8C-3A58-4F5D-8B8A-61A5B3A0CF03}">
      <dgm:prSet/>
      <dgm:spPr/>
      <dgm:t>
        <a:bodyPr/>
        <a:lstStyle/>
        <a:p>
          <a:endParaRPr lang="pt-PT"/>
        </a:p>
      </dgm:t>
    </dgm:pt>
    <dgm:pt modelId="{EF9DCE0D-0EFB-4E63-BDCE-3FB31E0A7010}" type="sibTrans" cxnId="{00681B8C-3A58-4F5D-8B8A-61A5B3A0CF03}">
      <dgm:prSet/>
      <dgm:spPr/>
      <dgm:t>
        <a:bodyPr/>
        <a:lstStyle/>
        <a:p>
          <a:endParaRPr lang="pt-PT"/>
        </a:p>
      </dgm:t>
    </dgm:pt>
    <dgm:pt modelId="{F9A08E39-0C0A-4000-AE13-DD5596A2E227}" type="pres">
      <dgm:prSet presAssocID="{81AB0774-E8BD-4D42-A87D-F78A6335927A}" presName="linear" presStyleCnt="0">
        <dgm:presLayoutVars>
          <dgm:animLvl val="lvl"/>
          <dgm:resizeHandles val="exact"/>
        </dgm:presLayoutVars>
      </dgm:prSet>
      <dgm:spPr/>
    </dgm:pt>
    <dgm:pt modelId="{AB387511-4AAF-465F-ADE0-7F4B93F3FD69}" type="pres">
      <dgm:prSet presAssocID="{0C11BC65-E896-404F-B704-B27A3C00E92F}" presName="parentText" presStyleLbl="node1" presStyleIdx="0" presStyleCnt="3">
        <dgm:presLayoutVars>
          <dgm:chMax val="0"/>
          <dgm:bulletEnabled val="1"/>
        </dgm:presLayoutVars>
      </dgm:prSet>
      <dgm:spPr/>
    </dgm:pt>
    <dgm:pt modelId="{AEE53534-9171-4A6F-A1AA-8D581C93BC05}" type="pres">
      <dgm:prSet presAssocID="{B2E9D168-E37F-45FC-BDB8-EA551B497EEE}" presName="spacer" presStyleCnt="0"/>
      <dgm:spPr/>
    </dgm:pt>
    <dgm:pt modelId="{3D5D2981-7FA9-4705-B9E6-71B9EC198F72}" type="pres">
      <dgm:prSet presAssocID="{A0C65729-D639-477D-9CD6-99318D9617E2}" presName="parentText" presStyleLbl="node1" presStyleIdx="1" presStyleCnt="3">
        <dgm:presLayoutVars>
          <dgm:chMax val="0"/>
          <dgm:bulletEnabled val="1"/>
        </dgm:presLayoutVars>
      </dgm:prSet>
      <dgm:spPr/>
    </dgm:pt>
    <dgm:pt modelId="{EAB68A79-71BD-4992-9CFE-EBD26A2A2BFE}" type="pres">
      <dgm:prSet presAssocID="{A0C65729-D639-477D-9CD6-99318D9617E2}" presName="childText" presStyleLbl="revTx" presStyleIdx="0" presStyleCnt="2">
        <dgm:presLayoutVars>
          <dgm:bulletEnabled val="1"/>
        </dgm:presLayoutVars>
      </dgm:prSet>
      <dgm:spPr/>
    </dgm:pt>
    <dgm:pt modelId="{87FBEB0C-24D6-42CF-9D4A-2103245B5F00}" type="pres">
      <dgm:prSet presAssocID="{2144728E-7541-46AA-8D60-4E6C9885E953}" presName="parentText" presStyleLbl="node1" presStyleIdx="2" presStyleCnt="3" custLinFactNeighborX="-724" custLinFactNeighborY="-17584">
        <dgm:presLayoutVars>
          <dgm:chMax val="0"/>
          <dgm:bulletEnabled val="1"/>
        </dgm:presLayoutVars>
      </dgm:prSet>
      <dgm:spPr/>
    </dgm:pt>
    <dgm:pt modelId="{8D2F7B35-63FD-4022-9566-55F57320D5D6}" type="pres">
      <dgm:prSet presAssocID="{2144728E-7541-46AA-8D60-4E6C9885E953}" presName="childText" presStyleLbl="revTx" presStyleIdx="1" presStyleCnt="2">
        <dgm:presLayoutVars>
          <dgm:bulletEnabled val="1"/>
        </dgm:presLayoutVars>
      </dgm:prSet>
      <dgm:spPr/>
    </dgm:pt>
  </dgm:ptLst>
  <dgm:cxnLst>
    <dgm:cxn modelId="{F9A2391C-F3A9-48E0-A9A2-7C306E76E68A}" type="presOf" srcId="{A0C65729-D639-477D-9CD6-99318D9617E2}" destId="{3D5D2981-7FA9-4705-B9E6-71B9EC198F72}" srcOrd="0" destOrd="0" presId="urn:microsoft.com/office/officeart/2005/8/layout/vList2"/>
    <dgm:cxn modelId="{DB383634-24B7-4012-9586-179819668D17}" srcId="{81AB0774-E8BD-4D42-A87D-F78A6335927A}" destId="{0C11BC65-E896-404F-B704-B27A3C00E92F}" srcOrd="0" destOrd="0" parTransId="{96B740EC-8CCF-4F90-A92B-E8B30959EBC3}" sibTransId="{B2E9D168-E37F-45FC-BDB8-EA551B497EEE}"/>
    <dgm:cxn modelId="{5C57EC42-B1EA-4D75-BB04-15CEE8C67151}" type="presOf" srcId="{2144728E-7541-46AA-8D60-4E6C9885E953}" destId="{87FBEB0C-24D6-42CF-9D4A-2103245B5F00}" srcOrd="0" destOrd="0" presId="urn:microsoft.com/office/officeart/2005/8/layout/vList2"/>
    <dgm:cxn modelId="{74E48266-98BD-4455-AD71-59EB8073B21F}" type="presOf" srcId="{81AB0774-E8BD-4D42-A87D-F78A6335927A}" destId="{F9A08E39-0C0A-4000-AE13-DD5596A2E227}" srcOrd="0" destOrd="0" presId="urn:microsoft.com/office/officeart/2005/8/layout/vList2"/>
    <dgm:cxn modelId="{7745D97B-6A5B-45B9-98D0-106DCA5F3971}" type="presOf" srcId="{7FC4F643-2A31-4426-A4BA-47E23F3E1CB8}" destId="{8D2F7B35-63FD-4022-9566-55F57320D5D6}" srcOrd="0" destOrd="0" presId="urn:microsoft.com/office/officeart/2005/8/layout/vList2"/>
    <dgm:cxn modelId="{00681B8C-3A58-4F5D-8B8A-61A5B3A0CF03}" srcId="{2144728E-7541-46AA-8D60-4E6C9885E953}" destId="{7FC4F643-2A31-4426-A4BA-47E23F3E1CB8}" srcOrd="0" destOrd="0" parTransId="{3FF02AE1-3249-4C0A-8AA7-8A801310BE7F}" sibTransId="{EF9DCE0D-0EFB-4E63-BDCE-3FB31E0A7010}"/>
    <dgm:cxn modelId="{6A80C893-3ED5-4B24-95B2-D386E57E9913}" srcId="{81AB0774-E8BD-4D42-A87D-F78A6335927A}" destId="{A0C65729-D639-477D-9CD6-99318D9617E2}" srcOrd="1" destOrd="0" parTransId="{B00459DC-58A1-4A0C-AABF-C5A67691926B}" sibTransId="{DB66A979-6DA8-4075-B849-3B58826DAE45}"/>
    <dgm:cxn modelId="{968977A2-69BF-48EE-BC27-C2FCD7590793}" type="presOf" srcId="{0C11BC65-E896-404F-B704-B27A3C00E92F}" destId="{AB387511-4AAF-465F-ADE0-7F4B93F3FD69}" srcOrd="0" destOrd="0" presId="urn:microsoft.com/office/officeart/2005/8/layout/vList2"/>
    <dgm:cxn modelId="{921E56A4-9267-4D0B-8EC5-C39D619BCBA9}" type="presOf" srcId="{2A549EE4-BE46-4590-93D4-21359F7506B6}" destId="{EAB68A79-71BD-4992-9CFE-EBD26A2A2BFE}" srcOrd="0" destOrd="0" presId="urn:microsoft.com/office/officeart/2005/8/layout/vList2"/>
    <dgm:cxn modelId="{AC5692D3-317A-4756-9F1F-2ED34780E018}" srcId="{A0C65729-D639-477D-9CD6-99318D9617E2}" destId="{2A549EE4-BE46-4590-93D4-21359F7506B6}" srcOrd="0" destOrd="0" parTransId="{DA3A99FE-5847-4FFB-9DF8-78735B421A4F}" sibTransId="{2A5EF5AC-1051-4512-92A7-19C6C49C9B57}"/>
    <dgm:cxn modelId="{A54432D4-6A9B-47B1-AA36-7E0F7DA7A2C7}" srcId="{81AB0774-E8BD-4D42-A87D-F78A6335927A}" destId="{2144728E-7541-46AA-8D60-4E6C9885E953}" srcOrd="2" destOrd="0" parTransId="{38B631C8-C47F-467C-A382-1C4C39041871}" sibTransId="{93108788-A9BB-4A9C-A27F-16B082CAA098}"/>
    <dgm:cxn modelId="{E3B30502-9DC1-45F5-9086-FC51697F79F7}" type="presParOf" srcId="{F9A08E39-0C0A-4000-AE13-DD5596A2E227}" destId="{AB387511-4AAF-465F-ADE0-7F4B93F3FD69}" srcOrd="0" destOrd="0" presId="urn:microsoft.com/office/officeart/2005/8/layout/vList2"/>
    <dgm:cxn modelId="{92B3C944-79E1-4F40-8846-A2BD61794AED}" type="presParOf" srcId="{F9A08E39-0C0A-4000-AE13-DD5596A2E227}" destId="{AEE53534-9171-4A6F-A1AA-8D581C93BC05}" srcOrd="1" destOrd="0" presId="urn:microsoft.com/office/officeart/2005/8/layout/vList2"/>
    <dgm:cxn modelId="{7456AE06-DBFF-41F2-8529-B11150BC1625}" type="presParOf" srcId="{F9A08E39-0C0A-4000-AE13-DD5596A2E227}" destId="{3D5D2981-7FA9-4705-B9E6-71B9EC198F72}" srcOrd="2" destOrd="0" presId="urn:microsoft.com/office/officeart/2005/8/layout/vList2"/>
    <dgm:cxn modelId="{FFFC6BBF-2531-4381-976B-DC35944B758B}" type="presParOf" srcId="{F9A08E39-0C0A-4000-AE13-DD5596A2E227}" destId="{EAB68A79-71BD-4992-9CFE-EBD26A2A2BFE}" srcOrd="3" destOrd="0" presId="urn:microsoft.com/office/officeart/2005/8/layout/vList2"/>
    <dgm:cxn modelId="{27C7B832-48BC-4F82-AAF2-4CFE984E3C57}" type="presParOf" srcId="{F9A08E39-0C0A-4000-AE13-DD5596A2E227}" destId="{87FBEB0C-24D6-42CF-9D4A-2103245B5F00}" srcOrd="4" destOrd="0" presId="urn:microsoft.com/office/officeart/2005/8/layout/vList2"/>
    <dgm:cxn modelId="{FCD3C9F9-6DC9-4369-809D-69EF54D53C1B}" type="presParOf" srcId="{F9A08E39-0C0A-4000-AE13-DD5596A2E227}" destId="{8D2F7B35-63FD-4022-9566-55F57320D5D6}"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721E70-070F-4B6A-9B65-05BE03C0EC64}" type="doc">
      <dgm:prSet loTypeId="urn:microsoft.com/office/officeart/2005/8/layout/list1" loCatId="list" qsTypeId="urn:microsoft.com/office/officeart/2005/8/quickstyle/simple2" qsCatId="simple" csTypeId="urn:microsoft.com/office/officeart/2005/8/colors/colorful2" csCatId="colorful" phldr="1"/>
      <dgm:spPr/>
      <dgm:t>
        <a:bodyPr/>
        <a:lstStyle/>
        <a:p>
          <a:endParaRPr lang="pt-PT"/>
        </a:p>
      </dgm:t>
    </dgm:pt>
    <dgm:pt modelId="{F3B4A5EE-38AE-4A0A-94A1-F33CBC1F966B}">
      <dgm:prSet/>
      <dgm:spPr/>
      <dgm:t>
        <a:bodyPr/>
        <a:lstStyle/>
        <a:p>
          <a:r>
            <a:rPr lang="en-US" dirty="0"/>
            <a:t>Submissions</a:t>
          </a:r>
          <a:endParaRPr lang="pt-PT" dirty="0"/>
        </a:p>
      </dgm:t>
    </dgm:pt>
    <dgm:pt modelId="{CAA1B86E-2215-4653-9F40-22FB3B0B8D8E}" type="parTrans" cxnId="{E8B16429-3DE0-4091-B9D3-469FA27DEEB1}">
      <dgm:prSet/>
      <dgm:spPr/>
      <dgm:t>
        <a:bodyPr/>
        <a:lstStyle/>
        <a:p>
          <a:endParaRPr lang="pt-PT"/>
        </a:p>
      </dgm:t>
    </dgm:pt>
    <dgm:pt modelId="{159372F0-ADB1-4763-B108-55B1AE5EA769}" type="sibTrans" cxnId="{E8B16429-3DE0-4091-B9D3-469FA27DEEB1}">
      <dgm:prSet/>
      <dgm:spPr/>
      <dgm:t>
        <a:bodyPr/>
        <a:lstStyle/>
        <a:p>
          <a:endParaRPr lang="pt-PT"/>
        </a:p>
      </dgm:t>
    </dgm:pt>
    <dgm:pt modelId="{4809CAC7-DF5D-449F-9EF3-19ED06D21729}">
      <dgm:prSet/>
      <dgm:spPr/>
      <dgm:t>
        <a:bodyPr/>
        <a:lstStyle/>
        <a:p>
          <a:r>
            <a:rPr lang="en-US" dirty="0"/>
            <a:t>Non essential fields like title, authors, and email are ignored. </a:t>
          </a:r>
          <a:endParaRPr lang="pt-PT" dirty="0"/>
        </a:p>
      </dgm:t>
    </dgm:pt>
    <dgm:pt modelId="{BEDBCF83-0405-43B4-A4EF-55E0ED7A8D57}" type="parTrans" cxnId="{E55C988B-06AC-4D8A-9548-3071061CB58B}">
      <dgm:prSet/>
      <dgm:spPr/>
      <dgm:t>
        <a:bodyPr/>
        <a:lstStyle/>
        <a:p>
          <a:endParaRPr lang="pt-PT"/>
        </a:p>
      </dgm:t>
    </dgm:pt>
    <dgm:pt modelId="{B0E39F35-746C-4EA9-8ADB-A087DAAC700A}" type="sibTrans" cxnId="{E55C988B-06AC-4D8A-9548-3071061CB58B}">
      <dgm:prSet/>
      <dgm:spPr/>
      <dgm:t>
        <a:bodyPr/>
        <a:lstStyle/>
        <a:p>
          <a:endParaRPr lang="pt-PT"/>
        </a:p>
      </dgm:t>
    </dgm:pt>
    <dgm:pt modelId="{E26BC649-F02F-4A38-BFE8-3DC6D46C86E7}">
      <dgm:prSet/>
      <dgm:spPr/>
      <dgm:t>
        <a:bodyPr/>
        <a:lstStyle/>
        <a:p>
          <a:r>
            <a:rPr lang="en-US" dirty="0"/>
            <a:t>Relevant information of valid submissions is stored in a submission structure, which is then stored in a vector of submissions.</a:t>
          </a:r>
          <a:endParaRPr lang="pt-PT" dirty="0"/>
        </a:p>
      </dgm:t>
    </dgm:pt>
    <dgm:pt modelId="{19AE3B6A-18B7-4776-BFDF-5A7934880ECB}" type="parTrans" cxnId="{2BA3CE1A-FC0A-4CCB-A8E8-0C3791357662}">
      <dgm:prSet/>
      <dgm:spPr/>
      <dgm:t>
        <a:bodyPr/>
        <a:lstStyle/>
        <a:p>
          <a:endParaRPr lang="pt-PT"/>
        </a:p>
      </dgm:t>
    </dgm:pt>
    <dgm:pt modelId="{AC00297B-DCC4-49EB-9A1E-FAFAF2136B92}" type="sibTrans" cxnId="{2BA3CE1A-FC0A-4CCB-A8E8-0C3791357662}">
      <dgm:prSet/>
      <dgm:spPr/>
      <dgm:t>
        <a:bodyPr/>
        <a:lstStyle/>
        <a:p>
          <a:endParaRPr lang="pt-PT"/>
        </a:p>
      </dgm:t>
    </dgm:pt>
    <dgm:pt modelId="{6BBBE990-6282-47ED-A318-E71C0D659ABA}">
      <dgm:prSet/>
      <dgm:spPr/>
      <dgm:t>
        <a:bodyPr/>
        <a:lstStyle/>
        <a:p>
          <a:r>
            <a:rPr lang="en-US" dirty="0"/>
            <a:t>Each reviewer’s ID and expertise domains are extracted similarly and stored in a reviewer structure and then in a vector.</a:t>
          </a:r>
          <a:endParaRPr lang="pt-PT" dirty="0"/>
        </a:p>
      </dgm:t>
    </dgm:pt>
    <dgm:pt modelId="{D10E8EC5-86B5-49D7-84D6-DC28676CF2AD}" type="parTrans" cxnId="{4875FFA4-724E-4D8D-A7F1-406614E14F12}">
      <dgm:prSet/>
      <dgm:spPr/>
      <dgm:t>
        <a:bodyPr/>
        <a:lstStyle/>
        <a:p>
          <a:endParaRPr lang="pt-PT"/>
        </a:p>
      </dgm:t>
    </dgm:pt>
    <dgm:pt modelId="{33B2C064-15A9-4CB4-89DF-135119CFD524}" type="sibTrans" cxnId="{4875FFA4-724E-4D8D-A7F1-406614E14F12}">
      <dgm:prSet/>
      <dgm:spPr/>
      <dgm:t>
        <a:bodyPr/>
        <a:lstStyle/>
        <a:p>
          <a:endParaRPr lang="pt-PT"/>
        </a:p>
      </dgm:t>
    </dgm:pt>
    <dgm:pt modelId="{14D2F083-BDB9-4BB1-BAFF-D82CA4DFF0FB}">
      <dgm:prSet/>
      <dgm:spPr/>
      <dgm:t>
        <a:bodyPr/>
        <a:lstStyle/>
        <a:p>
          <a:r>
            <a:rPr lang="en-US" dirty="0"/>
            <a:t>When it comes to parameters, workflow parameters are read and then stored in a parameters_ structure.</a:t>
          </a:r>
          <a:endParaRPr lang="pt-PT" dirty="0"/>
        </a:p>
      </dgm:t>
    </dgm:pt>
    <dgm:pt modelId="{7F79AEAF-ADA5-42F8-90E3-5C919EAB304D}" type="parTrans" cxnId="{48238EF7-98BD-460F-AC9C-DF25EA1205D3}">
      <dgm:prSet/>
      <dgm:spPr/>
      <dgm:t>
        <a:bodyPr/>
        <a:lstStyle/>
        <a:p>
          <a:endParaRPr lang="pt-PT"/>
        </a:p>
      </dgm:t>
    </dgm:pt>
    <dgm:pt modelId="{853639CB-009C-452F-9A9A-CBB7B43A7E44}" type="sibTrans" cxnId="{48238EF7-98BD-460F-AC9C-DF25EA1205D3}">
      <dgm:prSet/>
      <dgm:spPr/>
      <dgm:t>
        <a:bodyPr/>
        <a:lstStyle/>
        <a:p>
          <a:endParaRPr lang="pt-PT"/>
        </a:p>
      </dgm:t>
    </dgm:pt>
    <dgm:pt modelId="{A62FF7B6-D2DA-403B-BABD-694AC22832BD}">
      <dgm:prSet/>
      <dgm:spPr/>
      <dgm:t>
        <a:bodyPr/>
        <a:lstStyle/>
        <a:p>
          <a:r>
            <a:rPr lang="pt-PT" dirty="0" err="1"/>
            <a:t>Control</a:t>
          </a:r>
          <a:endParaRPr lang="pt-PT" dirty="0"/>
        </a:p>
      </dgm:t>
    </dgm:pt>
    <dgm:pt modelId="{0CB2B655-0E2D-42D5-9F18-DC6CD65B98A4}" type="parTrans" cxnId="{CA0C5606-2CF3-4651-A823-5491A226568E}">
      <dgm:prSet/>
      <dgm:spPr/>
      <dgm:t>
        <a:bodyPr/>
        <a:lstStyle/>
        <a:p>
          <a:endParaRPr lang="pt-PT"/>
        </a:p>
      </dgm:t>
    </dgm:pt>
    <dgm:pt modelId="{AB77CBF0-3F70-435C-9399-12BAFFA2FA0C}" type="sibTrans" cxnId="{CA0C5606-2CF3-4651-A823-5491A226568E}">
      <dgm:prSet/>
      <dgm:spPr/>
      <dgm:t>
        <a:bodyPr/>
        <a:lstStyle/>
        <a:p>
          <a:endParaRPr lang="pt-PT"/>
        </a:p>
      </dgm:t>
    </dgm:pt>
    <dgm:pt modelId="{FAD31784-C256-4176-B67A-63D3629DD356}">
      <dgm:prSet/>
      <dgm:spPr/>
      <dgm:t>
        <a:bodyPr/>
        <a:lstStyle/>
        <a:p>
          <a:r>
            <a:rPr lang="en-US" dirty="0"/>
            <a:t>To handle the submissions info, each line is tokenized to extract the submission ID and domain (primary and secondary). </a:t>
          </a:r>
          <a:endParaRPr lang="pt-PT" dirty="0"/>
        </a:p>
      </dgm:t>
    </dgm:pt>
    <dgm:pt modelId="{EE1B264B-DDED-473C-8D8E-FF2B9D81584C}" type="parTrans" cxnId="{EEAB7ADC-0CA6-4034-B81A-0CEA972E981E}">
      <dgm:prSet/>
      <dgm:spPr/>
      <dgm:t>
        <a:bodyPr/>
        <a:lstStyle/>
        <a:p>
          <a:endParaRPr lang="pt-PT"/>
        </a:p>
      </dgm:t>
    </dgm:pt>
    <dgm:pt modelId="{AABAD13F-38F2-4AD3-A1DF-E504D08D3DB4}" type="sibTrans" cxnId="{EEAB7ADC-0CA6-4034-B81A-0CEA972E981E}">
      <dgm:prSet/>
      <dgm:spPr/>
      <dgm:t>
        <a:bodyPr/>
        <a:lstStyle/>
        <a:p>
          <a:endParaRPr lang="pt-PT"/>
        </a:p>
      </dgm:t>
    </dgm:pt>
    <dgm:pt modelId="{EA30E9CA-5D85-4836-B491-83539FFCE320}">
      <dgm:prSet/>
      <dgm:spPr/>
      <dgm:t>
        <a:bodyPr/>
        <a:lstStyle/>
        <a:p>
          <a:r>
            <a:rPr lang="pt-PT"/>
            <a:t>Reviewers</a:t>
          </a:r>
          <a:endParaRPr lang="pt-PT" dirty="0"/>
        </a:p>
      </dgm:t>
    </dgm:pt>
    <dgm:pt modelId="{361F551C-B726-4D0F-BAB2-93DC8B64E643}" type="parTrans" cxnId="{96CEDA44-F2ED-44EA-9982-8EF8B62894B5}">
      <dgm:prSet/>
      <dgm:spPr/>
      <dgm:t>
        <a:bodyPr/>
        <a:lstStyle/>
        <a:p>
          <a:endParaRPr lang="pt-PT"/>
        </a:p>
      </dgm:t>
    </dgm:pt>
    <dgm:pt modelId="{EF56F3BD-8919-42B6-A96E-EA665184D01C}" type="sibTrans" cxnId="{96CEDA44-F2ED-44EA-9982-8EF8B62894B5}">
      <dgm:prSet/>
      <dgm:spPr/>
      <dgm:t>
        <a:bodyPr/>
        <a:lstStyle/>
        <a:p>
          <a:endParaRPr lang="pt-PT"/>
        </a:p>
      </dgm:t>
    </dgm:pt>
    <dgm:pt modelId="{3C6691CC-8F7C-4965-BC3B-93FD99F4FE9B}">
      <dgm:prSet/>
      <dgm:spPr/>
      <dgm:t>
        <a:bodyPr/>
        <a:lstStyle/>
        <a:p>
          <a:r>
            <a:rPr lang="pt-PT"/>
            <a:t>Parameters</a:t>
          </a:r>
          <a:endParaRPr lang="pt-PT" dirty="0"/>
        </a:p>
      </dgm:t>
    </dgm:pt>
    <dgm:pt modelId="{39BABCFE-FA2D-48BA-B2B8-80294A06FF36}" type="parTrans" cxnId="{29815B00-911F-4E7C-B369-21F66D48B929}">
      <dgm:prSet/>
      <dgm:spPr/>
      <dgm:t>
        <a:bodyPr/>
        <a:lstStyle/>
        <a:p>
          <a:endParaRPr lang="pt-PT"/>
        </a:p>
      </dgm:t>
    </dgm:pt>
    <dgm:pt modelId="{94BF7044-ADE2-4A87-94D1-4C41F49A520A}" type="sibTrans" cxnId="{29815B00-911F-4E7C-B369-21F66D48B929}">
      <dgm:prSet/>
      <dgm:spPr/>
      <dgm:t>
        <a:bodyPr/>
        <a:lstStyle/>
        <a:p>
          <a:endParaRPr lang="pt-PT"/>
        </a:p>
      </dgm:t>
    </dgm:pt>
    <dgm:pt modelId="{07831FAD-7A09-4227-9BFA-B15723631927}">
      <dgm:prSet/>
      <dgm:spPr/>
      <dgm:t>
        <a:bodyPr/>
        <a:lstStyle/>
        <a:p>
          <a:r>
            <a:rPr lang="en-US"/>
            <a:t>Lastly, to handle control settings, control information is read, trimming any surrounding spaces or quotation marks and saving the relevant info in a control_ structure.</a:t>
          </a:r>
          <a:endParaRPr lang="pt-PT" dirty="0"/>
        </a:p>
      </dgm:t>
    </dgm:pt>
    <dgm:pt modelId="{924AFBB5-7986-4CC0-A9AD-5B0D094C427F}" type="parTrans" cxnId="{CAA7E719-C29D-4996-888A-F162D330C1E9}">
      <dgm:prSet/>
      <dgm:spPr/>
      <dgm:t>
        <a:bodyPr/>
        <a:lstStyle/>
        <a:p>
          <a:endParaRPr lang="pt-PT"/>
        </a:p>
      </dgm:t>
    </dgm:pt>
    <dgm:pt modelId="{E7876FE5-6EF8-4375-B9A6-D42BF2102DB8}" type="sibTrans" cxnId="{CAA7E719-C29D-4996-888A-F162D330C1E9}">
      <dgm:prSet/>
      <dgm:spPr/>
      <dgm:t>
        <a:bodyPr/>
        <a:lstStyle/>
        <a:p>
          <a:endParaRPr lang="pt-PT"/>
        </a:p>
      </dgm:t>
    </dgm:pt>
    <dgm:pt modelId="{AC3F5FBD-D21C-4794-A4DC-617609DC1ACD}" type="pres">
      <dgm:prSet presAssocID="{F1721E70-070F-4B6A-9B65-05BE03C0EC64}" presName="linear" presStyleCnt="0">
        <dgm:presLayoutVars>
          <dgm:dir/>
          <dgm:animLvl val="lvl"/>
          <dgm:resizeHandles val="exact"/>
        </dgm:presLayoutVars>
      </dgm:prSet>
      <dgm:spPr/>
    </dgm:pt>
    <dgm:pt modelId="{E202FE0E-46BD-44FC-8744-8C853BE094FD}" type="pres">
      <dgm:prSet presAssocID="{F3B4A5EE-38AE-4A0A-94A1-F33CBC1F966B}" presName="parentLin" presStyleCnt="0"/>
      <dgm:spPr/>
    </dgm:pt>
    <dgm:pt modelId="{B6BDFB2E-852C-45C2-81B9-D2C97CE78343}" type="pres">
      <dgm:prSet presAssocID="{F3B4A5EE-38AE-4A0A-94A1-F33CBC1F966B}" presName="parentLeftMargin" presStyleLbl="node1" presStyleIdx="0" presStyleCnt="4"/>
      <dgm:spPr/>
    </dgm:pt>
    <dgm:pt modelId="{DB331E0D-350D-4C3D-B4B1-C0510EDA1349}" type="pres">
      <dgm:prSet presAssocID="{F3B4A5EE-38AE-4A0A-94A1-F33CBC1F966B}" presName="parentText" presStyleLbl="node1" presStyleIdx="0" presStyleCnt="4">
        <dgm:presLayoutVars>
          <dgm:chMax val="0"/>
          <dgm:bulletEnabled val="1"/>
        </dgm:presLayoutVars>
      </dgm:prSet>
      <dgm:spPr/>
    </dgm:pt>
    <dgm:pt modelId="{FD0CF09E-101E-459C-A6CB-75C051B7DCC0}" type="pres">
      <dgm:prSet presAssocID="{F3B4A5EE-38AE-4A0A-94A1-F33CBC1F966B}" presName="negativeSpace" presStyleCnt="0"/>
      <dgm:spPr/>
    </dgm:pt>
    <dgm:pt modelId="{6552EF31-DF7E-46FC-B900-6E060501F816}" type="pres">
      <dgm:prSet presAssocID="{F3B4A5EE-38AE-4A0A-94A1-F33CBC1F966B}" presName="childText" presStyleLbl="conFgAcc1" presStyleIdx="0" presStyleCnt="4">
        <dgm:presLayoutVars>
          <dgm:bulletEnabled val="1"/>
        </dgm:presLayoutVars>
      </dgm:prSet>
      <dgm:spPr/>
    </dgm:pt>
    <dgm:pt modelId="{F860DBED-CDB2-4714-93E4-D354A344EE48}" type="pres">
      <dgm:prSet presAssocID="{159372F0-ADB1-4763-B108-55B1AE5EA769}" presName="spaceBetweenRectangles" presStyleCnt="0"/>
      <dgm:spPr/>
    </dgm:pt>
    <dgm:pt modelId="{BE6B3BCA-876B-4EE5-8986-119790514518}" type="pres">
      <dgm:prSet presAssocID="{EA30E9CA-5D85-4836-B491-83539FFCE320}" presName="parentLin" presStyleCnt="0"/>
      <dgm:spPr/>
    </dgm:pt>
    <dgm:pt modelId="{BBC67480-6F03-4C6C-AC3F-E5AD22FA6D54}" type="pres">
      <dgm:prSet presAssocID="{EA30E9CA-5D85-4836-B491-83539FFCE320}" presName="parentLeftMargin" presStyleLbl="node1" presStyleIdx="0" presStyleCnt="4"/>
      <dgm:spPr/>
    </dgm:pt>
    <dgm:pt modelId="{DA7FA216-1553-4472-BC0E-5E663CFDCBF6}" type="pres">
      <dgm:prSet presAssocID="{EA30E9CA-5D85-4836-B491-83539FFCE320}" presName="parentText" presStyleLbl="node1" presStyleIdx="1" presStyleCnt="4">
        <dgm:presLayoutVars>
          <dgm:chMax val="0"/>
          <dgm:bulletEnabled val="1"/>
        </dgm:presLayoutVars>
      </dgm:prSet>
      <dgm:spPr/>
    </dgm:pt>
    <dgm:pt modelId="{ECE9CE36-BF51-42D0-B554-E15A997E6C73}" type="pres">
      <dgm:prSet presAssocID="{EA30E9CA-5D85-4836-B491-83539FFCE320}" presName="negativeSpace" presStyleCnt="0"/>
      <dgm:spPr/>
    </dgm:pt>
    <dgm:pt modelId="{B4C0D978-0B99-4F41-B68C-6C12E1AECDAA}" type="pres">
      <dgm:prSet presAssocID="{EA30E9CA-5D85-4836-B491-83539FFCE320}" presName="childText" presStyleLbl="conFgAcc1" presStyleIdx="1" presStyleCnt="4">
        <dgm:presLayoutVars>
          <dgm:bulletEnabled val="1"/>
        </dgm:presLayoutVars>
      </dgm:prSet>
      <dgm:spPr/>
    </dgm:pt>
    <dgm:pt modelId="{81E6C7EF-7EB5-4F3B-8D78-9DD258AEB3A4}" type="pres">
      <dgm:prSet presAssocID="{EF56F3BD-8919-42B6-A96E-EA665184D01C}" presName="spaceBetweenRectangles" presStyleCnt="0"/>
      <dgm:spPr/>
    </dgm:pt>
    <dgm:pt modelId="{27E46CAE-8954-432A-B9DD-932F2FD669AF}" type="pres">
      <dgm:prSet presAssocID="{3C6691CC-8F7C-4965-BC3B-93FD99F4FE9B}" presName="parentLin" presStyleCnt="0"/>
      <dgm:spPr/>
    </dgm:pt>
    <dgm:pt modelId="{790501BF-2B38-42C8-B7AA-14522EF382C1}" type="pres">
      <dgm:prSet presAssocID="{3C6691CC-8F7C-4965-BC3B-93FD99F4FE9B}" presName="parentLeftMargin" presStyleLbl="node1" presStyleIdx="1" presStyleCnt="4"/>
      <dgm:spPr/>
    </dgm:pt>
    <dgm:pt modelId="{C425AD88-15E3-4C30-B9D3-525FCD66A8D5}" type="pres">
      <dgm:prSet presAssocID="{3C6691CC-8F7C-4965-BC3B-93FD99F4FE9B}" presName="parentText" presStyleLbl="node1" presStyleIdx="2" presStyleCnt="4">
        <dgm:presLayoutVars>
          <dgm:chMax val="0"/>
          <dgm:bulletEnabled val="1"/>
        </dgm:presLayoutVars>
      </dgm:prSet>
      <dgm:spPr/>
    </dgm:pt>
    <dgm:pt modelId="{945A52AB-769C-4087-9F38-2385195C8B3E}" type="pres">
      <dgm:prSet presAssocID="{3C6691CC-8F7C-4965-BC3B-93FD99F4FE9B}" presName="negativeSpace" presStyleCnt="0"/>
      <dgm:spPr/>
    </dgm:pt>
    <dgm:pt modelId="{4CACF898-6E53-4F30-ABC3-B95F1C005F72}" type="pres">
      <dgm:prSet presAssocID="{3C6691CC-8F7C-4965-BC3B-93FD99F4FE9B}" presName="childText" presStyleLbl="conFgAcc1" presStyleIdx="2" presStyleCnt="4">
        <dgm:presLayoutVars>
          <dgm:bulletEnabled val="1"/>
        </dgm:presLayoutVars>
      </dgm:prSet>
      <dgm:spPr/>
    </dgm:pt>
    <dgm:pt modelId="{DB3A8360-77DF-4681-B955-21A20015DA51}" type="pres">
      <dgm:prSet presAssocID="{94BF7044-ADE2-4A87-94D1-4C41F49A520A}" presName="spaceBetweenRectangles" presStyleCnt="0"/>
      <dgm:spPr/>
    </dgm:pt>
    <dgm:pt modelId="{F3F5FD14-91B5-456C-8109-BA7637E5B063}" type="pres">
      <dgm:prSet presAssocID="{A62FF7B6-D2DA-403B-BABD-694AC22832BD}" presName="parentLin" presStyleCnt="0"/>
      <dgm:spPr/>
    </dgm:pt>
    <dgm:pt modelId="{F6E87375-0F7C-4697-B9C0-9DE3ADC86D98}" type="pres">
      <dgm:prSet presAssocID="{A62FF7B6-D2DA-403B-BABD-694AC22832BD}" presName="parentLeftMargin" presStyleLbl="node1" presStyleIdx="2" presStyleCnt="4"/>
      <dgm:spPr/>
    </dgm:pt>
    <dgm:pt modelId="{2965BB6F-964A-45DC-9DC5-50EDD3495D46}" type="pres">
      <dgm:prSet presAssocID="{A62FF7B6-D2DA-403B-BABD-694AC22832BD}" presName="parentText" presStyleLbl="node1" presStyleIdx="3" presStyleCnt="4">
        <dgm:presLayoutVars>
          <dgm:chMax val="0"/>
          <dgm:bulletEnabled val="1"/>
        </dgm:presLayoutVars>
      </dgm:prSet>
      <dgm:spPr/>
    </dgm:pt>
    <dgm:pt modelId="{4EFD72B4-B796-42E5-B375-A3F254364B71}" type="pres">
      <dgm:prSet presAssocID="{A62FF7B6-D2DA-403B-BABD-694AC22832BD}" presName="negativeSpace" presStyleCnt="0"/>
      <dgm:spPr/>
    </dgm:pt>
    <dgm:pt modelId="{E83D4DCE-9C77-4ED6-B1A1-B7EEE6BFB6FD}" type="pres">
      <dgm:prSet presAssocID="{A62FF7B6-D2DA-403B-BABD-694AC22832BD}" presName="childText" presStyleLbl="conFgAcc1" presStyleIdx="3" presStyleCnt="4">
        <dgm:presLayoutVars>
          <dgm:bulletEnabled val="1"/>
        </dgm:presLayoutVars>
      </dgm:prSet>
      <dgm:spPr/>
    </dgm:pt>
  </dgm:ptLst>
  <dgm:cxnLst>
    <dgm:cxn modelId="{29815B00-911F-4E7C-B369-21F66D48B929}" srcId="{F1721E70-070F-4B6A-9B65-05BE03C0EC64}" destId="{3C6691CC-8F7C-4965-BC3B-93FD99F4FE9B}" srcOrd="2" destOrd="0" parTransId="{39BABCFE-FA2D-48BA-B2B8-80294A06FF36}" sibTransId="{94BF7044-ADE2-4A87-94D1-4C41F49A520A}"/>
    <dgm:cxn modelId="{CA0C5606-2CF3-4651-A823-5491A226568E}" srcId="{F1721E70-070F-4B6A-9B65-05BE03C0EC64}" destId="{A62FF7B6-D2DA-403B-BABD-694AC22832BD}" srcOrd="3" destOrd="0" parTransId="{0CB2B655-0E2D-42D5-9F18-DC6CD65B98A4}" sibTransId="{AB77CBF0-3F70-435C-9399-12BAFFA2FA0C}"/>
    <dgm:cxn modelId="{CAA7E719-C29D-4996-888A-F162D330C1E9}" srcId="{A62FF7B6-D2DA-403B-BABD-694AC22832BD}" destId="{07831FAD-7A09-4227-9BFA-B15723631927}" srcOrd="0" destOrd="0" parTransId="{924AFBB5-7986-4CC0-A9AD-5B0D094C427F}" sibTransId="{E7876FE5-6EF8-4375-B9A6-D42BF2102DB8}"/>
    <dgm:cxn modelId="{2BA3CE1A-FC0A-4CCB-A8E8-0C3791357662}" srcId="{F3B4A5EE-38AE-4A0A-94A1-F33CBC1F966B}" destId="{E26BC649-F02F-4A38-BFE8-3DC6D46C86E7}" srcOrd="2" destOrd="0" parTransId="{19AE3B6A-18B7-4776-BFDF-5A7934880ECB}" sibTransId="{AC00297B-DCC4-49EB-9A1E-FAFAF2136B92}"/>
    <dgm:cxn modelId="{D2A00923-FD00-499A-8443-FD2BA5E420C0}" type="presOf" srcId="{EA30E9CA-5D85-4836-B491-83539FFCE320}" destId="{DA7FA216-1553-4472-BC0E-5E663CFDCBF6}" srcOrd="1" destOrd="0" presId="urn:microsoft.com/office/officeart/2005/8/layout/list1"/>
    <dgm:cxn modelId="{E8B16429-3DE0-4091-B9D3-469FA27DEEB1}" srcId="{F1721E70-070F-4B6A-9B65-05BE03C0EC64}" destId="{F3B4A5EE-38AE-4A0A-94A1-F33CBC1F966B}" srcOrd="0" destOrd="0" parTransId="{CAA1B86E-2215-4653-9F40-22FB3B0B8D8E}" sibTransId="{159372F0-ADB1-4763-B108-55B1AE5EA769}"/>
    <dgm:cxn modelId="{E0E28836-9F83-416E-BA1B-F1D9D7086569}" type="presOf" srcId="{E26BC649-F02F-4A38-BFE8-3DC6D46C86E7}" destId="{6552EF31-DF7E-46FC-B900-6E060501F816}" srcOrd="0" destOrd="2" presId="urn:microsoft.com/office/officeart/2005/8/layout/list1"/>
    <dgm:cxn modelId="{5FEE293C-B27D-47E2-A265-FBB1D1037C1A}" type="presOf" srcId="{6BBBE990-6282-47ED-A318-E71C0D659ABA}" destId="{B4C0D978-0B99-4F41-B68C-6C12E1AECDAA}" srcOrd="0" destOrd="0" presId="urn:microsoft.com/office/officeart/2005/8/layout/list1"/>
    <dgm:cxn modelId="{0482D95C-528F-4B5B-86B1-4B65075343C4}" type="presOf" srcId="{4809CAC7-DF5D-449F-9EF3-19ED06D21729}" destId="{6552EF31-DF7E-46FC-B900-6E060501F816}" srcOrd="0" destOrd="1" presId="urn:microsoft.com/office/officeart/2005/8/layout/list1"/>
    <dgm:cxn modelId="{E0274744-376C-42AE-82FA-842658D32AF0}" type="presOf" srcId="{FAD31784-C256-4176-B67A-63D3629DD356}" destId="{6552EF31-DF7E-46FC-B900-6E060501F816}" srcOrd="0" destOrd="0" presId="urn:microsoft.com/office/officeart/2005/8/layout/list1"/>
    <dgm:cxn modelId="{96CEDA44-F2ED-44EA-9982-8EF8B62894B5}" srcId="{F1721E70-070F-4B6A-9B65-05BE03C0EC64}" destId="{EA30E9CA-5D85-4836-B491-83539FFCE320}" srcOrd="1" destOrd="0" parTransId="{361F551C-B726-4D0F-BAB2-93DC8B64E643}" sibTransId="{EF56F3BD-8919-42B6-A96E-EA665184D01C}"/>
    <dgm:cxn modelId="{9B428B46-231D-435B-B1B3-DF9B70B79CD5}" type="presOf" srcId="{A62FF7B6-D2DA-403B-BABD-694AC22832BD}" destId="{F6E87375-0F7C-4697-B9C0-9DE3ADC86D98}" srcOrd="0" destOrd="0" presId="urn:microsoft.com/office/officeart/2005/8/layout/list1"/>
    <dgm:cxn modelId="{F445386E-E28C-4DDE-A28D-7AC75D67495D}" type="presOf" srcId="{3C6691CC-8F7C-4965-BC3B-93FD99F4FE9B}" destId="{790501BF-2B38-42C8-B7AA-14522EF382C1}" srcOrd="0" destOrd="0" presId="urn:microsoft.com/office/officeart/2005/8/layout/list1"/>
    <dgm:cxn modelId="{F0851A7B-A4E1-4E19-8410-8FB796B049E6}" type="presOf" srcId="{F3B4A5EE-38AE-4A0A-94A1-F33CBC1F966B}" destId="{B6BDFB2E-852C-45C2-81B9-D2C97CE78343}" srcOrd="0" destOrd="0" presId="urn:microsoft.com/office/officeart/2005/8/layout/list1"/>
    <dgm:cxn modelId="{997D157C-12BF-43FF-BDE9-64987788CC1D}" type="presOf" srcId="{3C6691CC-8F7C-4965-BC3B-93FD99F4FE9B}" destId="{C425AD88-15E3-4C30-B9D3-525FCD66A8D5}" srcOrd="1" destOrd="0" presId="urn:microsoft.com/office/officeart/2005/8/layout/list1"/>
    <dgm:cxn modelId="{17908A83-F9A1-4969-A2EF-C7537572CAE8}" type="presOf" srcId="{14D2F083-BDB9-4BB1-BAFF-D82CA4DFF0FB}" destId="{4CACF898-6E53-4F30-ABC3-B95F1C005F72}" srcOrd="0" destOrd="0" presId="urn:microsoft.com/office/officeart/2005/8/layout/list1"/>
    <dgm:cxn modelId="{E55C988B-06AC-4D8A-9548-3071061CB58B}" srcId="{F3B4A5EE-38AE-4A0A-94A1-F33CBC1F966B}" destId="{4809CAC7-DF5D-449F-9EF3-19ED06D21729}" srcOrd="1" destOrd="0" parTransId="{BEDBCF83-0405-43B4-A4EF-55E0ED7A8D57}" sibTransId="{B0E39F35-746C-4EA9-8ADB-A087DAAC700A}"/>
    <dgm:cxn modelId="{F5957593-0694-4FE5-B361-391AE14E7F27}" type="presOf" srcId="{EA30E9CA-5D85-4836-B491-83539FFCE320}" destId="{BBC67480-6F03-4C6C-AC3F-E5AD22FA6D54}" srcOrd="0" destOrd="0" presId="urn:microsoft.com/office/officeart/2005/8/layout/list1"/>
    <dgm:cxn modelId="{45DC369B-EE76-4ADE-80CC-419ACB08BF7E}" type="presOf" srcId="{07831FAD-7A09-4227-9BFA-B15723631927}" destId="{E83D4DCE-9C77-4ED6-B1A1-B7EEE6BFB6FD}" srcOrd="0" destOrd="0" presId="urn:microsoft.com/office/officeart/2005/8/layout/list1"/>
    <dgm:cxn modelId="{4875FFA4-724E-4D8D-A7F1-406614E14F12}" srcId="{EA30E9CA-5D85-4836-B491-83539FFCE320}" destId="{6BBBE990-6282-47ED-A318-E71C0D659ABA}" srcOrd="0" destOrd="0" parTransId="{D10E8EC5-86B5-49D7-84D6-DC28676CF2AD}" sibTransId="{33B2C064-15A9-4CB4-89DF-135119CFD524}"/>
    <dgm:cxn modelId="{FB6F7AD9-6848-428C-9A53-F1C5ACFA31DA}" type="presOf" srcId="{F3B4A5EE-38AE-4A0A-94A1-F33CBC1F966B}" destId="{DB331E0D-350D-4C3D-B4B1-C0510EDA1349}" srcOrd="1" destOrd="0" presId="urn:microsoft.com/office/officeart/2005/8/layout/list1"/>
    <dgm:cxn modelId="{EEAB7ADC-0CA6-4034-B81A-0CEA972E981E}" srcId="{F3B4A5EE-38AE-4A0A-94A1-F33CBC1F966B}" destId="{FAD31784-C256-4176-B67A-63D3629DD356}" srcOrd="0" destOrd="0" parTransId="{EE1B264B-DDED-473C-8D8E-FF2B9D81584C}" sibTransId="{AABAD13F-38F2-4AD3-A1DF-E504D08D3DB4}"/>
    <dgm:cxn modelId="{89D9E6E4-B345-4FB2-A122-6C355DB8D595}" type="presOf" srcId="{A62FF7B6-D2DA-403B-BABD-694AC22832BD}" destId="{2965BB6F-964A-45DC-9DC5-50EDD3495D46}" srcOrd="1" destOrd="0" presId="urn:microsoft.com/office/officeart/2005/8/layout/list1"/>
    <dgm:cxn modelId="{48238EF7-98BD-460F-AC9C-DF25EA1205D3}" srcId="{3C6691CC-8F7C-4965-BC3B-93FD99F4FE9B}" destId="{14D2F083-BDB9-4BB1-BAFF-D82CA4DFF0FB}" srcOrd="0" destOrd="0" parTransId="{7F79AEAF-ADA5-42F8-90E3-5C919EAB304D}" sibTransId="{853639CB-009C-452F-9A9A-CBB7B43A7E44}"/>
    <dgm:cxn modelId="{B6A395F8-CD23-4CAA-A2F0-BE90A6959A06}" type="presOf" srcId="{F1721E70-070F-4B6A-9B65-05BE03C0EC64}" destId="{AC3F5FBD-D21C-4794-A4DC-617609DC1ACD}" srcOrd="0" destOrd="0" presId="urn:microsoft.com/office/officeart/2005/8/layout/list1"/>
    <dgm:cxn modelId="{B25F0B7A-ADB5-4F89-8593-54CFB748DA76}" type="presParOf" srcId="{AC3F5FBD-D21C-4794-A4DC-617609DC1ACD}" destId="{E202FE0E-46BD-44FC-8744-8C853BE094FD}" srcOrd="0" destOrd="0" presId="urn:microsoft.com/office/officeart/2005/8/layout/list1"/>
    <dgm:cxn modelId="{5279CCEC-5741-4148-8E72-A4A3B1E863BE}" type="presParOf" srcId="{E202FE0E-46BD-44FC-8744-8C853BE094FD}" destId="{B6BDFB2E-852C-45C2-81B9-D2C97CE78343}" srcOrd="0" destOrd="0" presId="urn:microsoft.com/office/officeart/2005/8/layout/list1"/>
    <dgm:cxn modelId="{596F53CA-65C1-472F-B777-E79EC4DA83C5}" type="presParOf" srcId="{E202FE0E-46BD-44FC-8744-8C853BE094FD}" destId="{DB331E0D-350D-4C3D-B4B1-C0510EDA1349}" srcOrd="1" destOrd="0" presId="urn:microsoft.com/office/officeart/2005/8/layout/list1"/>
    <dgm:cxn modelId="{5D5905E6-A3BB-4DE9-8904-F0F7F71B8090}" type="presParOf" srcId="{AC3F5FBD-D21C-4794-A4DC-617609DC1ACD}" destId="{FD0CF09E-101E-459C-A6CB-75C051B7DCC0}" srcOrd="1" destOrd="0" presId="urn:microsoft.com/office/officeart/2005/8/layout/list1"/>
    <dgm:cxn modelId="{CC45833C-9374-439D-9CDB-092DECAAB8C3}" type="presParOf" srcId="{AC3F5FBD-D21C-4794-A4DC-617609DC1ACD}" destId="{6552EF31-DF7E-46FC-B900-6E060501F816}" srcOrd="2" destOrd="0" presId="urn:microsoft.com/office/officeart/2005/8/layout/list1"/>
    <dgm:cxn modelId="{BB56D2DE-808E-4EB8-937D-6A2E958CCC3A}" type="presParOf" srcId="{AC3F5FBD-D21C-4794-A4DC-617609DC1ACD}" destId="{F860DBED-CDB2-4714-93E4-D354A344EE48}" srcOrd="3" destOrd="0" presId="urn:microsoft.com/office/officeart/2005/8/layout/list1"/>
    <dgm:cxn modelId="{6216B2D3-78A0-417B-9837-46862AAC15E0}" type="presParOf" srcId="{AC3F5FBD-D21C-4794-A4DC-617609DC1ACD}" destId="{BE6B3BCA-876B-4EE5-8986-119790514518}" srcOrd="4" destOrd="0" presId="urn:microsoft.com/office/officeart/2005/8/layout/list1"/>
    <dgm:cxn modelId="{88FB1F1C-4796-4C5A-A1B2-F50BD5696F54}" type="presParOf" srcId="{BE6B3BCA-876B-4EE5-8986-119790514518}" destId="{BBC67480-6F03-4C6C-AC3F-E5AD22FA6D54}" srcOrd="0" destOrd="0" presId="urn:microsoft.com/office/officeart/2005/8/layout/list1"/>
    <dgm:cxn modelId="{B85F2213-25E2-4DDE-9675-5E79565568D3}" type="presParOf" srcId="{BE6B3BCA-876B-4EE5-8986-119790514518}" destId="{DA7FA216-1553-4472-BC0E-5E663CFDCBF6}" srcOrd="1" destOrd="0" presId="urn:microsoft.com/office/officeart/2005/8/layout/list1"/>
    <dgm:cxn modelId="{15F2FD71-B953-42A7-908F-9C9F5A4BBFC0}" type="presParOf" srcId="{AC3F5FBD-D21C-4794-A4DC-617609DC1ACD}" destId="{ECE9CE36-BF51-42D0-B554-E15A997E6C73}" srcOrd="5" destOrd="0" presId="urn:microsoft.com/office/officeart/2005/8/layout/list1"/>
    <dgm:cxn modelId="{55F0814C-F5E0-4430-998F-E8C9707225E8}" type="presParOf" srcId="{AC3F5FBD-D21C-4794-A4DC-617609DC1ACD}" destId="{B4C0D978-0B99-4F41-B68C-6C12E1AECDAA}" srcOrd="6" destOrd="0" presId="urn:microsoft.com/office/officeart/2005/8/layout/list1"/>
    <dgm:cxn modelId="{23F3C849-B8E2-40A3-BEAA-796F28F0E7EA}" type="presParOf" srcId="{AC3F5FBD-D21C-4794-A4DC-617609DC1ACD}" destId="{81E6C7EF-7EB5-4F3B-8D78-9DD258AEB3A4}" srcOrd="7" destOrd="0" presId="urn:microsoft.com/office/officeart/2005/8/layout/list1"/>
    <dgm:cxn modelId="{996CF46F-7CD0-49F5-9F2A-57D797197C21}" type="presParOf" srcId="{AC3F5FBD-D21C-4794-A4DC-617609DC1ACD}" destId="{27E46CAE-8954-432A-B9DD-932F2FD669AF}" srcOrd="8" destOrd="0" presId="urn:microsoft.com/office/officeart/2005/8/layout/list1"/>
    <dgm:cxn modelId="{BED71F9B-28A7-49A3-816C-2E50C81DB4E7}" type="presParOf" srcId="{27E46CAE-8954-432A-B9DD-932F2FD669AF}" destId="{790501BF-2B38-42C8-B7AA-14522EF382C1}" srcOrd="0" destOrd="0" presId="urn:microsoft.com/office/officeart/2005/8/layout/list1"/>
    <dgm:cxn modelId="{5EC346D3-00C4-4548-8AA0-0C065CF4E7FD}" type="presParOf" srcId="{27E46CAE-8954-432A-B9DD-932F2FD669AF}" destId="{C425AD88-15E3-4C30-B9D3-525FCD66A8D5}" srcOrd="1" destOrd="0" presId="urn:microsoft.com/office/officeart/2005/8/layout/list1"/>
    <dgm:cxn modelId="{5067B9A6-CC95-4C6D-BB13-08F3060116AE}" type="presParOf" srcId="{AC3F5FBD-D21C-4794-A4DC-617609DC1ACD}" destId="{945A52AB-769C-4087-9F38-2385195C8B3E}" srcOrd="9" destOrd="0" presId="urn:microsoft.com/office/officeart/2005/8/layout/list1"/>
    <dgm:cxn modelId="{866D6E59-0D4C-4C18-AAEC-056F83D13DBB}" type="presParOf" srcId="{AC3F5FBD-D21C-4794-A4DC-617609DC1ACD}" destId="{4CACF898-6E53-4F30-ABC3-B95F1C005F72}" srcOrd="10" destOrd="0" presId="urn:microsoft.com/office/officeart/2005/8/layout/list1"/>
    <dgm:cxn modelId="{B6995811-92F2-4CCE-85ED-21E60232C8AA}" type="presParOf" srcId="{AC3F5FBD-D21C-4794-A4DC-617609DC1ACD}" destId="{DB3A8360-77DF-4681-B955-21A20015DA51}" srcOrd="11" destOrd="0" presId="urn:microsoft.com/office/officeart/2005/8/layout/list1"/>
    <dgm:cxn modelId="{8F157F7F-0B35-4DDA-A114-15B186ED02AC}" type="presParOf" srcId="{AC3F5FBD-D21C-4794-A4DC-617609DC1ACD}" destId="{F3F5FD14-91B5-456C-8109-BA7637E5B063}" srcOrd="12" destOrd="0" presId="urn:microsoft.com/office/officeart/2005/8/layout/list1"/>
    <dgm:cxn modelId="{0DDF05FF-FEF1-4799-9F2E-17F79470E517}" type="presParOf" srcId="{F3F5FD14-91B5-456C-8109-BA7637E5B063}" destId="{F6E87375-0F7C-4697-B9C0-9DE3ADC86D98}" srcOrd="0" destOrd="0" presId="urn:microsoft.com/office/officeart/2005/8/layout/list1"/>
    <dgm:cxn modelId="{46B617AA-4C76-41D0-9A61-9830E1A71F98}" type="presParOf" srcId="{F3F5FD14-91B5-456C-8109-BA7637E5B063}" destId="{2965BB6F-964A-45DC-9DC5-50EDD3495D46}" srcOrd="1" destOrd="0" presId="urn:microsoft.com/office/officeart/2005/8/layout/list1"/>
    <dgm:cxn modelId="{143D7456-FCCD-484E-BCD0-74BD628BD15F}" type="presParOf" srcId="{AC3F5FBD-D21C-4794-A4DC-617609DC1ACD}" destId="{4EFD72B4-B796-42E5-B375-A3F254364B71}" srcOrd="13" destOrd="0" presId="urn:microsoft.com/office/officeart/2005/8/layout/list1"/>
    <dgm:cxn modelId="{86D02461-39B7-4624-B91C-B294EC7AEE4A}" type="presParOf" srcId="{AC3F5FBD-D21C-4794-A4DC-617609DC1ACD}" destId="{E83D4DCE-9C77-4ED6-B1A1-B7EEE6BFB6FD}"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0F7042-4D4F-4B6B-BBF0-6C3DD5C98925}" type="doc">
      <dgm:prSet loTypeId="urn:microsoft.com/office/officeart/2016/7/layout/LinearBlockProcessNumbered" loCatId="process" qsTypeId="urn:microsoft.com/office/officeart/2005/8/quickstyle/simple1" qsCatId="simple" csTypeId="urn:microsoft.com/office/officeart/2005/8/colors/colorful5" csCatId="colorful"/>
      <dgm:spPr/>
      <dgm:t>
        <a:bodyPr/>
        <a:lstStyle/>
        <a:p>
          <a:endParaRPr lang="en-US"/>
        </a:p>
      </dgm:t>
    </dgm:pt>
    <dgm:pt modelId="{ADD03BBB-E8E8-414F-A924-15C2D7EF300C}">
      <dgm:prSet/>
      <dgm:spPr/>
      <dgm:t>
        <a:bodyPr/>
        <a:lstStyle/>
        <a:p>
          <a:r>
            <a:rPr lang="en-US"/>
            <a:t>Modular parsing for each data type (submission, reviewer, parameters, control)</a:t>
          </a:r>
        </a:p>
      </dgm:t>
    </dgm:pt>
    <dgm:pt modelId="{61C7B138-F0F3-426E-826C-B0F0C8D183A1}" type="parTrans" cxnId="{AD04B544-50EA-4B36-B26B-F32EC4A3C582}">
      <dgm:prSet/>
      <dgm:spPr/>
      <dgm:t>
        <a:bodyPr/>
        <a:lstStyle/>
        <a:p>
          <a:endParaRPr lang="en-US"/>
        </a:p>
      </dgm:t>
    </dgm:pt>
    <dgm:pt modelId="{769B5CCE-4DA1-461A-8499-CFE4EA8CB2C2}" type="sibTrans" cxnId="{AD04B544-50EA-4B36-B26B-F32EC4A3C582}">
      <dgm:prSet phldrT="01" phldr="0"/>
      <dgm:spPr/>
      <dgm:t>
        <a:bodyPr/>
        <a:lstStyle/>
        <a:p>
          <a:r>
            <a:rPr lang="en-US"/>
            <a:t>01</a:t>
          </a:r>
        </a:p>
      </dgm:t>
    </dgm:pt>
    <dgm:pt modelId="{6D4721D0-690E-4CE6-81B8-3A0ED6D978CF}">
      <dgm:prSet/>
      <dgm:spPr/>
      <dgm:t>
        <a:bodyPr/>
        <a:lstStyle/>
        <a:p>
          <a:r>
            <a:rPr lang="en-US"/>
            <a:t>Handling invalid entries adequately</a:t>
          </a:r>
        </a:p>
      </dgm:t>
    </dgm:pt>
    <dgm:pt modelId="{09C756E6-BB4B-4A77-BAEB-6CAC057AAEDE}" type="parTrans" cxnId="{287C4614-9F56-4ABE-9029-91D8BD445C1E}">
      <dgm:prSet/>
      <dgm:spPr/>
      <dgm:t>
        <a:bodyPr/>
        <a:lstStyle/>
        <a:p>
          <a:endParaRPr lang="en-US"/>
        </a:p>
      </dgm:t>
    </dgm:pt>
    <dgm:pt modelId="{4DAA2598-48F2-4BFD-BA51-3F13A7EEF656}" type="sibTrans" cxnId="{287C4614-9F56-4ABE-9029-91D8BD445C1E}">
      <dgm:prSet phldrT="02" phldr="0"/>
      <dgm:spPr/>
      <dgm:t>
        <a:bodyPr/>
        <a:lstStyle/>
        <a:p>
          <a:r>
            <a:rPr lang="en-US"/>
            <a:t>02</a:t>
          </a:r>
        </a:p>
      </dgm:t>
    </dgm:pt>
    <dgm:pt modelId="{0643326E-3B7D-408F-99DC-4ED924BED775}">
      <dgm:prSet/>
      <dgm:spPr/>
      <dgm:t>
        <a:bodyPr/>
        <a:lstStyle/>
        <a:p>
          <a:r>
            <a:rPr lang="en-US"/>
            <a:t>Preparing all data for subsequent algorithms (Maximal Bipartite Matching, etc...) and menu-based interfaces</a:t>
          </a:r>
        </a:p>
      </dgm:t>
    </dgm:pt>
    <dgm:pt modelId="{97D2349B-2F22-4829-83E7-F6F1EA6BA151}" type="parTrans" cxnId="{15858F3A-3A60-4D8C-87E9-135C5E066CEA}">
      <dgm:prSet/>
      <dgm:spPr/>
      <dgm:t>
        <a:bodyPr/>
        <a:lstStyle/>
        <a:p>
          <a:endParaRPr lang="en-US"/>
        </a:p>
      </dgm:t>
    </dgm:pt>
    <dgm:pt modelId="{5CCCACB6-EF69-4556-A885-638173C6F5F9}" type="sibTrans" cxnId="{15858F3A-3A60-4D8C-87E9-135C5E066CEA}">
      <dgm:prSet phldrT="03" phldr="0"/>
      <dgm:spPr/>
      <dgm:t>
        <a:bodyPr/>
        <a:lstStyle/>
        <a:p>
          <a:r>
            <a:rPr lang="en-US"/>
            <a:t>03</a:t>
          </a:r>
        </a:p>
      </dgm:t>
    </dgm:pt>
    <dgm:pt modelId="{9D7E7DD4-D02B-4C32-953C-F7204CF5F831}" type="pres">
      <dgm:prSet presAssocID="{D50F7042-4D4F-4B6B-BBF0-6C3DD5C98925}" presName="Name0" presStyleCnt="0">
        <dgm:presLayoutVars>
          <dgm:animLvl val="lvl"/>
          <dgm:resizeHandles val="exact"/>
        </dgm:presLayoutVars>
      </dgm:prSet>
      <dgm:spPr/>
    </dgm:pt>
    <dgm:pt modelId="{CBABD8DB-1596-483E-A6AD-EA3E4791B58C}" type="pres">
      <dgm:prSet presAssocID="{ADD03BBB-E8E8-414F-A924-15C2D7EF300C}" presName="compositeNode" presStyleCnt="0">
        <dgm:presLayoutVars>
          <dgm:bulletEnabled val="1"/>
        </dgm:presLayoutVars>
      </dgm:prSet>
      <dgm:spPr/>
    </dgm:pt>
    <dgm:pt modelId="{A494B284-6CF7-48FC-8ABC-0FA2A4176F85}" type="pres">
      <dgm:prSet presAssocID="{ADD03BBB-E8E8-414F-A924-15C2D7EF300C}" presName="bgRect" presStyleLbl="alignNode1" presStyleIdx="0" presStyleCnt="3"/>
      <dgm:spPr/>
    </dgm:pt>
    <dgm:pt modelId="{47E09BA3-0D0D-47A6-B12C-B89D8F16D0B4}" type="pres">
      <dgm:prSet presAssocID="{769B5CCE-4DA1-461A-8499-CFE4EA8CB2C2}" presName="sibTransNodeRect" presStyleLbl="alignNode1" presStyleIdx="0" presStyleCnt="3">
        <dgm:presLayoutVars>
          <dgm:chMax val="0"/>
          <dgm:bulletEnabled val="1"/>
        </dgm:presLayoutVars>
      </dgm:prSet>
      <dgm:spPr/>
    </dgm:pt>
    <dgm:pt modelId="{84B5887F-BD12-4539-B624-DF080D6CC0BB}" type="pres">
      <dgm:prSet presAssocID="{ADD03BBB-E8E8-414F-A924-15C2D7EF300C}" presName="nodeRect" presStyleLbl="alignNode1" presStyleIdx="0" presStyleCnt="3">
        <dgm:presLayoutVars>
          <dgm:bulletEnabled val="1"/>
        </dgm:presLayoutVars>
      </dgm:prSet>
      <dgm:spPr/>
    </dgm:pt>
    <dgm:pt modelId="{F738FAB6-F396-4AC7-847C-3B56867E213F}" type="pres">
      <dgm:prSet presAssocID="{769B5CCE-4DA1-461A-8499-CFE4EA8CB2C2}" presName="sibTrans" presStyleCnt="0"/>
      <dgm:spPr/>
    </dgm:pt>
    <dgm:pt modelId="{60415BA3-722C-4BE8-AD6E-A98FA5C2057E}" type="pres">
      <dgm:prSet presAssocID="{6D4721D0-690E-4CE6-81B8-3A0ED6D978CF}" presName="compositeNode" presStyleCnt="0">
        <dgm:presLayoutVars>
          <dgm:bulletEnabled val="1"/>
        </dgm:presLayoutVars>
      </dgm:prSet>
      <dgm:spPr/>
    </dgm:pt>
    <dgm:pt modelId="{AD624EAB-B2E4-4048-8265-CBDDD19BF8C2}" type="pres">
      <dgm:prSet presAssocID="{6D4721D0-690E-4CE6-81B8-3A0ED6D978CF}" presName="bgRect" presStyleLbl="alignNode1" presStyleIdx="1" presStyleCnt="3"/>
      <dgm:spPr/>
    </dgm:pt>
    <dgm:pt modelId="{D9FE99DA-E7EF-4EBD-A0EA-9317C775001B}" type="pres">
      <dgm:prSet presAssocID="{4DAA2598-48F2-4BFD-BA51-3F13A7EEF656}" presName="sibTransNodeRect" presStyleLbl="alignNode1" presStyleIdx="1" presStyleCnt="3">
        <dgm:presLayoutVars>
          <dgm:chMax val="0"/>
          <dgm:bulletEnabled val="1"/>
        </dgm:presLayoutVars>
      </dgm:prSet>
      <dgm:spPr/>
    </dgm:pt>
    <dgm:pt modelId="{50DC674B-D3CD-42D1-AF24-4D4904F2EFD9}" type="pres">
      <dgm:prSet presAssocID="{6D4721D0-690E-4CE6-81B8-3A0ED6D978CF}" presName="nodeRect" presStyleLbl="alignNode1" presStyleIdx="1" presStyleCnt="3">
        <dgm:presLayoutVars>
          <dgm:bulletEnabled val="1"/>
        </dgm:presLayoutVars>
      </dgm:prSet>
      <dgm:spPr/>
    </dgm:pt>
    <dgm:pt modelId="{2171514E-579F-41B6-88CB-7B6235EB9EBB}" type="pres">
      <dgm:prSet presAssocID="{4DAA2598-48F2-4BFD-BA51-3F13A7EEF656}" presName="sibTrans" presStyleCnt="0"/>
      <dgm:spPr/>
    </dgm:pt>
    <dgm:pt modelId="{EF0B67C1-F1CA-4932-89E5-8F1FD9884A62}" type="pres">
      <dgm:prSet presAssocID="{0643326E-3B7D-408F-99DC-4ED924BED775}" presName="compositeNode" presStyleCnt="0">
        <dgm:presLayoutVars>
          <dgm:bulletEnabled val="1"/>
        </dgm:presLayoutVars>
      </dgm:prSet>
      <dgm:spPr/>
    </dgm:pt>
    <dgm:pt modelId="{776B8777-D7EB-44E4-B935-3458A32FFDE2}" type="pres">
      <dgm:prSet presAssocID="{0643326E-3B7D-408F-99DC-4ED924BED775}" presName="bgRect" presStyleLbl="alignNode1" presStyleIdx="2" presStyleCnt="3"/>
      <dgm:spPr/>
    </dgm:pt>
    <dgm:pt modelId="{4318129B-6908-4721-B706-F640DE7DD3DB}" type="pres">
      <dgm:prSet presAssocID="{5CCCACB6-EF69-4556-A885-638173C6F5F9}" presName="sibTransNodeRect" presStyleLbl="alignNode1" presStyleIdx="2" presStyleCnt="3">
        <dgm:presLayoutVars>
          <dgm:chMax val="0"/>
          <dgm:bulletEnabled val="1"/>
        </dgm:presLayoutVars>
      </dgm:prSet>
      <dgm:spPr/>
    </dgm:pt>
    <dgm:pt modelId="{CB1B4A8F-8D35-46C6-9974-44E7CA4A8B32}" type="pres">
      <dgm:prSet presAssocID="{0643326E-3B7D-408F-99DC-4ED924BED775}" presName="nodeRect" presStyleLbl="alignNode1" presStyleIdx="2" presStyleCnt="3">
        <dgm:presLayoutVars>
          <dgm:bulletEnabled val="1"/>
        </dgm:presLayoutVars>
      </dgm:prSet>
      <dgm:spPr/>
    </dgm:pt>
  </dgm:ptLst>
  <dgm:cxnLst>
    <dgm:cxn modelId="{287C4614-9F56-4ABE-9029-91D8BD445C1E}" srcId="{D50F7042-4D4F-4B6B-BBF0-6C3DD5C98925}" destId="{6D4721D0-690E-4CE6-81B8-3A0ED6D978CF}" srcOrd="1" destOrd="0" parTransId="{09C756E6-BB4B-4A77-BAEB-6CAC057AAEDE}" sibTransId="{4DAA2598-48F2-4BFD-BA51-3F13A7EEF656}"/>
    <dgm:cxn modelId="{63EA4723-82C1-459C-9C9E-507E067D9412}" type="presOf" srcId="{4DAA2598-48F2-4BFD-BA51-3F13A7EEF656}" destId="{D9FE99DA-E7EF-4EBD-A0EA-9317C775001B}" srcOrd="0" destOrd="0" presId="urn:microsoft.com/office/officeart/2016/7/layout/LinearBlockProcessNumbered"/>
    <dgm:cxn modelId="{99152924-B656-4B2C-856C-BBDADEC3F66B}" type="presOf" srcId="{769B5CCE-4DA1-461A-8499-CFE4EA8CB2C2}" destId="{47E09BA3-0D0D-47A6-B12C-B89D8F16D0B4}" srcOrd="0" destOrd="0" presId="urn:microsoft.com/office/officeart/2016/7/layout/LinearBlockProcessNumbered"/>
    <dgm:cxn modelId="{18162E2F-11B6-45A9-B178-176B27CFE5EE}" type="presOf" srcId="{ADD03BBB-E8E8-414F-A924-15C2D7EF300C}" destId="{84B5887F-BD12-4539-B624-DF080D6CC0BB}" srcOrd="1" destOrd="0" presId="urn:microsoft.com/office/officeart/2016/7/layout/LinearBlockProcessNumbered"/>
    <dgm:cxn modelId="{15858F3A-3A60-4D8C-87E9-135C5E066CEA}" srcId="{D50F7042-4D4F-4B6B-BBF0-6C3DD5C98925}" destId="{0643326E-3B7D-408F-99DC-4ED924BED775}" srcOrd="2" destOrd="0" parTransId="{97D2349B-2F22-4829-83E7-F6F1EA6BA151}" sibTransId="{5CCCACB6-EF69-4556-A885-638173C6F5F9}"/>
    <dgm:cxn modelId="{AD04B544-50EA-4B36-B26B-F32EC4A3C582}" srcId="{D50F7042-4D4F-4B6B-BBF0-6C3DD5C98925}" destId="{ADD03BBB-E8E8-414F-A924-15C2D7EF300C}" srcOrd="0" destOrd="0" parTransId="{61C7B138-F0F3-426E-826C-B0F0C8D183A1}" sibTransId="{769B5CCE-4DA1-461A-8499-CFE4EA8CB2C2}"/>
    <dgm:cxn modelId="{5BFC6F70-AC73-41AE-ADFA-B5ADBFC8B9C1}" type="presOf" srcId="{0643326E-3B7D-408F-99DC-4ED924BED775}" destId="{776B8777-D7EB-44E4-B935-3458A32FFDE2}" srcOrd="0" destOrd="0" presId="urn:microsoft.com/office/officeart/2016/7/layout/LinearBlockProcessNumbered"/>
    <dgm:cxn modelId="{F37BDE7B-83B4-4B11-9324-117EBE7B6D76}" type="presOf" srcId="{6D4721D0-690E-4CE6-81B8-3A0ED6D978CF}" destId="{50DC674B-D3CD-42D1-AF24-4D4904F2EFD9}" srcOrd="1" destOrd="0" presId="urn:microsoft.com/office/officeart/2016/7/layout/LinearBlockProcessNumbered"/>
    <dgm:cxn modelId="{47EBE8B2-834D-4EFE-AEA4-43434344C6C8}" type="presOf" srcId="{ADD03BBB-E8E8-414F-A924-15C2D7EF300C}" destId="{A494B284-6CF7-48FC-8ABC-0FA2A4176F85}" srcOrd="0" destOrd="0" presId="urn:microsoft.com/office/officeart/2016/7/layout/LinearBlockProcessNumbered"/>
    <dgm:cxn modelId="{2C2A91BE-E35F-4EB5-8E73-348967777A80}" type="presOf" srcId="{5CCCACB6-EF69-4556-A885-638173C6F5F9}" destId="{4318129B-6908-4721-B706-F640DE7DD3DB}" srcOrd="0" destOrd="0" presId="urn:microsoft.com/office/officeart/2016/7/layout/LinearBlockProcessNumbered"/>
    <dgm:cxn modelId="{93D4E5CE-6881-499D-BE77-A91B3F56E087}" type="presOf" srcId="{6D4721D0-690E-4CE6-81B8-3A0ED6D978CF}" destId="{AD624EAB-B2E4-4048-8265-CBDDD19BF8C2}" srcOrd="0" destOrd="0" presId="urn:microsoft.com/office/officeart/2016/7/layout/LinearBlockProcessNumbered"/>
    <dgm:cxn modelId="{C3CF7BE6-D98D-4304-BB7C-EFA925CB3150}" type="presOf" srcId="{0643326E-3B7D-408F-99DC-4ED924BED775}" destId="{CB1B4A8F-8D35-46C6-9974-44E7CA4A8B32}" srcOrd="1" destOrd="0" presId="urn:microsoft.com/office/officeart/2016/7/layout/LinearBlockProcessNumbered"/>
    <dgm:cxn modelId="{9FF9B0F5-2313-473D-9828-D3AE935164EB}" type="presOf" srcId="{D50F7042-4D4F-4B6B-BBF0-6C3DD5C98925}" destId="{9D7E7DD4-D02B-4C32-953C-F7204CF5F831}" srcOrd="0" destOrd="0" presId="urn:microsoft.com/office/officeart/2016/7/layout/LinearBlockProcessNumbered"/>
    <dgm:cxn modelId="{26E7DFD2-EDB7-457C-897A-4F6BA9C23E5D}" type="presParOf" srcId="{9D7E7DD4-D02B-4C32-953C-F7204CF5F831}" destId="{CBABD8DB-1596-483E-A6AD-EA3E4791B58C}" srcOrd="0" destOrd="0" presId="urn:microsoft.com/office/officeart/2016/7/layout/LinearBlockProcessNumbered"/>
    <dgm:cxn modelId="{F5677A55-7413-4678-9887-3B6EF86779ED}" type="presParOf" srcId="{CBABD8DB-1596-483E-A6AD-EA3E4791B58C}" destId="{A494B284-6CF7-48FC-8ABC-0FA2A4176F85}" srcOrd="0" destOrd="0" presId="urn:microsoft.com/office/officeart/2016/7/layout/LinearBlockProcessNumbered"/>
    <dgm:cxn modelId="{76C12DA2-E5E2-4171-A4EE-5873D732EEC5}" type="presParOf" srcId="{CBABD8DB-1596-483E-A6AD-EA3E4791B58C}" destId="{47E09BA3-0D0D-47A6-B12C-B89D8F16D0B4}" srcOrd="1" destOrd="0" presId="urn:microsoft.com/office/officeart/2016/7/layout/LinearBlockProcessNumbered"/>
    <dgm:cxn modelId="{B8A35E10-161E-4CC9-A10B-1C5E1FED1AA2}" type="presParOf" srcId="{CBABD8DB-1596-483E-A6AD-EA3E4791B58C}" destId="{84B5887F-BD12-4539-B624-DF080D6CC0BB}" srcOrd="2" destOrd="0" presId="urn:microsoft.com/office/officeart/2016/7/layout/LinearBlockProcessNumbered"/>
    <dgm:cxn modelId="{51553531-D979-45DC-A350-C66D4B5BB4C2}" type="presParOf" srcId="{9D7E7DD4-D02B-4C32-953C-F7204CF5F831}" destId="{F738FAB6-F396-4AC7-847C-3B56867E213F}" srcOrd="1" destOrd="0" presId="urn:microsoft.com/office/officeart/2016/7/layout/LinearBlockProcessNumbered"/>
    <dgm:cxn modelId="{F549CA6D-247D-4938-881C-E4325173A55D}" type="presParOf" srcId="{9D7E7DD4-D02B-4C32-953C-F7204CF5F831}" destId="{60415BA3-722C-4BE8-AD6E-A98FA5C2057E}" srcOrd="2" destOrd="0" presId="urn:microsoft.com/office/officeart/2016/7/layout/LinearBlockProcessNumbered"/>
    <dgm:cxn modelId="{4FE5139A-BE63-4975-9EB5-0C029A7DD871}" type="presParOf" srcId="{60415BA3-722C-4BE8-AD6E-A98FA5C2057E}" destId="{AD624EAB-B2E4-4048-8265-CBDDD19BF8C2}" srcOrd="0" destOrd="0" presId="urn:microsoft.com/office/officeart/2016/7/layout/LinearBlockProcessNumbered"/>
    <dgm:cxn modelId="{BBA5500E-94C1-41AB-9E72-CAA3EC3D763E}" type="presParOf" srcId="{60415BA3-722C-4BE8-AD6E-A98FA5C2057E}" destId="{D9FE99DA-E7EF-4EBD-A0EA-9317C775001B}" srcOrd="1" destOrd="0" presId="urn:microsoft.com/office/officeart/2016/7/layout/LinearBlockProcessNumbered"/>
    <dgm:cxn modelId="{3CE39EB1-944F-4994-9927-6585A5242EA5}" type="presParOf" srcId="{60415BA3-722C-4BE8-AD6E-A98FA5C2057E}" destId="{50DC674B-D3CD-42D1-AF24-4D4904F2EFD9}" srcOrd="2" destOrd="0" presId="urn:microsoft.com/office/officeart/2016/7/layout/LinearBlockProcessNumbered"/>
    <dgm:cxn modelId="{991E6A83-1878-441F-9C49-49F20F9B5412}" type="presParOf" srcId="{9D7E7DD4-D02B-4C32-953C-F7204CF5F831}" destId="{2171514E-579F-41B6-88CB-7B6235EB9EBB}" srcOrd="3" destOrd="0" presId="urn:microsoft.com/office/officeart/2016/7/layout/LinearBlockProcessNumbered"/>
    <dgm:cxn modelId="{0A6F0729-C9AC-4475-B364-43CF403B9894}" type="presParOf" srcId="{9D7E7DD4-D02B-4C32-953C-F7204CF5F831}" destId="{EF0B67C1-F1CA-4932-89E5-8F1FD9884A62}" srcOrd="4" destOrd="0" presId="urn:microsoft.com/office/officeart/2016/7/layout/LinearBlockProcessNumbered"/>
    <dgm:cxn modelId="{EFCD0D06-B750-40FD-AB66-F5BD7895E06E}" type="presParOf" srcId="{EF0B67C1-F1CA-4932-89E5-8F1FD9884A62}" destId="{776B8777-D7EB-44E4-B935-3458A32FFDE2}" srcOrd="0" destOrd="0" presId="urn:microsoft.com/office/officeart/2016/7/layout/LinearBlockProcessNumbered"/>
    <dgm:cxn modelId="{9A04DD4A-B26D-4BE6-A4D6-51E6902B3EFA}" type="presParOf" srcId="{EF0B67C1-F1CA-4932-89E5-8F1FD9884A62}" destId="{4318129B-6908-4721-B706-F640DE7DD3DB}" srcOrd="1" destOrd="0" presId="urn:microsoft.com/office/officeart/2016/7/layout/LinearBlockProcessNumbered"/>
    <dgm:cxn modelId="{D034ADD0-73D4-4292-8CCD-FFFDE1116FEA}" type="presParOf" srcId="{EF0B67C1-F1CA-4932-89E5-8F1FD9884A62}" destId="{CB1B4A8F-8D35-46C6-9974-44E7CA4A8B32}"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20835D-0139-4970-BC21-C82756A61298}" type="doc">
      <dgm:prSet loTypeId="urn:microsoft.com/office/officeart/2005/8/layout/equation1" loCatId="process" qsTypeId="urn:microsoft.com/office/officeart/2005/8/quickstyle/simple1" qsCatId="simple" csTypeId="urn:microsoft.com/office/officeart/2005/8/colors/colorful4" csCatId="colorful" phldr="1"/>
      <dgm:spPr/>
      <dgm:t>
        <a:bodyPr/>
        <a:lstStyle/>
        <a:p>
          <a:endParaRPr lang="pt-PT"/>
        </a:p>
      </dgm:t>
    </dgm:pt>
    <dgm:pt modelId="{13A85086-7433-4C4F-864A-11DDA371077F}">
      <dgm:prSet/>
      <dgm:spPr/>
      <dgm:t>
        <a:bodyPr/>
        <a:lstStyle/>
        <a:p>
          <a:r>
            <a:rPr lang="en-US" dirty="0"/>
            <a:t>Some irregularities in the dataset file (e.g. An '#' between Submissions and Reviewers)</a:t>
          </a:r>
          <a:endParaRPr lang="pt-PT" dirty="0"/>
        </a:p>
      </dgm:t>
    </dgm:pt>
    <dgm:pt modelId="{58020F09-565D-4356-97A8-9A3BD97691BA}" type="parTrans" cxnId="{D3B3E163-70A7-44B3-9054-EB9C4B63F501}">
      <dgm:prSet/>
      <dgm:spPr/>
      <dgm:t>
        <a:bodyPr/>
        <a:lstStyle/>
        <a:p>
          <a:endParaRPr lang="pt-PT"/>
        </a:p>
      </dgm:t>
    </dgm:pt>
    <dgm:pt modelId="{5F942999-35F4-4FD7-AD62-A3F4957B050A}" type="sibTrans" cxnId="{D3B3E163-70A7-44B3-9054-EB9C4B63F501}">
      <dgm:prSet/>
      <dgm:spPr/>
      <dgm:t>
        <a:bodyPr/>
        <a:lstStyle/>
        <a:p>
          <a:endParaRPr lang="pt-PT"/>
        </a:p>
      </dgm:t>
    </dgm:pt>
    <dgm:pt modelId="{287FDA7A-BF72-4F1A-88B1-D6E1584A91E2}">
      <dgm:prSet/>
      <dgm:spPr/>
      <dgm:t>
        <a:bodyPr/>
        <a:lstStyle/>
        <a:p>
          <a:r>
            <a:rPr lang="en-US" dirty="0"/>
            <a:t>Some doubts about the .csv structure (e.g. Can the topics have a different order)</a:t>
          </a:r>
          <a:endParaRPr lang="pt-PT" dirty="0"/>
        </a:p>
      </dgm:t>
    </dgm:pt>
    <dgm:pt modelId="{F4E01EF1-F367-4112-8C80-88EDD325F321}" type="parTrans" cxnId="{DE22ABF9-C314-449F-8B72-9617112493F6}">
      <dgm:prSet/>
      <dgm:spPr/>
      <dgm:t>
        <a:bodyPr/>
        <a:lstStyle/>
        <a:p>
          <a:endParaRPr lang="pt-PT"/>
        </a:p>
      </dgm:t>
    </dgm:pt>
    <dgm:pt modelId="{AC00739B-466A-4106-A0DD-311E7728594D}" type="sibTrans" cxnId="{DE22ABF9-C314-449F-8B72-9617112493F6}">
      <dgm:prSet/>
      <dgm:spPr/>
      <dgm:t>
        <a:bodyPr/>
        <a:lstStyle/>
        <a:p>
          <a:endParaRPr lang="pt-PT"/>
        </a:p>
      </dgm:t>
    </dgm:pt>
    <dgm:pt modelId="{EBBE3820-55D3-4C00-97DB-0276FE69F268}">
      <dgm:prSet/>
      <dgm:spPr/>
      <dgm:t>
        <a:bodyPr/>
        <a:lstStyle/>
        <a:p>
          <a:r>
            <a:rPr lang="en-US" dirty="0"/>
            <a:t>Create the most generic parser to avoid problems in the future.</a:t>
          </a:r>
          <a:endParaRPr lang="pt-PT" dirty="0"/>
        </a:p>
      </dgm:t>
    </dgm:pt>
    <dgm:pt modelId="{B02355BB-116B-47E5-BB8F-F6AAD29E4DE3}" type="parTrans" cxnId="{4C3A2EC4-5F49-4ACD-BAED-F32653FC40D9}">
      <dgm:prSet/>
      <dgm:spPr/>
      <dgm:t>
        <a:bodyPr/>
        <a:lstStyle/>
        <a:p>
          <a:endParaRPr lang="pt-PT"/>
        </a:p>
      </dgm:t>
    </dgm:pt>
    <dgm:pt modelId="{07DAFBC4-CD1E-4655-8303-C0F6396F6FAD}" type="sibTrans" cxnId="{4C3A2EC4-5F49-4ACD-BAED-F32653FC40D9}">
      <dgm:prSet/>
      <dgm:spPr/>
      <dgm:t>
        <a:bodyPr/>
        <a:lstStyle/>
        <a:p>
          <a:endParaRPr lang="pt-PT"/>
        </a:p>
      </dgm:t>
    </dgm:pt>
    <dgm:pt modelId="{2AE36332-5B95-47D5-A4DB-B464FB37BB64}" type="pres">
      <dgm:prSet presAssocID="{CB20835D-0139-4970-BC21-C82756A61298}" presName="linearFlow" presStyleCnt="0">
        <dgm:presLayoutVars>
          <dgm:dir/>
          <dgm:resizeHandles val="exact"/>
        </dgm:presLayoutVars>
      </dgm:prSet>
      <dgm:spPr/>
    </dgm:pt>
    <dgm:pt modelId="{C17A89DD-BCD2-47C0-8829-2FB0BDFC0858}" type="pres">
      <dgm:prSet presAssocID="{13A85086-7433-4C4F-864A-11DDA371077F}" presName="node" presStyleLbl="node1" presStyleIdx="0" presStyleCnt="3">
        <dgm:presLayoutVars>
          <dgm:bulletEnabled val="1"/>
        </dgm:presLayoutVars>
      </dgm:prSet>
      <dgm:spPr/>
    </dgm:pt>
    <dgm:pt modelId="{188955B3-293F-48CD-BAFF-71A8D3A0CF47}" type="pres">
      <dgm:prSet presAssocID="{5F942999-35F4-4FD7-AD62-A3F4957B050A}" presName="spacerL" presStyleCnt="0"/>
      <dgm:spPr/>
    </dgm:pt>
    <dgm:pt modelId="{1F437DB2-F271-40A0-B72C-84D52BF4418A}" type="pres">
      <dgm:prSet presAssocID="{5F942999-35F4-4FD7-AD62-A3F4957B050A}" presName="sibTrans" presStyleLbl="sibTrans2D1" presStyleIdx="0" presStyleCnt="2"/>
      <dgm:spPr/>
    </dgm:pt>
    <dgm:pt modelId="{70C672F6-A59E-463D-AACA-483FAA402A77}" type="pres">
      <dgm:prSet presAssocID="{5F942999-35F4-4FD7-AD62-A3F4957B050A}" presName="spacerR" presStyleCnt="0"/>
      <dgm:spPr/>
    </dgm:pt>
    <dgm:pt modelId="{83136153-8FB4-4E93-9A0F-DE4759C6C9B1}" type="pres">
      <dgm:prSet presAssocID="{287FDA7A-BF72-4F1A-88B1-D6E1584A91E2}" presName="node" presStyleLbl="node1" presStyleIdx="1" presStyleCnt="3">
        <dgm:presLayoutVars>
          <dgm:bulletEnabled val="1"/>
        </dgm:presLayoutVars>
      </dgm:prSet>
      <dgm:spPr/>
    </dgm:pt>
    <dgm:pt modelId="{A07F6D86-5F0E-4B26-B961-8174E927ACE0}" type="pres">
      <dgm:prSet presAssocID="{AC00739B-466A-4106-A0DD-311E7728594D}" presName="spacerL" presStyleCnt="0"/>
      <dgm:spPr/>
    </dgm:pt>
    <dgm:pt modelId="{135F626D-922D-412A-9940-283F14EEB0AB}" type="pres">
      <dgm:prSet presAssocID="{AC00739B-466A-4106-A0DD-311E7728594D}" presName="sibTrans" presStyleLbl="sibTrans2D1" presStyleIdx="1" presStyleCnt="2"/>
      <dgm:spPr/>
    </dgm:pt>
    <dgm:pt modelId="{098BC029-D19C-4A7B-9BED-258988367E30}" type="pres">
      <dgm:prSet presAssocID="{AC00739B-466A-4106-A0DD-311E7728594D}" presName="spacerR" presStyleCnt="0"/>
      <dgm:spPr/>
    </dgm:pt>
    <dgm:pt modelId="{F44952B4-2AD7-4152-8FE2-0B912811AFBA}" type="pres">
      <dgm:prSet presAssocID="{EBBE3820-55D3-4C00-97DB-0276FE69F268}" presName="node" presStyleLbl="node1" presStyleIdx="2" presStyleCnt="3">
        <dgm:presLayoutVars>
          <dgm:bulletEnabled val="1"/>
        </dgm:presLayoutVars>
      </dgm:prSet>
      <dgm:spPr/>
    </dgm:pt>
  </dgm:ptLst>
  <dgm:cxnLst>
    <dgm:cxn modelId="{502E0640-B025-40C4-9146-14FB5DA1DF3D}" type="presOf" srcId="{13A85086-7433-4C4F-864A-11DDA371077F}" destId="{C17A89DD-BCD2-47C0-8829-2FB0BDFC0858}" srcOrd="0" destOrd="0" presId="urn:microsoft.com/office/officeart/2005/8/layout/equation1"/>
    <dgm:cxn modelId="{D3B3E163-70A7-44B3-9054-EB9C4B63F501}" srcId="{CB20835D-0139-4970-BC21-C82756A61298}" destId="{13A85086-7433-4C4F-864A-11DDA371077F}" srcOrd="0" destOrd="0" parTransId="{58020F09-565D-4356-97A8-9A3BD97691BA}" sibTransId="{5F942999-35F4-4FD7-AD62-A3F4957B050A}"/>
    <dgm:cxn modelId="{8048E465-24D9-4778-95A6-0FD03398A10C}" type="presOf" srcId="{CB20835D-0139-4970-BC21-C82756A61298}" destId="{2AE36332-5B95-47D5-A4DB-B464FB37BB64}" srcOrd="0" destOrd="0" presId="urn:microsoft.com/office/officeart/2005/8/layout/equation1"/>
    <dgm:cxn modelId="{A870A08A-393D-472D-88AF-0B8B122FC031}" type="presOf" srcId="{EBBE3820-55D3-4C00-97DB-0276FE69F268}" destId="{F44952B4-2AD7-4152-8FE2-0B912811AFBA}" srcOrd="0" destOrd="0" presId="urn:microsoft.com/office/officeart/2005/8/layout/equation1"/>
    <dgm:cxn modelId="{4C3A2EC4-5F49-4ACD-BAED-F32653FC40D9}" srcId="{CB20835D-0139-4970-BC21-C82756A61298}" destId="{EBBE3820-55D3-4C00-97DB-0276FE69F268}" srcOrd="2" destOrd="0" parTransId="{B02355BB-116B-47E5-BB8F-F6AAD29E4DE3}" sibTransId="{07DAFBC4-CD1E-4655-8303-C0F6396F6FAD}"/>
    <dgm:cxn modelId="{B46E8BE6-476F-402F-B39C-A8BF67DBE06B}" type="presOf" srcId="{5F942999-35F4-4FD7-AD62-A3F4957B050A}" destId="{1F437DB2-F271-40A0-B72C-84D52BF4418A}" srcOrd="0" destOrd="0" presId="urn:microsoft.com/office/officeart/2005/8/layout/equation1"/>
    <dgm:cxn modelId="{269658E7-9EE3-4150-9BC6-22C5A7430A95}" type="presOf" srcId="{AC00739B-466A-4106-A0DD-311E7728594D}" destId="{135F626D-922D-412A-9940-283F14EEB0AB}" srcOrd="0" destOrd="0" presId="urn:microsoft.com/office/officeart/2005/8/layout/equation1"/>
    <dgm:cxn modelId="{DE22ABF9-C314-449F-8B72-9617112493F6}" srcId="{CB20835D-0139-4970-BC21-C82756A61298}" destId="{287FDA7A-BF72-4F1A-88B1-D6E1584A91E2}" srcOrd="1" destOrd="0" parTransId="{F4E01EF1-F367-4112-8C80-88EDD325F321}" sibTransId="{AC00739B-466A-4106-A0DD-311E7728594D}"/>
    <dgm:cxn modelId="{979665FF-44A9-46DC-B85A-93FD859138B0}" type="presOf" srcId="{287FDA7A-BF72-4F1A-88B1-D6E1584A91E2}" destId="{83136153-8FB4-4E93-9A0F-DE4759C6C9B1}" srcOrd="0" destOrd="0" presId="urn:microsoft.com/office/officeart/2005/8/layout/equation1"/>
    <dgm:cxn modelId="{092E5969-0AAE-4910-9359-AF87C6EE7490}" type="presParOf" srcId="{2AE36332-5B95-47D5-A4DB-B464FB37BB64}" destId="{C17A89DD-BCD2-47C0-8829-2FB0BDFC0858}" srcOrd="0" destOrd="0" presId="urn:microsoft.com/office/officeart/2005/8/layout/equation1"/>
    <dgm:cxn modelId="{AB09D5E7-DDF6-4DA7-B091-6E39A9525FAF}" type="presParOf" srcId="{2AE36332-5B95-47D5-A4DB-B464FB37BB64}" destId="{188955B3-293F-48CD-BAFF-71A8D3A0CF47}" srcOrd="1" destOrd="0" presId="urn:microsoft.com/office/officeart/2005/8/layout/equation1"/>
    <dgm:cxn modelId="{D37ADE4C-D4B0-402D-9B7E-4B2EB69025C5}" type="presParOf" srcId="{2AE36332-5B95-47D5-A4DB-B464FB37BB64}" destId="{1F437DB2-F271-40A0-B72C-84D52BF4418A}" srcOrd="2" destOrd="0" presId="urn:microsoft.com/office/officeart/2005/8/layout/equation1"/>
    <dgm:cxn modelId="{7C0F809C-A5D2-42EF-9B4D-F1558B7BD1A4}" type="presParOf" srcId="{2AE36332-5B95-47D5-A4DB-B464FB37BB64}" destId="{70C672F6-A59E-463D-AACA-483FAA402A77}" srcOrd="3" destOrd="0" presId="urn:microsoft.com/office/officeart/2005/8/layout/equation1"/>
    <dgm:cxn modelId="{CDC64182-B271-4CD7-AE72-A729BDEC94D7}" type="presParOf" srcId="{2AE36332-5B95-47D5-A4DB-B464FB37BB64}" destId="{83136153-8FB4-4E93-9A0F-DE4759C6C9B1}" srcOrd="4" destOrd="0" presId="urn:microsoft.com/office/officeart/2005/8/layout/equation1"/>
    <dgm:cxn modelId="{D68BE199-6B85-410D-82AF-958C72A0AAD1}" type="presParOf" srcId="{2AE36332-5B95-47D5-A4DB-B464FB37BB64}" destId="{A07F6D86-5F0E-4B26-B961-8174E927ACE0}" srcOrd="5" destOrd="0" presId="urn:microsoft.com/office/officeart/2005/8/layout/equation1"/>
    <dgm:cxn modelId="{F235715F-122F-4A96-B776-F6F9FF6CF6D5}" type="presParOf" srcId="{2AE36332-5B95-47D5-A4DB-B464FB37BB64}" destId="{135F626D-922D-412A-9940-283F14EEB0AB}" srcOrd="6" destOrd="0" presId="urn:microsoft.com/office/officeart/2005/8/layout/equation1"/>
    <dgm:cxn modelId="{A2032952-4A34-4DB9-8EC8-C4EB259132DD}" type="presParOf" srcId="{2AE36332-5B95-47D5-A4DB-B464FB37BB64}" destId="{098BC029-D19C-4A7B-9BED-258988367E30}" srcOrd="7" destOrd="0" presId="urn:microsoft.com/office/officeart/2005/8/layout/equation1"/>
    <dgm:cxn modelId="{A719D83A-134E-48B7-BA75-06100195C888}" type="presParOf" srcId="{2AE36332-5B95-47D5-A4DB-B464FB37BB64}" destId="{F44952B4-2AD7-4152-8FE2-0B912811AFBA}"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613B79-3479-4E41-9058-40C74DD6C525}"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pt-PT"/>
        </a:p>
      </dgm:t>
    </dgm:pt>
    <dgm:pt modelId="{D969F8DC-2189-4168-86BF-994BDC7FF908}">
      <dgm:prSet/>
      <dgm:spPr/>
      <dgm:t>
        <a:bodyPr/>
        <a:lstStyle/>
        <a:p>
          <a:r>
            <a:rPr lang="en-US"/>
            <a:t>First of all, the adapter adds a source and a sink nodes to the graph, so it can be used by the max flow algorithm.</a:t>
          </a:r>
          <a:endParaRPr lang="pt-PT"/>
        </a:p>
      </dgm:t>
    </dgm:pt>
    <dgm:pt modelId="{F99F3DB9-36A6-46B3-AE87-1C3102FA7472}" type="parTrans" cxnId="{3A7379E2-6302-484B-95EE-B50207BA5B93}">
      <dgm:prSet/>
      <dgm:spPr/>
      <dgm:t>
        <a:bodyPr/>
        <a:lstStyle/>
        <a:p>
          <a:endParaRPr lang="pt-PT"/>
        </a:p>
      </dgm:t>
    </dgm:pt>
    <dgm:pt modelId="{9BDF9DC6-FE02-4292-A04E-83F3DB534773}" type="sibTrans" cxnId="{3A7379E2-6302-484B-95EE-B50207BA5B93}">
      <dgm:prSet/>
      <dgm:spPr/>
      <dgm:t>
        <a:bodyPr/>
        <a:lstStyle/>
        <a:p>
          <a:endParaRPr lang="pt-PT"/>
        </a:p>
      </dgm:t>
    </dgm:pt>
    <dgm:pt modelId="{F056C01B-EC58-4E1D-9133-4F5C4F72C8B9}">
      <dgm:prSet/>
      <dgm:spPr/>
      <dgm:t>
        <a:bodyPr/>
        <a:lstStyle/>
        <a:p>
          <a:r>
            <a:rPr lang="en-US"/>
            <a:t>Then, it adds a node to the graph for each reviewer, adding an edge between the source node and each of the reviewer nodes, with weight equal to the maxReviews parameter. </a:t>
          </a:r>
          <a:endParaRPr lang="pt-PT"/>
        </a:p>
      </dgm:t>
    </dgm:pt>
    <dgm:pt modelId="{A08BD6DE-E2B3-4C47-BB05-2EF81897BA38}" type="parTrans" cxnId="{E0DEFC33-CFAB-4382-AF31-63535579E5D4}">
      <dgm:prSet/>
      <dgm:spPr/>
      <dgm:t>
        <a:bodyPr/>
        <a:lstStyle/>
        <a:p>
          <a:endParaRPr lang="pt-PT"/>
        </a:p>
      </dgm:t>
    </dgm:pt>
    <dgm:pt modelId="{564A765B-6C21-4469-99DF-23B92EE47B91}" type="sibTrans" cxnId="{E0DEFC33-CFAB-4382-AF31-63535579E5D4}">
      <dgm:prSet/>
      <dgm:spPr/>
      <dgm:t>
        <a:bodyPr/>
        <a:lstStyle/>
        <a:p>
          <a:endParaRPr lang="pt-PT"/>
        </a:p>
      </dgm:t>
    </dgm:pt>
    <dgm:pt modelId="{078FD25F-B6FD-4B31-8AEF-3233A8B38A7A}">
      <dgm:prSet/>
      <dgm:spPr/>
      <dgm:t>
        <a:bodyPr/>
        <a:lstStyle/>
        <a:p>
          <a:r>
            <a:rPr lang="en-US"/>
            <a:t>It also creates an auxiliar map of each reviewer node id and the reviewers expertise, accounting on the parameters primaryRev and secondaryRev, that determine which of the domains are to have in account.</a:t>
          </a:r>
          <a:endParaRPr lang="pt-PT"/>
        </a:p>
      </dgm:t>
    </dgm:pt>
    <dgm:pt modelId="{DE1F5644-1A25-40A7-A436-AFFAFCF4FD6E}" type="parTrans" cxnId="{ED9F4A92-D9DB-45AD-BFDC-2CCD5A71233C}">
      <dgm:prSet/>
      <dgm:spPr/>
      <dgm:t>
        <a:bodyPr/>
        <a:lstStyle/>
        <a:p>
          <a:endParaRPr lang="pt-PT"/>
        </a:p>
      </dgm:t>
    </dgm:pt>
    <dgm:pt modelId="{744AEDA6-088F-4769-8BF4-70F447720CC1}" type="sibTrans" cxnId="{ED9F4A92-D9DB-45AD-BFDC-2CCD5A71233C}">
      <dgm:prSet/>
      <dgm:spPr/>
      <dgm:t>
        <a:bodyPr/>
        <a:lstStyle/>
        <a:p>
          <a:endParaRPr lang="pt-PT"/>
        </a:p>
      </dgm:t>
    </dgm:pt>
    <dgm:pt modelId="{586DA964-6411-4C7A-B0C0-64D7A0D01F11}" type="pres">
      <dgm:prSet presAssocID="{B7613B79-3479-4E41-9058-40C74DD6C525}" presName="linear" presStyleCnt="0">
        <dgm:presLayoutVars>
          <dgm:animLvl val="lvl"/>
          <dgm:resizeHandles val="exact"/>
        </dgm:presLayoutVars>
      </dgm:prSet>
      <dgm:spPr/>
    </dgm:pt>
    <dgm:pt modelId="{3815B699-BEB1-4368-BA47-5746A24AC6C7}" type="pres">
      <dgm:prSet presAssocID="{D969F8DC-2189-4168-86BF-994BDC7FF908}" presName="parentText" presStyleLbl="node1" presStyleIdx="0" presStyleCnt="3">
        <dgm:presLayoutVars>
          <dgm:chMax val="0"/>
          <dgm:bulletEnabled val="1"/>
        </dgm:presLayoutVars>
      </dgm:prSet>
      <dgm:spPr/>
    </dgm:pt>
    <dgm:pt modelId="{B6A92C3D-2D47-44A6-A5A3-214C71AD8DAB}" type="pres">
      <dgm:prSet presAssocID="{9BDF9DC6-FE02-4292-A04E-83F3DB534773}" presName="spacer" presStyleCnt="0"/>
      <dgm:spPr/>
    </dgm:pt>
    <dgm:pt modelId="{65BB8E7D-1346-4C18-8AB6-7E73BAE49F66}" type="pres">
      <dgm:prSet presAssocID="{F056C01B-EC58-4E1D-9133-4F5C4F72C8B9}" presName="parentText" presStyleLbl="node1" presStyleIdx="1" presStyleCnt="3">
        <dgm:presLayoutVars>
          <dgm:chMax val="0"/>
          <dgm:bulletEnabled val="1"/>
        </dgm:presLayoutVars>
      </dgm:prSet>
      <dgm:spPr/>
    </dgm:pt>
    <dgm:pt modelId="{3B77653D-3A59-4432-9443-C7696A8B69D7}" type="pres">
      <dgm:prSet presAssocID="{564A765B-6C21-4469-99DF-23B92EE47B91}" presName="spacer" presStyleCnt="0"/>
      <dgm:spPr/>
    </dgm:pt>
    <dgm:pt modelId="{4DE4A22D-AE91-46C8-99E3-95CFE963C766}" type="pres">
      <dgm:prSet presAssocID="{078FD25F-B6FD-4B31-8AEF-3233A8B38A7A}" presName="parentText" presStyleLbl="node1" presStyleIdx="2" presStyleCnt="3">
        <dgm:presLayoutVars>
          <dgm:chMax val="0"/>
          <dgm:bulletEnabled val="1"/>
        </dgm:presLayoutVars>
      </dgm:prSet>
      <dgm:spPr/>
    </dgm:pt>
  </dgm:ptLst>
  <dgm:cxnLst>
    <dgm:cxn modelId="{E0DEFC33-CFAB-4382-AF31-63535579E5D4}" srcId="{B7613B79-3479-4E41-9058-40C74DD6C525}" destId="{F056C01B-EC58-4E1D-9133-4F5C4F72C8B9}" srcOrd="1" destOrd="0" parTransId="{A08BD6DE-E2B3-4C47-BB05-2EF81897BA38}" sibTransId="{564A765B-6C21-4469-99DF-23B92EE47B91}"/>
    <dgm:cxn modelId="{B62D2D5D-C2A5-44CA-9C9A-5EDEFE0806C7}" type="presOf" srcId="{078FD25F-B6FD-4B31-8AEF-3233A8B38A7A}" destId="{4DE4A22D-AE91-46C8-99E3-95CFE963C766}" srcOrd="0" destOrd="0" presId="urn:microsoft.com/office/officeart/2005/8/layout/vList2"/>
    <dgm:cxn modelId="{0A1EC57D-5B29-4CE4-AA09-68A44F097D53}" type="presOf" srcId="{F056C01B-EC58-4E1D-9133-4F5C4F72C8B9}" destId="{65BB8E7D-1346-4C18-8AB6-7E73BAE49F66}" srcOrd="0" destOrd="0" presId="urn:microsoft.com/office/officeart/2005/8/layout/vList2"/>
    <dgm:cxn modelId="{10612D82-6FAE-460F-81F4-3ED461BBEC98}" type="presOf" srcId="{D969F8DC-2189-4168-86BF-994BDC7FF908}" destId="{3815B699-BEB1-4368-BA47-5746A24AC6C7}" srcOrd="0" destOrd="0" presId="urn:microsoft.com/office/officeart/2005/8/layout/vList2"/>
    <dgm:cxn modelId="{ED9F4A92-D9DB-45AD-BFDC-2CCD5A71233C}" srcId="{B7613B79-3479-4E41-9058-40C74DD6C525}" destId="{078FD25F-B6FD-4B31-8AEF-3233A8B38A7A}" srcOrd="2" destOrd="0" parTransId="{DE1F5644-1A25-40A7-A436-AFFAFCF4FD6E}" sibTransId="{744AEDA6-088F-4769-8BF4-70F447720CC1}"/>
    <dgm:cxn modelId="{67C2AEA5-4104-4133-B473-30E0998802DC}" type="presOf" srcId="{B7613B79-3479-4E41-9058-40C74DD6C525}" destId="{586DA964-6411-4C7A-B0C0-64D7A0D01F11}" srcOrd="0" destOrd="0" presId="urn:microsoft.com/office/officeart/2005/8/layout/vList2"/>
    <dgm:cxn modelId="{3A7379E2-6302-484B-95EE-B50207BA5B93}" srcId="{B7613B79-3479-4E41-9058-40C74DD6C525}" destId="{D969F8DC-2189-4168-86BF-994BDC7FF908}" srcOrd="0" destOrd="0" parTransId="{F99F3DB9-36A6-46B3-AE87-1C3102FA7472}" sibTransId="{9BDF9DC6-FE02-4292-A04E-83F3DB534773}"/>
    <dgm:cxn modelId="{01F1666F-F94F-4127-B5CF-85AFA6283992}" type="presParOf" srcId="{586DA964-6411-4C7A-B0C0-64D7A0D01F11}" destId="{3815B699-BEB1-4368-BA47-5746A24AC6C7}" srcOrd="0" destOrd="0" presId="urn:microsoft.com/office/officeart/2005/8/layout/vList2"/>
    <dgm:cxn modelId="{46ED7D96-1C01-4B13-9DAE-2522BE51F9CE}" type="presParOf" srcId="{586DA964-6411-4C7A-B0C0-64D7A0D01F11}" destId="{B6A92C3D-2D47-44A6-A5A3-214C71AD8DAB}" srcOrd="1" destOrd="0" presId="urn:microsoft.com/office/officeart/2005/8/layout/vList2"/>
    <dgm:cxn modelId="{0558136B-0A0F-47C8-8770-8727959A42E4}" type="presParOf" srcId="{586DA964-6411-4C7A-B0C0-64D7A0D01F11}" destId="{65BB8E7D-1346-4C18-8AB6-7E73BAE49F66}" srcOrd="2" destOrd="0" presId="urn:microsoft.com/office/officeart/2005/8/layout/vList2"/>
    <dgm:cxn modelId="{F9E0459E-9A67-46CA-AD79-2D249DDABDF7}" type="presParOf" srcId="{586DA964-6411-4C7A-B0C0-64D7A0D01F11}" destId="{3B77653D-3A59-4432-9443-C7696A8B69D7}" srcOrd="3" destOrd="0" presId="urn:microsoft.com/office/officeart/2005/8/layout/vList2"/>
    <dgm:cxn modelId="{8691EC8B-A5A9-4C2C-9930-D59F7AFFFA4B}" type="presParOf" srcId="{586DA964-6411-4C7A-B0C0-64D7A0D01F11}" destId="{4DE4A22D-AE91-46C8-99E3-95CFE963C76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B169753-90D3-4324-9B02-8625EE302380}" type="doc">
      <dgm:prSet loTypeId="urn:microsoft.com/office/officeart/2008/layout/AlternatingPictureBlocks" loCatId="list" qsTypeId="urn:microsoft.com/office/officeart/2005/8/quickstyle/simple2" qsCatId="simple" csTypeId="urn:microsoft.com/office/officeart/2005/8/colors/accent0_2" csCatId="mainScheme" phldr="1"/>
      <dgm:spPr/>
      <dgm:t>
        <a:bodyPr/>
        <a:lstStyle/>
        <a:p>
          <a:endParaRPr lang="pt-PT"/>
        </a:p>
      </dgm:t>
    </dgm:pt>
    <dgm:pt modelId="{F51CC30E-16B7-47D5-96E2-497A507F98F8}">
      <dgm:prSet/>
      <dgm:spPr/>
      <dgm:t>
        <a:bodyPr/>
        <a:lstStyle/>
        <a:p>
          <a:r>
            <a:rPr lang="en-US" dirty="0"/>
            <a:t>After that, it adds a node to the graph for each submission, adding an edge between each of the reviewer nodes and the sink node, with weight equal to the </a:t>
          </a:r>
          <a:r>
            <a:rPr lang="en-US" dirty="0" err="1"/>
            <a:t>minReviews</a:t>
          </a:r>
          <a:r>
            <a:rPr lang="en-US" dirty="0"/>
            <a:t> parameter. </a:t>
          </a:r>
          <a:endParaRPr lang="pt-PT" dirty="0"/>
        </a:p>
      </dgm:t>
    </dgm:pt>
    <dgm:pt modelId="{A572724F-8262-452F-B241-590CBC28B12E}" type="parTrans" cxnId="{176FE5A7-C072-4CA2-BA21-F3E6AB2BDC2A}">
      <dgm:prSet/>
      <dgm:spPr/>
      <dgm:t>
        <a:bodyPr/>
        <a:lstStyle/>
        <a:p>
          <a:endParaRPr lang="pt-PT"/>
        </a:p>
      </dgm:t>
    </dgm:pt>
    <dgm:pt modelId="{97B53671-3897-4CDD-B7DF-6BBC9EA995A7}" type="sibTrans" cxnId="{176FE5A7-C072-4CA2-BA21-F3E6AB2BDC2A}">
      <dgm:prSet/>
      <dgm:spPr/>
      <dgm:t>
        <a:bodyPr/>
        <a:lstStyle/>
        <a:p>
          <a:endParaRPr lang="pt-PT"/>
        </a:p>
      </dgm:t>
    </dgm:pt>
    <dgm:pt modelId="{A8000105-858C-47C2-A02D-2DC451E44C1E}">
      <dgm:prSet/>
      <dgm:spPr/>
      <dgm:t>
        <a:bodyPr/>
        <a:lstStyle/>
        <a:p>
          <a:r>
            <a:rPr lang="en-US" dirty="0"/>
            <a:t>It also adds an edge between each reviewer node, and each submission node that has a common domain to have in account, using the reviewers expertise auxiliar map, with weight 1 because each reviewer can only review each submission once.</a:t>
          </a:r>
          <a:endParaRPr lang="pt-PT" dirty="0"/>
        </a:p>
      </dgm:t>
    </dgm:pt>
    <dgm:pt modelId="{9A8C1E16-FC55-4B33-A9B6-8DBCC46559D2}" type="parTrans" cxnId="{4CB2CB38-5461-4222-88F1-ABDC1DDA1A13}">
      <dgm:prSet/>
      <dgm:spPr/>
      <dgm:t>
        <a:bodyPr/>
        <a:lstStyle/>
        <a:p>
          <a:endParaRPr lang="pt-PT"/>
        </a:p>
      </dgm:t>
    </dgm:pt>
    <dgm:pt modelId="{B1A4F646-14F8-49E6-ACE0-F8E3594989B7}" type="sibTrans" cxnId="{4CB2CB38-5461-4222-88F1-ABDC1DDA1A13}">
      <dgm:prSet/>
      <dgm:spPr/>
      <dgm:t>
        <a:bodyPr/>
        <a:lstStyle/>
        <a:p>
          <a:endParaRPr lang="pt-PT"/>
        </a:p>
      </dgm:t>
    </dgm:pt>
    <dgm:pt modelId="{5B0EE599-0A91-46A1-BAFF-E7B965783516}">
      <dgm:prSet/>
      <dgm:spPr/>
      <dgm:t>
        <a:bodyPr/>
        <a:lstStyle/>
        <a:p>
          <a:r>
            <a:rPr lang="en-US" dirty="0"/>
            <a:t>The parser has a map attribute, that maps every node to its type (source, sink, reviewer, submission), so that it is easier to read the graph's information after running the max flow algorithm, specially for showing the output.</a:t>
          </a:r>
          <a:endParaRPr lang="pt-PT" dirty="0"/>
        </a:p>
      </dgm:t>
    </dgm:pt>
    <dgm:pt modelId="{DC8CE206-1BE8-46A8-88A0-0AE35BB2FAA2}" type="parTrans" cxnId="{947BF51A-F8BB-49ED-962F-FDE08CA697E4}">
      <dgm:prSet/>
      <dgm:spPr/>
      <dgm:t>
        <a:bodyPr/>
        <a:lstStyle/>
        <a:p>
          <a:endParaRPr lang="pt-PT"/>
        </a:p>
      </dgm:t>
    </dgm:pt>
    <dgm:pt modelId="{BBDCDE7B-FBB8-49B9-A943-A4B8D3CB90CA}" type="sibTrans" cxnId="{947BF51A-F8BB-49ED-962F-FDE08CA697E4}">
      <dgm:prSet/>
      <dgm:spPr/>
      <dgm:t>
        <a:bodyPr/>
        <a:lstStyle/>
        <a:p>
          <a:endParaRPr lang="pt-PT"/>
        </a:p>
      </dgm:t>
    </dgm:pt>
    <dgm:pt modelId="{D9593B33-690C-43D2-B9BC-877F457A781F}" type="pres">
      <dgm:prSet presAssocID="{3B169753-90D3-4324-9B02-8625EE302380}" presName="linearFlow" presStyleCnt="0">
        <dgm:presLayoutVars>
          <dgm:dir/>
          <dgm:resizeHandles val="exact"/>
        </dgm:presLayoutVars>
      </dgm:prSet>
      <dgm:spPr/>
    </dgm:pt>
    <dgm:pt modelId="{15843A8E-1458-46E5-8261-FC56D99AA1C4}" type="pres">
      <dgm:prSet presAssocID="{F51CC30E-16B7-47D5-96E2-497A507F98F8}" presName="comp" presStyleCnt="0"/>
      <dgm:spPr/>
    </dgm:pt>
    <dgm:pt modelId="{C2FB8DD0-3F1E-4034-A416-48A92D85B1C0}" type="pres">
      <dgm:prSet presAssocID="{F51CC30E-16B7-47D5-96E2-497A507F98F8}" presName="rect2" presStyleLbl="node1" presStyleIdx="0" presStyleCnt="3">
        <dgm:presLayoutVars>
          <dgm:bulletEnabled val="1"/>
        </dgm:presLayoutVars>
      </dgm:prSet>
      <dgm:spPr/>
    </dgm:pt>
    <dgm:pt modelId="{BB9A46C0-68C7-4897-9E85-129D6B089C46}" type="pres">
      <dgm:prSet presAssocID="{F51CC30E-16B7-47D5-96E2-497A507F98F8}" presName="rect1" presStyleLbl="ln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dgm:spPr>
      <dgm:extLst>
        <a:ext uri="{E40237B7-FDA0-4F09-8148-C483321AD2D9}">
          <dgm14:cNvPr xmlns:dgm14="http://schemas.microsoft.com/office/drawing/2010/diagram" id="0" name="" descr="Livro de endereços com preenchimento sólido"/>
        </a:ext>
      </dgm:extLst>
    </dgm:pt>
    <dgm:pt modelId="{D677FCAC-570E-4405-A4A7-95629E6B1FCD}" type="pres">
      <dgm:prSet presAssocID="{97B53671-3897-4CDD-B7DF-6BBC9EA995A7}" presName="sibTrans" presStyleCnt="0"/>
      <dgm:spPr/>
    </dgm:pt>
    <dgm:pt modelId="{2B2FF0A7-1E99-4610-8392-9A8A47544D53}" type="pres">
      <dgm:prSet presAssocID="{A8000105-858C-47C2-A02D-2DC451E44C1E}" presName="comp" presStyleCnt="0"/>
      <dgm:spPr/>
    </dgm:pt>
    <dgm:pt modelId="{61657490-9961-4BCB-AB25-07D2A17C773E}" type="pres">
      <dgm:prSet presAssocID="{A8000105-858C-47C2-A02D-2DC451E44C1E}" presName="rect2" presStyleLbl="node1" presStyleIdx="1" presStyleCnt="3">
        <dgm:presLayoutVars>
          <dgm:bulletEnabled val="1"/>
        </dgm:presLayoutVars>
      </dgm:prSet>
      <dgm:spPr/>
    </dgm:pt>
    <dgm:pt modelId="{45627C40-8285-4264-947B-03C588A56F5A}" type="pres">
      <dgm:prSet presAssocID="{A8000105-858C-47C2-A02D-2DC451E44C1E}" presName="rect1" presStyleLbl="lnNode1" presStyleIdx="1" presStyleCnt="3"/>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1000" r="-1000"/>
          </a:stretch>
        </a:blipFill>
      </dgm:spPr>
    </dgm:pt>
    <dgm:pt modelId="{687569C1-C6F9-4DE7-A623-D7D3C0835658}" type="pres">
      <dgm:prSet presAssocID="{B1A4F646-14F8-49E6-ACE0-F8E3594989B7}" presName="sibTrans" presStyleCnt="0"/>
      <dgm:spPr/>
    </dgm:pt>
    <dgm:pt modelId="{0A1D98CE-8127-46A9-90AB-916A5F23535D}" type="pres">
      <dgm:prSet presAssocID="{5B0EE599-0A91-46A1-BAFF-E7B965783516}" presName="comp" presStyleCnt="0"/>
      <dgm:spPr/>
    </dgm:pt>
    <dgm:pt modelId="{DC0223BE-05FD-4E09-85C3-11C61BB1641B}" type="pres">
      <dgm:prSet presAssocID="{5B0EE599-0A91-46A1-BAFF-E7B965783516}" presName="rect2" presStyleLbl="node1" presStyleIdx="2" presStyleCnt="3">
        <dgm:presLayoutVars>
          <dgm:bulletEnabled val="1"/>
        </dgm:presLayoutVars>
      </dgm:prSet>
      <dgm:spPr/>
    </dgm:pt>
    <dgm:pt modelId="{40591B23-B162-4595-8A2E-525206DA0FB3}" type="pres">
      <dgm:prSet presAssocID="{5B0EE599-0A91-46A1-BAFF-E7B965783516}" presName="rect1" presStyleLbl="ln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se de Dados"/>
        </a:ext>
      </dgm:extLst>
    </dgm:pt>
  </dgm:ptLst>
  <dgm:cxnLst>
    <dgm:cxn modelId="{6E2A6503-C532-453B-813B-F9AAD34BEE10}" type="presOf" srcId="{5B0EE599-0A91-46A1-BAFF-E7B965783516}" destId="{DC0223BE-05FD-4E09-85C3-11C61BB1641B}" srcOrd="0" destOrd="0" presId="urn:microsoft.com/office/officeart/2008/layout/AlternatingPictureBlocks"/>
    <dgm:cxn modelId="{947BF51A-F8BB-49ED-962F-FDE08CA697E4}" srcId="{3B169753-90D3-4324-9B02-8625EE302380}" destId="{5B0EE599-0A91-46A1-BAFF-E7B965783516}" srcOrd="2" destOrd="0" parTransId="{DC8CE206-1BE8-46A8-88A0-0AE35BB2FAA2}" sibTransId="{BBDCDE7B-FBB8-49B9-A943-A4B8D3CB90CA}"/>
    <dgm:cxn modelId="{99872928-B28E-4D72-AE42-235938B93462}" type="presOf" srcId="{F51CC30E-16B7-47D5-96E2-497A507F98F8}" destId="{C2FB8DD0-3F1E-4034-A416-48A92D85B1C0}" srcOrd="0" destOrd="0" presId="urn:microsoft.com/office/officeart/2008/layout/AlternatingPictureBlocks"/>
    <dgm:cxn modelId="{4CB2CB38-5461-4222-88F1-ABDC1DDA1A13}" srcId="{3B169753-90D3-4324-9B02-8625EE302380}" destId="{A8000105-858C-47C2-A02D-2DC451E44C1E}" srcOrd="1" destOrd="0" parTransId="{9A8C1E16-FC55-4B33-A9B6-8DBCC46559D2}" sibTransId="{B1A4F646-14F8-49E6-ACE0-F8E3594989B7}"/>
    <dgm:cxn modelId="{3E9ADF98-C747-416F-8767-494D1C9D9E46}" type="presOf" srcId="{3B169753-90D3-4324-9B02-8625EE302380}" destId="{D9593B33-690C-43D2-B9BC-877F457A781F}" srcOrd="0" destOrd="0" presId="urn:microsoft.com/office/officeart/2008/layout/AlternatingPictureBlocks"/>
    <dgm:cxn modelId="{176FE5A7-C072-4CA2-BA21-F3E6AB2BDC2A}" srcId="{3B169753-90D3-4324-9B02-8625EE302380}" destId="{F51CC30E-16B7-47D5-96E2-497A507F98F8}" srcOrd="0" destOrd="0" parTransId="{A572724F-8262-452F-B241-590CBC28B12E}" sibTransId="{97B53671-3897-4CDD-B7DF-6BBC9EA995A7}"/>
    <dgm:cxn modelId="{B1CA60B0-A124-4460-A7BA-277039619EFF}" type="presOf" srcId="{A8000105-858C-47C2-A02D-2DC451E44C1E}" destId="{61657490-9961-4BCB-AB25-07D2A17C773E}" srcOrd="0" destOrd="0" presId="urn:microsoft.com/office/officeart/2008/layout/AlternatingPictureBlocks"/>
    <dgm:cxn modelId="{F24462F0-3ADD-439A-A550-A6DF84D28E5D}" type="presParOf" srcId="{D9593B33-690C-43D2-B9BC-877F457A781F}" destId="{15843A8E-1458-46E5-8261-FC56D99AA1C4}" srcOrd="0" destOrd="0" presId="urn:microsoft.com/office/officeart/2008/layout/AlternatingPictureBlocks"/>
    <dgm:cxn modelId="{4ECCC8E7-8F87-483F-9D40-FFD99A7613EE}" type="presParOf" srcId="{15843A8E-1458-46E5-8261-FC56D99AA1C4}" destId="{C2FB8DD0-3F1E-4034-A416-48A92D85B1C0}" srcOrd="0" destOrd="0" presId="urn:microsoft.com/office/officeart/2008/layout/AlternatingPictureBlocks"/>
    <dgm:cxn modelId="{6EACE22D-6167-4EFD-82FC-5BAA9017C90B}" type="presParOf" srcId="{15843A8E-1458-46E5-8261-FC56D99AA1C4}" destId="{BB9A46C0-68C7-4897-9E85-129D6B089C46}" srcOrd="1" destOrd="0" presId="urn:microsoft.com/office/officeart/2008/layout/AlternatingPictureBlocks"/>
    <dgm:cxn modelId="{5FBAE4FD-A736-4263-9395-A69A07AB9ECE}" type="presParOf" srcId="{D9593B33-690C-43D2-B9BC-877F457A781F}" destId="{D677FCAC-570E-4405-A4A7-95629E6B1FCD}" srcOrd="1" destOrd="0" presId="urn:microsoft.com/office/officeart/2008/layout/AlternatingPictureBlocks"/>
    <dgm:cxn modelId="{72612812-F088-4BBF-B353-180CA228651B}" type="presParOf" srcId="{D9593B33-690C-43D2-B9BC-877F457A781F}" destId="{2B2FF0A7-1E99-4610-8392-9A8A47544D53}" srcOrd="2" destOrd="0" presId="urn:microsoft.com/office/officeart/2008/layout/AlternatingPictureBlocks"/>
    <dgm:cxn modelId="{8C1D6387-1E3C-4B09-9370-200935C384B4}" type="presParOf" srcId="{2B2FF0A7-1E99-4610-8392-9A8A47544D53}" destId="{61657490-9961-4BCB-AB25-07D2A17C773E}" srcOrd="0" destOrd="0" presId="urn:microsoft.com/office/officeart/2008/layout/AlternatingPictureBlocks"/>
    <dgm:cxn modelId="{44B0C055-601C-43B5-980E-DA8B1CF33339}" type="presParOf" srcId="{2B2FF0A7-1E99-4610-8392-9A8A47544D53}" destId="{45627C40-8285-4264-947B-03C588A56F5A}" srcOrd="1" destOrd="0" presId="urn:microsoft.com/office/officeart/2008/layout/AlternatingPictureBlocks"/>
    <dgm:cxn modelId="{4347B158-390D-49A7-8696-1133836F6B85}" type="presParOf" srcId="{D9593B33-690C-43D2-B9BC-877F457A781F}" destId="{687569C1-C6F9-4DE7-A623-D7D3C0835658}" srcOrd="3" destOrd="0" presId="urn:microsoft.com/office/officeart/2008/layout/AlternatingPictureBlocks"/>
    <dgm:cxn modelId="{91B016D5-4782-41E2-8CAB-96566F5C2FD2}" type="presParOf" srcId="{D9593B33-690C-43D2-B9BC-877F457A781F}" destId="{0A1D98CE-8127-46A9-90AB-916A5F23535D}" srcOrd="4" destOrd="0" presId="urn:microsoft.com/office/officeart/2008/layout/AlternatingPictureBlocks"/>
    <dgm:cxn modelId="{D813634F-9BDB-4CE2-A51F-182673901FE9}" type="presParOf" srcId="{0A1D98CE-8127-46A9-90AB-916A5F23535D}" destId="{DC0223BE-05FD-4E09-85C3-11C61BB1641B}" srcOrd="0" destOrd="0" presId="urn:microsoft.com/office/officeart/2008/layout/AlternatingPictureBlocks"/>
    <dgm:cxn modelId="{A950138E-31CD-4A3A-85CD-997CDE270421}" type="presParOf" srcId="{0A1D98CE-8127-46A9-90AB-916A5F23535D}" destId="{40591B23-B162-4595-8A2E-525206DA0FB3}" srcOrd="1" destOrd="0" presId="urn:microsoft.com/office/officeart/2008/layout/Alternating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0F7042-4D4F-4B6B-BBF0-6C3DD5C98925}" type="doc">
      <dgm:prSet loTypeId="urn:microsoft.com/office/officeart/2016/7/layout/LinearBlockProcessNumbered" loCatId="process" qsTypeId="urn:microsoft.com/office/officeart/2005/8/quickstyle/simple1" qsCatId="simple" csTypeId="urn:microsoft.com/office/officeart/2005/8/colors/colorful5" csCatId="colorful" phldr="1"/>
      <dgm:spPr/>
      <dgm:t>
        <a:bodyPr/>
        <a:lstStyle/>
        <a:p>
          <a:endParaRPr lang="en-US"/>
        </a:p>
      </dgm:t>
    </dgm:pt>
    <dgm:pt modelId="{86400E68-B252-4968-A211-C00E13739829}">
      <dgm:prSet/>
      <dgm:spPr/>
      <dgm:t>
        <a:bodyPr/>
        <a:lstStyle/>
        <a:p>
          <a:r>
            <a:rPr lang="en-US"/>
            <a:t>Converting parsed data into a bipartite graph structure (reviewers and submissions)</a:t>
          </a:r>
          <a:endParaRPr lang="en-US" dirty="0"/>
        </a:p>
      </dgm:t>
    </dgm:pt>
    <dgm:pt modelId="{7887F5F3-F90D-4364-8D6E-22A88A879D66}" type="parTrans" cxnId="{B786EFA9-218A-4E94-9018-52CD437355A1}">
      <dgm:prSet/>
      <dgm:spPr/>
      <dgm:t>
        <a:bodyPr/>
        <a:lstStyle/>
        <a:p>
          <a:endParaRPr lang="pt-PT"/>
        </a:p>
      </dgm:t>
    </dgm:pt>
    <dgm:pt modelId="{17CCBB47-AEE4-4AAB-96A5-594C004C0715}" type="sibTrans" cxnId="{B786EFA9-218A-4E94-9018-52CD437355A1}">
      <dgm:prSet phldrT="01" phldr="0"/>
      <dgm:spPr/>
      <dgm:t>
        <a:bodyPr/>
        <a:lstStyle/>
        <a:p>
          <a:r>
            <a:rPr lang="pt-PT"/>
            <a:t>01</a:t>
          </a:r>
        </a:p>
      </dgm:t>
    </dgm:pt>
    <dgm:pt modelId="{2E121E13-0F91-41DC-845E-CD094CC64269}">
      <dgm:prSet/>
      <dgm:spPr/>
      <dgm:t>
        <a:bodyPr/>
        <a:lstStyle/>
        <a:p>
          <a:r>
            <a:rPr lang="en-US"/>
            <a:t>Assigning and managing node types (source, sink, reviewer, submission)</a:t>
          </a:r>
          <a:endParaRPr lang="en-US" dirty="0"/>
        </a:p>
      </dgm:t>
    </dgm:pt>
    <dgm:pt modelId="{06AE7D2D-EF68-4548-B6FF-C51EE79E0A48}" type="parTrans" cxnId="{E3ECF499-3142-44D9-BCDB-F09DB05123FB}">
      <dgm:prSet/>
      <dgm:spPr/>
      <dgm:t>
        <a:bodyPr/>
        <a:lstStyle/>
        <a:p>
          <a:endParaRPr lang="pt-PT"/>
        </a:p>
      </dgm:t>
    </dgm:pt>
    <dgm:pt modelId="{2F1352C2-BF03-4456-B1DD-8B75364E6C2A}" type="sibTrans" cxnId="{E3ECF499-3142-44D9-BCDB-F09DB05123FB}">
      <dgm:prSet phldrT="02" phldr="0"/>
      <dgm:spPr/>
      <dgm:t>
        <a:bodyPr/>
        <a:lstStyle/>
        <a:p>
          <a:r>
            <a:rPr lang="pt-PT"/>
            <a:t>02</a:t>
          </a:r>
        </a:p>
      </dgm:t>
    </dgm:pt>
    <dgm:pt modelId="{2D468558-E156-41EF-9A02-8380235E92FD}">
      <dgm:prSet/>
      <dgm:spPr/>
      <dgm:t>
        <a:bodyPr/>
        <a:lstStyle/>
        <a:p>
          <a:r>
            <a:rPr lang="en-US"/>
            <a:t>Establishing the appropriate connections between nodes for the max flow algorithm</a:t>
          </a:r>
          <a:endParaRPr lang="en-US" dirty="0"/>
        </a:p>
      </dgm:t>
    </dgm:pt>
    <dgm:pt modelId="{B2F4738D-7187-4751-8428-4729E6BD7838}" type="parTrans" cxnId="{646D7958-668E-4381-8476-1F92777D447F}">
      <dgm:prSet/>
      <dgm:spPr/>
      <dgm:t>
        <a:bodyPr/>
        <a:lstStyle/>
        <a:p>
          <a:endParaRPr lang="pt-PT"/>
        </a:p>
      </dgm:t>
    </dgm:pt>
    <dgm:pt modelId="{B148418B-36E0-429D-A5A6-706ACEC4559F}" type="sibTrans" cxnId="{646D7958-668E-4381-8476-1F92777D447F}">
      <dgm:prSet phldrT="03" phldr="0"/>
      <dgm:spPr/>
      <dgm:t>
        <a:bodyPr/>
        <a:lstStyle/>
        <a:p>
          <a:r>
            <a:rPr lang="pt-PT"/>
            <a:t>03</a:t>
          </a:r>
        </a:p>
      </dgm:t>
    </dgm:pt>
    <dgm:pt modelId="{1ED7CE7D-7AEC-42DB-B1FB-30DEF1665018}">
      <dgm:prSet/>
      <dgm:spPr/>
      <dgm:t>
        <a:bodyPr/>
        <a:lstStyle/>
        <a:p>
          <a:r>
            <a:rPr lang="en-US"/>
            <a:t>Preparing the graph for subsequent algorithms (Max Flow, Risk analysis, etc...)</a:t>
          </a:r>
          <a:endParaRPr lang="en-US" dirty="0"/>
        </a:p>
      </dgm:t>
    </dgm:pt>
    <dgm:pt modelId="{A6FE728E-435D-4ACC-ACBC-11D8C43DE8E9}" type="parTrans" cxnId="{B0BCB35C-381A-4E92-BC4D-8F7E963A40E5}">
      <dgm:prSet/>
      <dgm:spPr/>
      <dgm:t>
        <a:bodyPr/>
        <a:lstStyle/>
        <a:p>
          <a:endParaRPr lang="pt-PT"/>
        </a:p>
      </dgm:t>
    </dgm:pt>
    <dgm:pt modelId="{2E62D7E6-8E76-46BF-826E-D89763243926}" type="sibTrans" cxnId="{B0BCB35C-381A-4E92-BC4D-8F7E963A40E5}">
      <dgm:prSet phldrT="04" phldr="0"/>
      <dgm:spPr/>
      <dgm:t>
        <a:bodyPr/>
        <a:lstStyle/>
        <a:p>
          <a:r>
            <a:rPr lang="pt-PT"/>
            <a:t>04</a:t>
          </a:r>
        </a:p>
      </dgm:t>
    </dgm:pt>
    <dgm:pt modelId="{9D7E7DD4-D02B-4C32-953C-F7204CF5F831}" type="pres">
      <dgm:prSet presAssocID="{D50F7042-4D4F-4B6B-BBF0-6C3DD5C98925}" presName="Name0" presStyleCnt="0">
        <dgm:presLayoutVars>
          <dgm:animLvl val="lvl"/>
          <dgm:resizeHandles val="exact"/>
        </dgm:presLayoutVars>
      </dgm:prSet>
      <dgm:spPr/>
    </dgm:pt>
    <dgm:pt modelId="{E59A612E-7FEB-4DA6-8CBB-C8780CD0AC4F}" type="pres">
      <dgm:prSet presAssocID="{86400E68-B252-4968-A211-C00E13739829}" presName="compositeNode" presStyleCnt="0">
        <dgm:presLayoutVars>
          <dgm:bulletEnabled val="1"/>
        </dgm:presLayoutVars>
      </dgm:prSet>
      <dgm:spPr/>
    </dgm:pt>
    <dgm:pt modelId="{17C3D3E1-94CB-4F82-91D0-D95036E2377E}" type="pres">
      <dgm:prSet presAssocID="{86400E68-B252-4968-A211-C00E13739829}" presName="bgRect" presStyleLbl="alignNode1" presStyleIdx="0" presStyleCnt="4"/>
      <dgm:spPr/>
    </dgm:pt>
    <dgm:pt modelId="{F551BF1A-24C6-40B1-B94F-7A31084CA6BF}" type="pres">
      <dgm:prSet presAssocID="{17CCBB47-AEE4-4AAB-96A5-594C004C0715}" presName="sibTransNodeRect" presStyleLbl="alignNode1" presStyleIdx="0" presStyleCnt="4">
        <dgm:presLayoutVars>
          <dgm:chMax val="0"/>
          <dgm:bulletEnabled val="1"/>
        </dgm:presLayoutVars>
      </dgm:prSet>
      <dgm:spPr/>
    </dgm:pt>
    <dgm:pt modelId="{941CEDB7-4E31-4B0B-A06B-D4D1E1FB460E}" type="pres">
      <dgm:prSet presAssocID="{86400E68-B252-4968-A211-C00E13739829}" presName="nodeRect" presStyleLbl="alignNode1" presStyleIdx="0" presStyleCnt="4">
        <dgm:presLayoutVars>
          <dgm:bulletEnabled val="1"/>
        </dgm:presLayoutVars>
      </dgm:prSet>
      <dgm:spPr/>
    </dgm:pt>
    <dgm:pt modelId="{A98EABED-7615-4275-AF11-D0B365E0807D}" type="pres">
      <dgm:prSet presAssocID="{17CCBB47-AEE4-4AAB-96A5-594C004C0715}" presName="sibTrans" presStyleCnt="0"/>
      <dgm:spPr/>
    </dgm:pt>
    <dgm:pt modelId="{C193EA9F-644D-4BB2-B1AB-B66DB3A5C4B6}" type="pres">
      <dgm:prSet presAssocID="{2E121E13-0F91-41DC-845E-CD094CC64269}" presName="compositeNode" presStyleCnt="0">
        <dgm:presLayoutVars>
          <dgm:bulletEnabled val="1"/>
        </dgm:presLayoutVars>
      </dgm:prSet>
      <dgm:spPr/>
    </dgm:pt>
    <dgm:pt modelId="{62625428-57B7-497B-8776-93E531B32FA3}" type="pres">
      <dgm:prSet presAssocID="{2E121E13-0F91-41DC-845E-CD094CC64269}" presName="bgRect" presStyleLbl="alignNode1" presStyleIdx="1" presStyleCnt="4"/>
      <dgm:spPr/>
    </dgm:pt>
    <dgm:pt modelId="{887B0D41-166E-4A47-B857-316AEFBC245D}" type="pres">
      <dgm:prSet presAssocID="{2F1352C2-BF03-4456-B1DD-8B75364E6C2A}" presName="sibTransNodeRect" presStyleLbl="alignNode1" presStyleIdx="1" presStyleCnt="4">
        <dgm:presLayoutVars>
          <dgm:chMax val="0"/>
          <dgm:bulletEnabled val="1"/>
        </dgm:presLayoutVars>
      </dgm:prSet>
      <dgm:spPr/>
    </dgm:pt>
    <dgm:pt modelId="{4DA707CE-8CBB-4EAC-9007-7F6C886DB5EC}" type="pres">
      <dgm:prSet presAssocID="{2E121E13-0F91-41DC-845E-CD094CC64269}" presName="nodeRect" presStyleLbl="alignNode1" presStyleIdx="1" presStyleCnt="4">
        <dgm:presLayoutVars>
          <dgm:bulletEnabled val="1"/>
        </dgm:presLayoutVars>
      </dgm:prSet>
      <dgm:spPr/>
    </dgm:pt>
    <dgm:pt modelId="{E7B9F65B-157E-406B-AFAC-F74693ED38CE}" type="pres">
      <dgm:prSet presAssocID="{2F1352C2-BF03-4456-B1DD-8B75364E6C2A}" presName="sibTrans" presStyleCnt="0"/>
      <dgm:spPr/>
    </dgm:pt>
    <dgm:pt modelId="{9E76E1D5-DBC4-4189-8A24-17D98D4B62C5}" type="pres">
      <dgm:prSet presAssocID="{2D468558-E156-41EF-9A02-8380235E92FD}" presName="compositeNode" presStyleCnt="0">
        <dgm:presLayoutVars>
          <dgm:bulletEnabled val="1"/>
        </dgm:presLayoutVars>
      </dgm:prSet>
      <dgm:spPr/>
    </dgm:pt>
    <dgm:pt modelId="{D9EA4670-1AB5-4D5C-B8B2-6506DB713CF7}" type="pres">
      <dgm:prSet presAssocID="{2D468558-E156-41EF-9A02-8380235E92FD}" presName="bgRect" presStyleLbl="alignNode1" presStyleIdx="2" presStyleCnt="4"/>
      <dgm:spPr/>
    </dgm:pt>
    <dgm:pt modelId="{DAD6C047-CF17-44C2-8560-8FBB9F286DED}" type="pres">
      <dgm:prSet presAssocID="{B148418B-36E0-429D-A5A6-706ACEC4559F}" presName="sibTransNodeRect" presStyleLbl="alignNode1" presStyleIdx="2" presStyleCnt="4">
        <dgm:presLayoutVars>
          <dgm:chMax val="0"/>
          <dgm:bulletEnabled val="1"/>
        </dgm:presLayoutVars>
      </dgm:prSet>
      <dgm:spPr/>
    </dgm:pt>
    <dgm:pt modelId="{3AA0AF48-10EB-4501-9F07-A5F4B41AFDE5}" type="pres">
      <dgm:prSet presAssocID="{2D468558-E156-41EF-9A02-8380235E92FD}" presName="nodeRect" presStyleLbl="alignNode1" presStyleIdx="2" presStyleCnt="4">
        <dgm:presLayoutVars>
          <dgm:bulletEnabled val="1"/>
        </dgm:presLayoutVars>
      </dgm:prSet>
      <dgm:spPr/>
    </dgm:pt>
    <dgm:pt modelId="{C0416957-44DF-44A9-8DA6-7A59D83E9273}" type="pres">
      <dgm:prSet presAssocID="{B148418B-36E0-429D-A5A6-706ACEC4559F}" presName="sibTrans" presStyleCnt="0"/>
      <dgm:spPr/>
    </dgm:pt>
    <dgm:pt modelId="{BD821EAE-BBF8-4216-885D-C71BDFBDABAE}" type="pres">
      <dgm:prSet presAssocID="{1ED7CE7D-7AEC-42DB-B1FB-30DEF1665018}" presName="compositeNode" presStyleCnt="0">
        <dgm:presLayoutVars>
          <dgm:bulletEnabled val="1"/>
        </dgm:presLayoutVars>
      </dgm:prSet>
      <dgm:spPr/>
    </dgm:pt>
    <dgm:pt modelId="{4AAB512F-44F4-4FCE-9D98-AF3AF6DCBA8D}" type="pres">
      <dgm:prSet presAssocID="{1ED7CE7D-7AEC-42DB-B1FB-30DEF1665018}" presName="bgRect" presStyleLbl="alignNode1" presStyleIdx="3" presStyleCnt="4"/>
      <dgm:spPr/>
    </dgm:pt>
    <dgm:pt modelId="{DB119B49-AA63-468F-842C-7AEDF8C2C691}" type="pres">
      <dgm:prSet presAssocID="{2E62D7E6-8E76-46BF-826E-D89763243926}" presName="sibTransNodeRect" presStyleLbl="alignNode1" presStyleIdx="3" presStyleCnt="4">
        <dgm:presLayoutVars>
          <dgm:chMax val="0"/>
          <dgm:bulletEnabled val="1"/>
        </dgm:presLayoutVars>
      </dgm:prSet>
      <dgm:spPr/>
    </dgm:pt>
    <dgm:pt modelId="{BE36E55A-E473-4170-91B6-079DCF69F935}" type="pres">
      <dgm:prSet presAssocID="{1ED7CE7D-7AEC-42DB-B1FB-30DEF1665018}" presName="nodeRect" presStyleLbl="alignNode1" presStyleIdx="3" presStyleCnt="4">
        <dgm:presLayoutVars>
          <dgm:bulletEnabled val="1"/>
        </dgm:presLayoutVars>
      </dgm:prSet>
      <dgm:spPr/>
    </dgm:pt>
  </dgm:ptLst>
  <dgm:cxnLst>
    <dgm:cxn modelId="{6CC87E28-9800-4201-9E3B-598F9108FA61}" type="presOf" srcId="{2E121E13-0F91-41DC-845E-CD094CC64269}" destId="{4DA707CE-8CBB-4EAC-9007-7F6C886DB5EC}" srcOrd="1" destOrd="0" presId="urn:microsoft.com/office/officeart/2016/7/layout/LinearBlockProcessNumbered"/>
    <dgm:cxn modelId="{A80C8928-9B4B-4C8B-99CA-6F9EC98D4BF7}" type="presOf" srcId="{2D468558-E156-41EF-9A02-8380235E92FD}" destId="{D9EA4670-1AB5-4D5C-B8B2-6506DB713CF7}" srcOrd="0" destOrd="0" presId="urn:microsoft.com/office/officeart/2016/7/layout/LinearBlockProcessNumbered"/>
    <dgm:cxn modelId="{B0BCB35C-381A-4E92-BC4D-8F7E963A40E5}" srcId="{D50F7042-4D4F-4B6B-BBF0-6C3DD5C98925}" destId="{1ED7CE7D-7AEC-42DB-B1FB-30DEF1665018}" srcOrd="3" destOrd="0" parTransId="{A6FE728E-435D-4ACC-ACBC-11D8C43DE8E9}" sibTransId="{2E62D7E6-8E76-46BF-826E-D89763243926}"/>
    <dgm:cxn modelId="{608AB54B-D47F-437E-A6E4-F0191EB186AA}" type="presOf" srcId="{1ED7CE7D-7AEC-42DB-B1FB-30DEF1665018}" destId="{BE36E55A-E473-4170-91B6-079DCF69F935}" srcOrd="1" destOrd="0" presId="urn:microsoft.com/office/officeart/2016/7/layout/LinearBlockProcessNumbered"/>
    <dgm:cxn modelId="{5458C86E-8B4D-485A-9D25-CA7C55EBC30B}" type="presOf" srcId="{B148418B-36E0-429D-A5A6-706ACEC4559F}" destId="{DAD6C047-CF17-44C2-8560-8FBB9F286DED}" srcOrd="0" destOrd="0" presId="urn:microsoft.com/office/officeart/2016/7/layout/LinearBlockProcessNumbered"/>
    <dgm:cxn modelId="{646D7958-668E-4381-8476-1F92777D447F}" srcId="{D50F7042-4D4F-4B6B-BBF0-6C3DD5C98925}" destId="{2D468558-E156-41EF-9A02-8380235E92FD}" srcOrd="2" destOrd="0" parTransId="{B2F4738D-7187-4751-8428-4729E6BD7838}" sibTransId="{B148418B-36E0-429D-A5A6-706ACEC4559F}"/>
    <dgm:cxn modelId="{A469DD83-FE4A-415F-81C5-5BEAB229C5C2}" type="presOf" srcId="{86400E68-B252-4968-A211-C00E13739829}" destId="{17C3D3E1-94CB-4F82-91D0-D95036E2377E}" srcOrd="0" destOrd="0" presId="urn:microsoft.com/office/officeart/2016/7/layout/LinearBlockProcessNumbered"/>
    <dgm:cxn modelId="{4BADA08A-A2C8-46BB-A98D-FD478E981CE1}" type="presOf" srcId="{1ED7CE7D-7AEC-42DB-B1FB-30DEF1665018}" destId="{4AAB512F-44F4-4FCE-9D98-AF3AF6DCBA8D}" srcOrd="0" destOrd="0" presId="urn:microsoft.com/office/officeart/2016/7/layout/LinearBlockProcessNumbered"/>
    <dgm:cxn modelId="{E3ECF499-3142-44D9-BCDB-F09DB05123FB}" srcId="{D50F7042-4D4F-4B6B-BBF0-6C3DD5C98925}" destId="{2E121E13-0F91-41DC-845E-CD094CC64269}" srcOrd="1" destOrd="0" parTransId="{06AE7D2D-EF68-4548-B6FF-C51EE79E0A48}" sibTransId="{2F1352C2-BF03-4456-B1DD-8B75364E6C2A}"/>
    <dgm:cxn modelId="{3087479A-AAD8-4E15-8F60-EFB6A6220991}" type="presOf" srcId="{2D468558-E156-41EF-9A02-8380235E92FD}" destId="{3AA0AF48-10EB-4501-9F07-A5F4B41AFDE5}" srcOrd="1" destOrd="0" presId="urn:microsoft.com/office/officeart/2016/7/layout/LinearBlockProcessNumbered"/>
    <dgm:cxn modelId="{B786EFA9-218A-4E94-9018-52CD437355A1}" srcId="{D50F7042-4D4F-4B6B-BBF0-6C3DD5C98925}" destId="{86400E68-B252-4968-A211-C00E13739829}" srcOrd="0" destOrd="0" parTransId="{7887F5F3-F90D-4364-8D6E-22A88A879D66}" sibTransId="{17CCBB47-AEE4-4AAB-96A5-594C004C0715}"/>
    <dgm:cxn modelId="{691F45AF-921D-4BF4-960A-844FE682C7C1}" type="presOf" srcId="{2E121E13-0F91-41DC-845E-CD094CC64269}" destId="{62625428-57B7-497B-8776-93E531B32FA3}" srcOrd="0" destOrd="0" presId="urn:microsoft.com/office/officeart/2016/7/layout/LinearBlockProcessNumbered"/>
    <dgm:cxn modelId="{AB6E46B4-0034-4C18-96F9-492D579EBB74}" type="presOf" srcId="{2F1352C2-BF03-4456-B1DD-8B75364E6C2A}" destId="{887B0D41-166E-4A47-B857-316AEFBC245D}" srcOrd="0" destOrd="0" presId="urn:microsoft.com/office/officeart/2016/7/layout/LinearBlockProcessNumbered"/>
    <dgm:cxn modelId="{7325D9B8-3DC1-4065-B838-4AAFFBA6B2C5}" type="presOf" srcId="{17CCBB47-AEE4-4AAB-96A5-594C004C0715}" destId="{F551BF1A-24C6-40B1-B94F-7A31084CA6BF}" srcOrd="0" destOrd="0" presId="urn:microsoft.com/office/officeart/2016/7/layout/LinearBlockProcessNumbered"/>
    <dgm:cxn modelId="{B316EAEA-46AF-4179-A809-BF6ECA7B96AD}" type="presOf" srcId="{86400E68-B252-4968-A211-C00E13739829}" destId="{941CEDB7-4E31-4B0B-A06B-D4D1E1FB460E}" srcOrd="1" destOrd="0" presId="urn:microsoft.com/office/officeart/2016/7/layout/LinearBlockProcessNumbered"/>
    <dgm:cxn modelId="{9FF9B0F5-2313-473D-9828-D3AE935164EB}" type="presOf" srcId="{D50F7042-4D4F-4B6B-BBF0-6C3DD5C98925}" destId="{9D7E7DD4-D02B-4C32-953C-F7204CF5F831}" srcOrd="0" destOrd="0" presId="urn:microsoft.com/office/officeart/2016/7/layout/LinearBlockProcessNumbered"/>
    <dgm:cxn modelId="{CF6A19FF-DE09-4111-8586-835D109EE42B}" type="presOf" srcId="{2E62D7E6-8E76-46BF-826E-D89763243926}" destId="{DB119B49-AA63-468F-842C-7AEDF8C2C691}" srcOrd="0" destOrd="0" presId="urn:microsoft.com/office/officeart/2016/7/layout/LinearBlockProcessNumbered"/>
    <dgm:cxn modelId="{EBAD3357-9FA5-4330-AE62-8988CF06002E}" type="presParOf" srcId="{9D7E7DD4-D02B-4C32-953C-F7204CF5F831}" destId="{E59A612E-7FEB-4DA6-8CBB-C8780CD0AC4F}" srcOrd="0" destOrd="0" presId="urn:microsoft.com/office/officeart/2016/7/layout/LinearBlockProcessNumbered"/>
    <dgm:cxn modelId="{779DB47C-CF45-4358-9ACB-8C56253C8DC2}" type="presParOf" srcId="{E59A612E-7FEB-4DA6-8CBB-C8780CD0AC4F}" destId="{17C3D3E1-94CB-4F82-91D0-D95036E2377E}" srcOrd="0" destOrd="0" presId="urn:microsoft.com/office/officeart/2016/7/layout/LinearBlockProcessNumbered"/>
    <dgm:cxn modelId="{2BCE74AD-EF29-49C5-BD04-450BCF1EECBA}" type="presParOf" srcId="{E59A612E-7FEB-4DA6-8CBB-C8780CD0AC4F}" destId="{F551BF1A-24C6-40B1-B94F-7A31084CA6BF}" srcOrd="1" destOrd="0" presId="urn:microsoft.com/office/officeart/2016/7/layout/LinearBlockProcessNumbered"/>
    <dgm:cxn modelId="{21433BFE-47F0-4D36-B9E7-32C554938FF1}" type="presParOf" srcId="{E59A612E-7FEB-4DA6-8CBB-C8780CD0AC4F}" destId="{941CEDB7-4E31-4B0B-A06B-D4D1E1FB460E}" srcOrd="2" destOrd="0" presId="urn:microsoft.com/office/officeart/2016/7/layout/LinearBlockProcessNumbered"/>
    <dgm:cxn modelId="{6B04C35A-7B02-4B59-95EE-410F0EC0463C}" type="presParOf" srcId="{9D7E7DD4-D02B-4C32-953C-F7204CF5F831}" destId="{A98EABED-7615-4275-AF11-D0B365E0807D}" srcOrd="1" destOrd="0" presId="urn:microsoft.com/office/officeart/2016/7/layout/LinearBlockProcessNumbered"/>
    <dgm:cxn modelId="{69AC0BE3-C546-4871-A42D-473CBCCADB88}" type="presParOf" srcId="{9D7E7DD4-D02B-4C32-953C-F7204CF5F831}" destId="{C193EA9F-644D-4BB2-B1AB-B66DB3A5C4B6}" srcOrd="2" destOrd="0" presId="urn:microsoft.com/office/officeart/2016/7/layout/LinearBlockProcessNumbered"/>
    <dgm:cxn modelId="{33684603-5B40-43CD-8114-BDA483E8300A}" type="presParOf" srcId="{C193EA9F-644D-4BB2-B1AB-B66DB3A5C4B6}" destId="{62625428-57B7-497B-8776-93E531B32FA3}" srcOrd="0" destOrd="0" presId="urn:microsoft.com/office/officeart/2016/7/layout/LinearBlockProcessNumbered"/>
    <dgm:cxn modelId="{76E544BF-6548-4300-B6D3-D2458E6A8729}" type="presParOf" srcId="{C193EA9F-644D-4BB2-B1AB-B66DB3A5C4B6}" destId="{887B0D41-166E-4A47-B857-316AEFBC245D}" srcOrd="1" destOrd="0" presId="urn:microsoft.com/office/officeart/2016/7/layout/LinearBlockProcessNumbered"/>
    <dgm:cxn modelId="{06883671-6C46-4A15-852B-FD2968A26D64}" type="presParOf" srcId="{C193EA9F-644D-4BB2-B1AB-B66DB3A5C4B6}" destId="{4DA707CE-8CBB-4EAC-9007-7F6C886DB5EC}" srcOrd="2" destOrd="0" presId="urn:microsoft.com/office/officeart/2016/7/layout/LinearBlockProcessNumbered"/>
    <dgm:cxn modelId="{984ED6DA-7C2F-42DE-BE07-D12B56131DEE}" type="presParOf" srcId="{9D7E7DD4-D02B-4C32-953C-F7204CF5F831}" destId="{E7B9F65B-157E-406B-AFAC-F74693ED38CE}" srcOrd="3" destOrd="0" presId="urn:microsoft.com/office/officeart/2016/7/layout/LinearBlockProcessNumbered"/>
    <dgm:cxn modelId="{7349017E-AAE9-4222-983F-31FCE8B1F450}" type="presParOf" srcId="{9D7E7DD4-D02B-4C32-953C-F7204CF5F831}" destId="{9E76E1D5-DBC4-4189-8A24-17D98D4B62C5}" srcOrd="4" destOrd="0" presId="urn:microsoft.com/office/officeart/2016/7/layout/LinearBlockProcessNumbered"/>
    <dgm:cxn modelId="{D863699F-C89D-4470-B4AC-904327779CB0}" type="presParOf" srcId="{9E76E1D5-DBC4-4189-8A24-17D98D4B62C5}" destId="{D9EA4670-1AB5-4D5C-B8B2-6506DB713CF7}" srcOrd="0" destOrd="0" presId="urn:microsoft.com/office/officeart/2016/7/layout/LinearBlockProcessNumbered"/>
    <dgm:cxn modelId="{F8F7D09C-A740-4D3B-9EBB-3696372AE88B}" type="presParOf" srcId="{9E76E1D5-DBC4-4189-8A24-17D98D4B62C5}" destId="{DAD6C047-CF17-44C2-8560-8FBB9F286DED}" srcOrd="1" destOrd="0" presId="urn:microsoft.com/office/officeart/2016/7/layout/LinearBlockProcessNumbered"/>
    <dgm:cxn modelId="{3763075C-A3AE-4FD5-B122-41948AA5601F}" type="presParOf" srcId="{9E76E1D5-DBC4-4189-8A24-17D98D4B62C5}" destId="{3AA0AF48-10EB-4501-9F07-A5F4B41AFDE5}" srcOrd="2" destOrd="0" presId="urn:microsoft.com/office/officeart/2016/7/layout/LinearBlockProcessNumbered"/>
    <dgm:cxn modelId="{04711669-D666-41A7-BEEF-28C561A0D6DF}" type="presParOf" srcId="{9D7E7DD4-D02B-4C32-953C-F7204CF5F831}" destId="{C0416957-44DF-44A9-8DA6-7A59D83E9273}" srcOrd="5" destOrd="0" presId="urn:microsoft.com/office/officeart/2016/7/layout/LinearBlockProcessNumbered"/>
    <dgm:cxn modelId="{5ABE7089-992A-43A5-AAB1-9937489DB177}" type="presParOf" srcId="{9D7E7DD4-D02B-4C32-953C-F7204CF5F831}" destId="{BD821EAE-BBF8-4216-885D-C71BDFBDABAE}" srcOrd="6" destOrd="0" presId="urn:microsoft.com/office/officeart/2016/7/layout/LinearBlockProcessNumbered"/>
    <dgm:cxn modelId="{59E01312-CDAB-4950-8B30-6DBF46CCB38D}" type="presParOf" srcId="{BD821EAE-BBF8-4216-885D-C71BDFBDABAE}" destId="{4AAB512F-44F4-4FCE-9D98-AF3AF6DCBA8D}" srcOrd="0" destOrd="0" presId="urn:microsoft.com/office/officeart/2016/7/layout/LinearBlockProcessNumbered"/>
    <dgm:cxn modelId="{6FD3CA85-5B71-4724-847C-917C6757B7B3}" type="presParOf" srcId="{BD821EAE-BBF8-4216-885D-C71BDFBDABAE}" destId="{DB119B49-AA63-468F-842C-7AEDF8C2C691}" srcOrd="1" destOrd="0" presId="urn:microsoft.com/office/officeart/2016/7/layout/LinearBlockProcessNumbered"/>
    <dgm:cxn modelId="{E3B5BF02-3F0B-4AF1-B833-4DCDBE668A46}" type="presParOf" srcId="{BD821EAE-BBF8-4216-885D-C71BDFBDABAE}" destId="{BE36E55A-E473-4170-91B6-079DCF69F935}"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80FCD7E-A6DA-4669-AEBB-9D2FCA1E3631}" type="doc">
      <dgm:prSet loTypeId="urn:microsoft.com/office/officeart/2018/2/layout/IconLabelList" loCatId="icon" qsTypeId="urn:microsoft.com/office/officeart/2005/8/quickstyle/simple1" qsCatId="simple" csTypeId="urn:microsoft.com/office/officeart/2005/8/colors/colorful1" csCatId="colorful" phldr="1"/>
      <dgm:spPr/>
      <dgm:t>
        <a:bodyPr/>
        <a:lstStyle/>
        <a:p>
          <a:endParaRPr lang="en-US"/>
        </a:p>
      </dgm:t>
    </dgm:pt>
    <dgm:pt modelId="{8ED039A9-299E-4256-A1C4-F1145E664B02}">
      <dgm:prSet custT="1"/>
      <dgm:spPr/>
      <dgm:t>
        <a:bodyPr/>
        <a:lstStyle/>
        <a:p>
          <a:pPr>
            <a:lnSpc>
              <a:spcPct val="100000"/>
            </a:lnSpc>
          </a:pPr>
          <a:r>
            <a:rPr lang="en-US" sz="1400" dirty="0"/>
            <a:t>Implements the Edmonds-Karp algorithm, an implementation of the Ford-Fulkerson method that uses a BFS, and, consequently, is shortest path "oriented", to compute the maximum flow in a directed graph. </a:t>
          </a:r>
        </a:p>
      </dgm:t>
    </dgm:pt>
    <dgm:pt modelId="{8E82B147-5A62-4548-948F-0FDB6F874182}" type="parTrans" cxnId="{E6B39ABC-1E65-464D-AE0A-0AF5F0876BFA}">
      <dgm:prSet/>
      <dgm:spPr/>
      <dgm:t>
        <a:bodyPr/>
        <a:lstStyle/>
        <a:p>
          <a:endParaRPr lang="en-US"/>
        </a:p>
      </dgm:t>
    </dgm:pt>
    <dgm:pt modelId="{5CCEDDA9-8391-4709-A8B7-A96E216A64AA}" type="sibTrans" cxnId="{E6B39ABC-1E65-464D-AE0A-0AF5F0876BFA}">
      <dgm:prSet/>
      <dgm:spPr/>
      <dgm:t>
        <a:bodyPr/>
        <a:lstStyle/>
        <a:p>
          <a:endParaRPr lang="en-US"/>
        </a:p>
      </dgm:t>
    </dgm:pt>
    <dgm:pt modelId="{1AF03C53-08A3-447F-9C32-EA8BE585832C}">
      <dgm:prSet custT="1"/>
      <dgm:spPr/>
      <dgm:t>
        <a:bodyPr/>
        <a:lstStyle/>
        <a:p>
          <a:pPr>
            <a:lnSpc>
              <a:spcPct val="100000"/>
            </a:lnSpc>
          </a:pPr>
          <a:r>
            <a:rPr lang="en-US" sz="1400" dirty="0"/>
            <a:t>This maximum flow is used to generate the assignments in the system by modeling the assignment problem as a bipartite graph</a:t>
          </a:r>
        </a:p>
      </dgm:t>
    </dgm:pt>
    <dgm:pt modelId="{A4147D6B-2031-4245-BB82-E9EA3FC12D92}" type="parTrans" cxnId="{010E29F0-1514-42BF-AC2C-2F8531FF155D}">
      <dgm:prSet/>
      <dgm:spPr/>
      <dgm:t>
        <a:bodyPr/>
        <a:lstStyle/>
        <a:p>
          <a:endParaRPr lang="en-US"/>
        </a:p>
      </dgm:t>
    </dgm:pt>
    <dgm:pt modelId="{094CDE90-6529-4811-A8EE-A1572F3B7322}" type="sibTrans" cxnId="{010E29F0-1514-42BF-AC2C-2F8531FF155D}">
      <dgm:prSet/>
      <dgm:spPr/>
      <dgm:t>
        <a:bodyPr/>
        <a:lstStyle/>
        <a:p>
          <a:endParaRPr lang="en-US"/>
        </a:p>
      </dgm:t>
    </dgm:pt>
    <dgm:pt modelId="{19B3FA7F-CEEB-45D6-BC55-34202173D0EC}" type="pres">
      <dgm:prSet presAssocID="{D80FCD7E-A6DA-4669-AEBB-9D2FCA1E3631}" presName="root" presStyleCnt="0">
        <dgm:presLayoutVars>
          <dgm:dir/>
          <dgm:resizeHandles val="exact"/>
        </dgm:presLayoutVars>
      </dgm:prSet>
      <dgm:spPr/>
    </dgm:pt>
    <dgm:pt modelId="{62B39165-8DDA-426A-B672-4CF37B9A058D}" type="pres">
      <dgm:prSet presAssocID="{8ED039A9-299E-4256-A1C4-F1145E664B02}" presName="compNode" presStyleCnt="0"/>
      <dgm:spPr/>
    </dgm:pt>
    <dgm:pt modelId="{14EF9DF8-0A1C-4EB9-9B0E-A76B3DDC1F41}" type="pres">
      <dgm:prSet presAssocID="{8ED039A9-299E-4256-A1C4-F1145E664B02}"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Rota (dois pinos com um caminho) com preenchimento sólido"/>
        </a:ext>
      </dgm:extLst>
    </dgm:pt>
    <dgm:pt modelId="{F7890E83-3B94-40D6-9C7C-C396A32EA04F}" type="pres">
      <dgm:prSet presAssocID="{8ED039A9-299E-4256-A1C4-F1145E664B02}" presName="spaceRect" presStyleCnt="0"/>
      <dgm:spPr/>
    </dgm:pt>
    <dgm:pt modelId="{2FC5DDBC-603E-4433-BA97-0F264B1A6F81}" type="pres">
      <dgm:prSet presAssocID="{8ED039A9-299E-4256-A1C4-F1145E664B02}" presName="textRect" presStyleLbl="revTx" presStyleIdx="0" presStyleCnt="2">
        <dgm:presLayoutVars>
          <dgm:chMax val="1"/>
          <dgm:chPref val="1"/>
        </dgm:presLayoutVars>
      </dgm:prSet>
      <dgm:spPr/>
    </dgm:pt>
    <dgm:pt modelId="{E1F355A2-F5A4-491B-A867-BE32E42FABC0}" type="pres">
      <dgm:prSet presAssocID="{5CCEDDA9-8391-4709-A8B7-A96E216A64AA}" presName="sibTrans" presStyleCnt="0"/>
      <dgm:spPr/>
    </dgm:pt>
    <dgm:pt modelId="{1C49ED61-FDD3-4920-B25D-3C143D3558AB}" type="pres">
      <dgm:prSet presAssocID="{1AF03C53-08A3-447F-9C32-EA8BE585832C}" presName="compNode" presStyleCnt="0"/>
      <dgm:spPr/>
    </dgm:pt>
    <dgm:pt modelId="{2BD5BFC7-9C51-4486-BD06-F39BDABF28B9}" type="pres">
      <dgm:prSet presAssocID="{1AF03C53-08A3-447F-9C32-EA8BE585832C}" presName="iconRect" presStyleLbl="node1" presStyleIdx="1" presStyleCnt="2"/>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Ligado com preenchimento sólido"/>
        </a:ext>
      </dgm:extLst>
    </dgm:pt>
    <dgm:pt modelId="{ECADEA39-AFC2-40EB-A63B-109BF64FFAE5}" type="pres">
      <dgm:prSet presAssocID="{1AF03C53-08A3-447F-9C32-EA8BE585832C}" presName="spaceRect" presStyleCnt="0"/>
      <dgm:spPr/>
    </dgm:pt>
    <dgm:pt modelId="{8B1AA65A-E34A-4848-A477-C08C634A83AA}" type="pres">
      <dgm:prSet presAssocID="{1AF03C53-08A3-447F-9C32-EA8BE585832C}" presName="textRect" presStyleLbl="revTx" presStyleIdx="1" presStyleCnt="2">
        <dgm:presLayoutVars>
          <dgm:chMax val="1"/>
          <dgm:chPref val="1"/>
        </dgm:presLayoutVars>
      </dgm:prSet>
      <dgm:spPr/>
    </dgm:pt>
  </dgm:ptLst>
  <dgm:cxnLst>
    <dgm:cxn modelId="{3EFB171F-1736-4109-B2A2-ADFA50740FD0}" type="presOf" srcId="{D80FCD7E-A6DA-4669-AEBB-9D2FCA1E3631}" destId="{19B3FA7F-CEEB-45D6-BC55-34202173D0EC}" srcOrd="0" destOrd="0" presId="urn:microsoft.com/office/officeart/2018/2/layout/IconLabelList"/>
    <dgm:cxn modelId="{2E8FA5B2-977B-4725-BC39-32C5036DFA63}" type="presOf" srcId="{8ED039A9-299E-4256-A1C4-F1145E664B02}" destId="{2FC5DDBC-603E-4433-BA97-0F264B1A6F81}" srcOrd="0" destOrd="0" presId="urn:microsoft.com/office/officeart/2018/2/layout/IconLabelList"/>
    <dgm:cxn modelId="{E6B39ABC-1E65-464D-AE0A-0AF5F0876BFA}" srcId="{D80FCD7E-A6DA-4669-AEBB-9D2FCA1E3631}" destId="{8ED039A9-299E-4256-A1C4-F1145E664B02}" srcOrd="0" destOrd="0" parTransId="{8E82B147-5A62-4548-948F-0FDB6F874182}" sibTransId="{5CCEDDA9-8391-4709-A8B7-A96E216A64AA}"/>
    <dgm:cxn modelId="{BC1E17E5-476B-457B-87CD-7537D80EB8C0}" type="presOf" srcId="{1AF03C53-08A3-447F-9C32-EA8BE585832C}" destId="{8B1AA65A-E34A-4848-A477-C08C634A83AA}" srcOrd="0" destOrd="0" presId="urn:microsoft.com/office/officeart/2018/2/layout/IconLabelList"/>
    <dgm:cxn modelId="{010E29F0-1514-42BF-AC2C-2F8531FF155D}" srcId="{D80FCD7E-A6DA-4669-AEBB-9D2FCA1E3631}" destId="{1AF03C53-08A3-447F-9C32-EA8BE585832C}" srcOrd="1" destOrd="0" parTransId="{A4147D6B-2031-4245-BB82-E9EA3FC12D92}" sibTransId="{094CDE90-6529-4811-A8EE-A1572F3B7322}"/>
    <dgm:cxn modelId="{B200CF4E-F5AB-438E-8DFA-8F3782ABF9A8}" type="presParOf" srcId="{19B3FA7F-CEEB-45D6-BC55-34202173D0EC}" destId="{62B39165-8DDA-426A-B672-4CF37B9A058D}" srcOrd="0" destOrd="0" presId="urn:microsoft.com/office/officeart/2018/2/layout/IconLabelList"/>
    <dgm:cxn modelId="{318CA330-CF49-48D4-8CF2-3585AC4081AC}" type="presParOf" srcId="{62B39165-8DDA-426A-B672-4CF37B9A058D}" destId="{14EF9DF8-0A1C-4EB9-9B0E-A76B3DDC1F41}" srcOrd="0" destOrd="0" presId="urn:microsoft.com/office/officeart/2018/2/layout/IconLabelList"/>
    <dgm:cxn modelId="{A4300932-F9CC-4385-9230-4FCC11983A68}" type="presParOf" srcId="{62B39165-8DDA-426A-B672-4CF37B9A058D}" destId="{F7890E83-3B94-40D6-9C7C-C396A32EA04F}" srcOrd="1" destOrd="0" presId="urn:microsoft.com/office/officeart/2018/2/layout/IconLabelList"/>
    <dgm:cxn modelId="{721E6C37-479F-4730-91FB-00334030FD14}" type="presParOf" srcId="{62B39165-8DDA-426A-B672-4CF37B9A058D}" destId="{2FC5DDBC-603E-4433-BA97-0F264B1A6F81}" srcOrd="2" destOrd="0" presId="urn:microsoft.com/office/officeart/2018/2/layout/IconLabelList"/>
    <dgm:cxn modelId="{B358EBBE-9F34-4F19-8DD3-7BABA27B6777}" type="presParOf" srcId="{19B3FA7F-CEEB-45D6-BC55-34202173D0EC}" destId="{E1F355A2-F5A4-491B-A867-BE32E42FABC0}" srcOrd="1" destOrd="0" presId="urn:microsoft.com/office/officeart/2018/2/layout/IconLabelList"/>
    <dgm:cxn modelId="{BDBEB4CD-40AE-44CF-BF2B-2F6112084A0E}" type="presParOf" srcId="{19B3FA7F-CEEB-45D6-BC55-34202173D0EC}" destId="{1C49ED61-FDD3-4920-B25D-3C143D3558AB}" srcOrd="2" destOrd="0" presId="urn:microsoft.com/office/officeart/2018/2/layout/IconLabelList"/>
    <dgm:cxn modelId="{50290B75-02DE-4D24-9854-BEB7DFD57846}" type="presParOf" srcId="{1C49ED61-FDD3-4920-B25D-3C143D3558AB}" destId="{2BD5BFC7-9C51-4486-BD06-F39BDABF28B9}" srcOrd="0" destOrd="0" presId="urn:microsoft.com/office/officeart/2018/2/layout/IconLabelList"/>
    <dgm:cxn modelId="{A3C843EF-41EE-438C-8F6F-745BA53B4BCF}" type="presParOf" srcId="{1C49ED61-FDD3-4920-B25D-3C143D3558AB}" destId="{ECADEA39-AFC2-40EB-A63B-109BF64FFAE5}" srcOrd="1" destOrd="0" presId="urn:microsoft.com/office/officeart/2018/2/layout/IconLabelList"/>
    <dgm:cxn modelId="{8749D5E6-1E96-4AAD-9CE5-B8A529643814}" type="presParOf" srcId="{1C49ED61-FDD3-4920-B25D-3C143D3558AB}" destId="{8B1AA65A-E34A-4848-A477-C08C634A83AA}"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80FCD7E-A6DA-4669-AEBB-9D2FCA1E3631}"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AABA129-15AE-434D-A223-715C13A727D1}">
      <dgm:prSet custT="1"/>
      <dgm:spPr/>
      <dgm:t>
        <a:bodyPr/>
        <a:lstStyle/>
        <a:p>
          <a:pPr>
            <a:lnSpc>
              <a:spcPct val="100000"/>
            </a:lnSpc>
          </a:pPr>
          <a:r>
            <a:rPr lang="en-US" sz="1200" dirty="0">
              <a:solidFill>
                <a:schemeClr val="bg1"/>
              </a:solidFill>
            </a:rPr>
            <a:t>One set of vertices represents submissions and the other represents reviewers, and edges encode assignment possibilities with capacity constraints.</a:t>
          </a:r>
        </a:p>
      </dgm:t>
    </dgm:pt>
    <dgm:pt modelId="{A2E4B340-976E-4666-B8D1-BFD61708684F}" type="parTrans" cxnId="{D49CCDD2-7B35-4F9E-8D57-AFDE7FB5CEEE}">
      <dgm:prSet/>
      <dgm:spPr/>
      <dgm:t>
        <a:bodyPr/>
        <a:lstStyle/>
        <a:p>
          <a:endParaRPr lang="pt-PT"/>
        </a:p>
      </dgm:t>
    </dgm:pt>
    <dgm:pt modelId="{5D15EEE7-5B9E-49C3-B391-D24EFA4B534D}" type="sibTrans" cxnId="{D49CCDD2-7B35-4F9E-8D57-AFDE7FB5CEEE}">
      <dgm:prSet/>
      <dgm:spPr/>
      <dgm:t>
        <a:bodyPr/>
        <a:lstStyle/>
        <a:p>
          <a:endParaRPr lang="pt-PT"/>
        </a:p>
      </dgm:t>
    </dgm:pt>
    <dgm:pt modelId="{B9B739C8-8D1D-4B89-99E6-3327EB2D1A1A}">
      <dgm:prSet/>
      <dgm:spPr/>
      <dgm:t>
        <a:bodyPr/>
        <a:lstStyle/>
        <a:p>
          <a:pPr>
            <a:lnSpc>
              <a:spcPct val="100000"/>
            </a:lnSpc>
          </a:pPr>
          <a:r>
            <a:rPr lang="en-US" dirty="0">
              <a:solidFill>
                <a:schemeClr val="bg1"/>
              </a:solidFill>
            </a:rPr>
            <a:t>In this context, computing the maximum flow is equivalent to solving a maximal bipartite matching problem.</a:t>
          </a:r>
        </a:p>
      </dgm:t>
    </dgm:pt>
    <dgm:pt modelId="{04B544B6-E744-46DE-877E-ACC6D083580B}" type="parTrans" cxnId="{E93DA1B2-83C1-4974-8B50-718DE8176A62}">
      <dgm:prSet/>
      <dgm:spPr/>
      <dgm:t>
        <a:bodyPr/>
        <a:lstStyle/>
        <a:p>
          <a:endParaRPr lang="en-US"/>
        </a:p>
      </dgm:t>
    </dgm:pt>
    <dgm:pt modelId="{CD61C1C7-CFD2-4218-B1E9-D39BE855549D}" type="sibTrans" cxnId="{E93DA1B2-83C1-4974-8B50-718DE8176A62}">
      <dgm:prSet/>
      <dgm:spPr/>
      <dgm:t>
        <a:bodyPr/>
        <a:lstStyle/>
        <a:p>
          <a:endParaRPr lang="en-US"/>
        </a:p>
      </dgm:t>
    </dgm:pt>
    <dgm:pt modelId="{267A67CC-7191-49A7-A0E7-98EB96F284CE}">
      <dgm:prSet custT="1"/>
      <dgm:spPr/>
      <dgm:t>
        <a:bodyPr/>
        <a:lstStyle/>
        <a:p>
          <a:pPr>
            <a:lnSpc>
              <a:spcPct val="100000"/>
            </a:lnSpc>
          </a:pPr>
          <a:r>
            <a:rPr lang="en-US" sz="1200" dirty="0">
              <a:solidFill>
                <a:schemeClr val="bg1"/>
              </a:solidFill>
            </a:rPr>
            <a:t>Each unit of flow along an edge represents an assignment of a reviewer to a </a:t>
          </a:r>
          <a:r>
            <a:rPr lang="en-US" sz="1200" dirty="0" err="1">
              <a:solidFill>
                <a:schemeClr val="bg1"/>
              </a:solidFill>
            </a:rPr>
            <a:t>submissiothe</a:t>
          </a:r>
          <a:r>
            <a:rPr lang="en-US" sz="1200" dirty="0">
              <a:solidFill>
                <a:schemeClr val="bg1"/>
              </a:solidFill>
            </a:rPr>
            <a:t> maximum flow guarantees that as many submissions as possible receive the required number of reviewers while respecting all reviewer and submission constraints.</a:t>
          </a:r>
        </a:p>
      </dgm:t>
    </dgm:pt>
    <dgm:pt modelId="{102E6F76-70E1-4140-91B6-DA8E8400B8FC}" type="parTrans" cxnId="{1FAF3E16-43D2-4E58-8A8C-90C8C86A5AAF}">
      <dgm:prSet/>
      <dgm:spPr/>
      <dgm:t>
        <a:bodyPr/>
        <a:lstStyle/>
        <a:p>
          <a:endParaRPr lang="pt-PT"/>
        </a:p>
      </dgm:t>
    </dgm:pt>
    <dgm:pt modelId="{77F02D77-08B7-4F7C-9BE8-5DC1A10546D5}" type="sibTrans" cxnId="{1FAF3E16-43D2-4E58-8A8C-90C8C86A5AAF}">
      <dgm:prSet/>
      <dgm:spPr/>
      <dgm:t>
        <a:bodyPr/>
        <a:lstStyle/>
        <a:p>
          <a:endParaRPr lang="pt-PT"/>
        </a:p>
      </dgm:t>
    </dgm:pt>
    <dgm:pt modelId="{19B3FA7F-CEEB-45D6-BC55-34202173D0EC}" type="pres">
      <dgm:prSet presAssocID="{D80FCD7E-A6DA-4669-AEBB-9D2FCA1E3631}" presName="root" presStyleCnt="0">
        <dgm:presLayoutVars>
          <dgm:dir/>
          <dgm:resizeHandles val="exact"/>
        </dgm:presLayoutVars>
      </dgm:prSet>
      <dgm:spPr/>
    </dgm:pt>
    <dgm:pt modelId="{21F20319-D115-4252-8E63-88EF3B2278BC}" type="pres">
      <dgm:prSet presAssocID="{0AABA129-15AE-434D-A223-715C13A727D1}" presName="compNode" presStyleCnt="0"/>
      <dgm:spPr/>
    </dgm:pt>
    <dgm:pt modelId="{AE6FA56E-E462-43A7-8D08-E68C5E820377}" type="pres">
      <dgm:prSet presAssocID="{0AABA129-15AE-434D-A223-715C13A727D1}" presName="iconRect" presStyleLbl="node1" presStyleIdx="0" presStyleCnt="3"/>
      <dgm:spPr>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pt>
    <dgm:pt modelId="{EC93D674-74FA-40A1-BE3B-9709CE4E3F2C}" type="pres">
      <dgm:prSet presAssocID="{0AABA129-15AE-434D-A223-715C13A727D1}" presName="spaceRect" presStyleCnt="0"/>
      <dgm:spPr/>
    </dgm:pt>
    <dgm:pt modelId="{767B4C09-2BDC-4643-8FC7-CF5ED7A6B3E9}" type="pres">
      <dgm:prSet presAssocID="{0AABA129-15AE-434D-A223-715C13A727D1}" presName="textRect" presStyleLbl="revTx" presStyleIdx="0" presStyleCnt="3">
        <dgm:presLayoutVars>
          <dgm:chMax val="1"/>
          <dgm:chPref val="1"/>
        </dgm:presLayoutVars>
      </dgm:prSet>
      <dgm:spPr/>
    </dgm:pt>
    <dgm:pt modelId="{25A35BF2-A394-48C4-AAF1-11F8E11AC273}" type="pres">
      <dgm:prSet presAssocID="{5D15EEE7-5B9E-49C3-B391-D24EFA4B534D}" presName="sibTrans" presStyleCnt="0"/>
      <dgm:spPr/>
    </dgm:pt>
    <dgm:pt modelId="{9855FB15-73A9-4734-86A5-B9779B106650}" type="pres">
      <dgm:prSet presAssocID="{B9B739C8-8D1D-4B89-99E6-3327EB2D1A1A}" presName="compNode" presStyleCnt="0"/>
      <dgm:spPr/>
    </dgm:pt>
    <dgm:pt modelId="{1A0A3C0E-EE2F-4D81-9BF8-3347F9B68AED}" type="pres">
      <dgm:prSet presAssocID="{B9B739C8-8D1D-4B89-99E6-3327EB2D1A1A}"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alança da justiça com preenchimento sólido"/>
        </a:ext>
      </dgm:extLst>
    </dgm:pt>
    <dgm:pt modelId="{3827E921-DEB1-4479-92B3-285036AE3D61}" type="pres">
      <dgm:prSet presAssocID="{B9B739C8-8D1D-4B89-99E6-3327EB2D1A1A}" presName="spaceRect" presStyleCnt="0"/>
      <dgm:spPr/>
    </dgm:pt>
    <dgm:pt modelId="{67FCA270-4B29-4369-A350-5374A2E7789D}" type="pres">
      <dgm:prSet presAssocID="{B9B739C8-8D1D-4B89-99E6-3327EB2D1A1A}" presName="textRect" presStyleLbl="revTx" presStyleIdx="1" presStyleCnt="3">
        <dgm:presLayoutVars>
          <dgm:chMax val="1"/>
          <dgm:chPref val="1"/>
        </dgm:presLayoutVars>
      </dgm:prSet>
      <dgm:spPr/>
    </dgm:pt>
    <dgm:pt modelId="{EAB30E8C-289D-49BA-8410-82CC50C4FA68}" type="pres">
      <dgm:prSet presAssocID="{CD61C1C7-CFD2-4218-B1E9-D39BE855549D}" presName="sibTrans" presStyleCnt="0"/>
      <dgm:spPr/>
    </dgm:pt>
    <dgm:pt modelId="{C96A6823-23E8-469B-B88E-B5507C7A6319}" type="pres">
      <dgm:prSet presAssocID="{267A67CC-7191-49A7-A0E7-98EB96F284CE}" presName="compNode" presStyleCnt="0"/>
      <dgm:spPr/>
    </dgm:pt>
    <dgm:pt modelId="{C9EFCA3A-2C84-4EEA-9A17-57E8A6F08A8F}" type="pres">
      <dgm:prSet presAssocID="{267A67CC-7191-49A7-A0E7-98EB96F284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o"/>
        </a:ext>
      </dgm:extLst>
    </dgm:pt>
    <dgm:pt modelId="{3DA94053-7774-4DA7-B07D-2BEA3B5B2665}" type="pres">
      <dgm:prSet presAssocID="{267A67CC-7191-49A7-A0E7-98EB96F284CE}" presName="spaceRect" presStyleCnt="0"/>
      <dgm:spPr/>
    </dgm:pt>
    <dgm:pt modelId="{AB76C386-6B02-4DA5-9321-0FA22361EFE3}" type="pres">
      <dgm:prSet presAssocID="{267A67CC-7191-49A7-A0E7-98EB96F284CE}" presName="textRect" presStyleLbl="revTx" presStyleIdx="2" presStyleCnt="3">
        <dgm:presLayoutVars>
          <dgm:chMax val="1"/>
          <dgm:chPref val="1"/>
        </dgm:presLayoutVars>
      </dgm:prSet>
      <dgm:spPr/>
    </dgm:pt>
  </dgm:ptLst>
  <dgm:cxnLst>
    <dgm:cxn modelId="{1FAF3E16-43D2-4E58-8A8C-90C8C86A5AAF}" srcId="{D80FCD7E-A6DA-4669-AEBB-9D2FCA1E3631}" destId="{267A67CC-7191-49A7-A0E7-98EB96F284CE}" srcOrd="2" destOrd="0" parTransId="{102E6F76-70E1-4140-91B6-DA8E8400B8FC}" sibTransId="{77F02D77-08B7-4F7C-9BE8-5DC1A10546D5}"/>
    <dgm:cxn modelId="{3EFB171F-1736-4109-B2A2-ADFA50740FD0}" type="presOf" srcId="{D80FCD7E-A6DA-4669-AEBB-9D2FCA1E3631}" destId="{19B3FA7F-CEEB-45D6-BC55-34202173D0EC}" srcOrd="0" destOrd="0" presId="urn:microsoft.com/office/officeart/2018/2/layout/IconLabelList"/>
    <dgm:cxn modelId="{6AD2DC2A-3DE1-41E8-B685-3E970C3EE89A}" type="presOf" srcId="{B9B739C8-8D1D-4B89-99E6-3327EB2D1A1A}" destId="{67FCA270-4B29-4369-A350-5374A2E7789D}" srcOrd="0" destOrd="0" presId="urn:microsoft.com/office/officeart/2018/2/layout/IconLabelList"/>
    <dgm:cxn modelId="{7D40527F-4CE7-4E42-9220-1299A2D166E9}" type="presOf" srcId="{267A67CC-7191-49A7-A0E7-98EB96F284CE}" destId="{AB76C386-6B02-4DA5-9321-0FA22361EFE3}" srcOrd="0" destOrd="0" presId="urn:microsoft.com/office/officeart/2018/2/layout/IconLabelList"/>
    <dgm:cxn modelId="{E93DA1B2-83C1-4974-8B50-718DE8176A62}" srcId="{D80FCD7E-A6DA-4669-AEBB-9D2FCA1E3631}" destId="{B9B739C8-8D1D-4B89-99E6-3327EB2D1A1A}" srcOrd="1" destOrd="0" parTransId="{04B544B6-E744-46DE-877E-ACC6D083580B}" sibTransId="{CD61C1C7-CFD2-4218-B1E9-D39BE855549D}"/>
    <dgm:cxn modelId="{D49CCDD2-7B35-4F9E-8D57-AFDE7FB5CEEE}" srcId="{D80FCD7E-A6DA-4669-AEBB-9D2FCA1E3631}" destId="{0AABA129-15AE-434D-A223-715C13A727D1}" srcOrd="0" destOrd="0" parTransId="{A2E4B340-976E-4666-B8D1-BFD61708684F}" sibTransId="{5D15EEE7-5B9E-49C3-B391-D24EFA4B534D}"/>
    <dgm:cxn modelId="{3E111FF7-F280-4E5F-A401-0F806DE5677F}" type="presOf" srcId="{0AABA129-15AE-434D-A223-715C13A727D1}" destId="{767B4C09-2BDC-4643-8FC7-CF5ED7A6B3E9}" srcOrd="0" destOrd="0" presId="urn:microsoft.com/office/officeart/2018/2/layout/IconLabelList"/>
    <dgm:cxn modelId="{D698427C-ED72-40AF-AEDC-8700D8BE6BC6}" type="presParOf" srcId="{19B3FA7F-CEEB-45D6-BC55-34202173D0EC}" destId="{21F20319-D115-4252-8E63-88EF3B2278BC}" srcOrd="0" destOrd="0" presId="urn:microsoft.com/office/officeart/2018/2/layout/IconLabelList"/>
    <dgm:cxn modelId="{734D5ABB-DB06-46B3-8A5B-620A3075B552}" type="presParOf" srcId="{21F20319-D115-4252-8E63-88EF3B2278BC}" destId="{AE6FA56E-E462-43A7-8D08-E68C5E820377}" srcOrd="0" destOrd="0" presId="urn:microsoft.com/office/officeart/2018/2/layout/IconLabelList"/>
    <dgm:cxn modelId="{5A8771CD-C91C-4C2F-901A-7F8EE68883CA}" type="presParOf" srcId="{21F20319-D115-4252-8E63-88EF3B2278BC}" destId="{EC93D674-74FA-40A1-BE3B-9709CE4E3F2C}" srcOrd="1" destOrd="0" presId="urn:microsoft.com/office/officeart/2018/2/layout/IconLabelList"/>
    <dgm:cxn modelId="{4A7DCC0C-97C3-4A20-9713-467304ADB1F6}" type="presParOf" srcId="{21F20319-D115-4252-8E63-88EF3B2278BC}" destId="{767B4C09-2BDC-4643-8FC7-CF5ED7A6B3E9}" srcOrd="2" destOrd="0" presId="urn:microsoft.com/office/officeart/2018/2/layout/IconLabelList"/>
    <dgm:cxn modelId="{89C11E1D-65EB-4C1D-905C-D3F723F8FD85}" type="presParOf" srcId="{19B3FA7F-CEEB-45D6-BC55-34202173D0EC}" destId="{25A35BF2-A394-48C4-AAF1-11F8E11AC273}" srcOrd="1" destOrd="0" presId="urn:microsoft.com/office/officeart/2018/2/layout/IconLabelList"/>
    <dgm:cxn modelId="{AA7477B3-0AB1-4E61-A0E6-D8F7ACD487E7}" type="presParOf" srcId="{19B3FA7F-CEEB-45D6-BC55-34202173D0EC}" destId="{9855FB15-73A9-4734-86A5-B9779B106650}" srcOrd="2" destOrd="0" presId="urn:microsoft.com/office/officeart/2018/2/layout/IconLabelList"/>
    <dgm:cxn modelId="{7C3ECFC4-02A1-4F5F-8B4F-DCF5882DEF3E}" type="presParOf" srcId="{9855FB15-73A9-4734-86A5-B9779B106650}" destId="{1A0A3C0E-EE2F-4D81-9BF8-3347F9B68AED}" srcOrd="0" destOrd="0" presId="urn:microsoft.com/office/officeart/2018/2/layout/IconLabelList"/>
    <dgm:cxn modelId="{273750F2-FDE7-4153-AFF1-7CFF76839A5C}" type="presParOf" srcId="{9855FB15-73A9-4734-86A5-B9779B106650}" destId="{3827E921-DEB1-4479-92B3-285036AE3D61}" srcOrd="1" destOrd="0" presId="urn:microsoft.com/office/officeart/2018/2/layout/IconLabelList"/>
    <dgm:cxn modelId="{763BE146-FA12-428E-8A1E-9C386B732795}" type="presParOf" srcId="{9855FB15-73A9-4734-86A5-B9779B106650}" destId="{67FCA270-4B29-4369-A350-5374A2E7789D}" srcOrd="2" destOrd="0" presId="urn:microsoft.com/office/officeart/2018/2/layout/IconLabelList"/>
    <dgm:cxn modelId="{7EEC0F03-AD3D-4E81-8AA0-4CAE3FFFBAEB}" type="presParOf" srcId="{19B3FA7F-CEEB-45D6-BC55-34202173D0EC}" destId="{EAB30E8C-289D-49BA-8410-82CC50C4FA68}" srcOrd="3" destOrd="0" presId="urn:microsoft.com/office/officeart/2018/2/layout/IconLabelList"/>
    <dgm:cxn modelId="{900EF288-DD5C-47A7-B911-12CF82F89650}" type="presParOf" srcId="{19B3FA7F-CEEB-45D6-BC55-34202173D0EC}" destId="{C96A6823-23E8-469B-B88E-B5507C7A6319}" srcOrd="4" destOrd="0" presId="urn:microsoft.com/office/officeart/2018/2/layout/IconLabelList"/>
    <dgm:cxn modelId="{0EA0A748-AFBC-4136-BEE3-ACBB4F64E7D1}" type="presParOf" srcId="{C96A6823-23E8-469B-B88E-B5507C7A6319}" destId="{C9EFCA3A-2C84-4EEA-9A17-57E8A6F08A8F}" srcOrd="0" destOrd="0" presId="urn:microsoft.com/office/officeart/2018/2/layout/IconLabelList"/>
    <dgm:cxn modelId="{8141089C-3A39-4CBD-B491-A28DF02C339C}" type="presParOf" srcId="{C96A6823-23E8-469B-B88E-B5507C7A6319}" destId="{3DA94053-7774-4DA7-B07D-2BEA3B5B2665}" srcOrd="1" destOrd="0" presId="urn:microsoft.com/office/officeart/2018/2/layout/IconLabelList"/>
    <dgm:cxn modelId="{3A211AB5-39F2-49C9-8421-6717BB2EF661}" type="presParOf" srcId="{C96A6823-23E8-469B-B88E-B5507C7A6319}" destId="{AB76C386-6B02-4DA5-9321-0FA22361EFE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CEE90FA-8C03-44AF-9D08-28C1728257F2}" type="doc">
      <dgm:prSet loTypeId="urn:microsoft.com/office/officeart/2005/8/layout/target3" loCatId="relationship" qsTypeId="urn:microsoft.com/office/officeart/2005/8/quickstyle/simple1" qsCatId="simple" csTypeId="urn:microsoft.com/office/officeart/2005/8/colors/accent1_4" csCatId="accent1"/>
      <dgm:spPr/>
      <dgm:t>
        <a:bodyPr/>
        <a:lstStyle/>
        <a:p>
          <a:endParaRPr lang="pt-PT"/>
        </a:p>
      </dgm:t>
    </dgm:pt>
    <dgm:pt modelId="{F682E4BB-59E6-419D-91E1-3C2F4A0754D5}">
      <dgm:prSet/>
      <dgm:spPr/>
      <dgm:t>
        <a:bodyPr/>
        <a:lstStyle/>
        <a:p>
          <a:r>
            <a:rPr lang="en-US" dirty="0"/>
            <a:t>The setup() function loads the input file, parses its contents using the Parser, and converts the data into a graph structure through an adapter.</a:t>
          </a:r>
          <a:endParaRPr lang="pt-PT" dirty="0"/>
        </a:p>
      </dgm:t>
    </dgm:pt>
    <dgm:pt modelId="{DFFDD598-A057-494E-9EA8-C5AC7E59E439}" type="parTrans" cxnId="{C517D9E9-3ED7-4D68-A24F-AB728070C6D9}">
      <dgm:prSet/>
      <dgm:spPr/>
      <dgm:t>
        <a:bodyPr/>
        <a:lstStyle/>
        <a:p>
          <a:endParaRPr lang="pt-PT"/>
        </a:p>
      </dgm:t>
    </dgm:pt>
    <dgm:pt modelId="{F8EEA149-D5D4-40BB-8041-54C965E5A597}" type="sibTrans" cxnId="{C517D9E9-3ED7-4D68-A24F-AB728070C6D9}">
      <dgm:prSet/>
      <dgm:spPr/>
      <dgm:t>
        <a:bodyPr/>
        <a:lstStyle/>
        <a:p>
          <a:endParaRPr lang="pt-PT"/>
        </a:p>
      </dgm:t>
    </dgm:pt>
    <dgm:pt modelId="{FB69CF66-9D0F-4201-BEAF-C655BE4F13A0}">
      <dgm:prSet/>
      <dgm:spPr/>
      <dgm:t>
        <a:bodyPr/>
        <a:lstStyle/>
        <a:p>
          <a:r>
            <a:rPr lang="en-US"/>
            <a:t>The main processing step is performed by get_max_flow(), which applies the Edmonds-Karp algorithm to compute a maximum flow on the graph.</a:t>
          </a:r>
          <a:endParaRPr lang="pt-PT"/>
        </a:p>
      </dgm:t>
    </dgm:pt>
    <dgm:pt modelId="{4830EC37-1F06-418D-ACF9-ECC8831B3733}" type="parTrans" cxnId="{EB9D6973-467A-43CA-BFCE-C72BE31C2209}">
      <dgm:prSet/>
      <dgm:spPr/>
      <dgm:t>
        <a:bodyPr/>
        <a:lstStyle/>
        <a:p>
          <a:endParaRPr lang="pt-PT"/>
        </a:p>
      </dgm:t>
    </dgm:pt>
    <dgm:pt modelId="{D7A21E55-0BFA-406D-B055-F7AF29C2AA34}" type="sibTrans" cxnId="{EB9D6973-467A-43CA-BFCE-C72BE31C2209}">
      <dgm:prSet/>
      <dgm:spPr/>
      <dgm:t>
        <a:bodyPr/>
        <a:lstStyle/>
        <a:p>
          <a:endParaRPr lang="pt-PT"/>
        </a:p>
      </dgm:t>
    </dgm:pt>
    <dgm:pt modelId="{38CF3936-FBEA-414B-9C4D-AA9F474ED420}">
      <dgm:prSet/>
      <dgm:spPr/>
      <dgm:t>
        <a:bodyPr/>
        <a:lstStyle/>
        <a:p>
          <a:r>
            <a:rPr lang="en-US"/>
            <a:t>This corresponds to finding an optimal assignment between reviewers and submissions. </a:t>
          </a:r>
          <a:endParaRPr lang="pt-PT"/>
        </a:p>
      </dgm:t>
    </dgm:pt>
    <dgm:pt modelId="{2822DFB8-DB74-4D9C-A99C-B7022ED4B43D}" type="parTrans" cxnId="{B5773496-0FF6-48AB-9804-A57D150B3CA2}">
      <dgm:prSet/>
      <dgm:spPr/>
      <dgm:t>
        <a:bodyPr/>
        <a:lstStyle/>
        <a:p>
          <a:endParaRPr lang="pt-PT"/>
        </a:p>
      </dgm:t>
    </dgm:pt>
    <dgm:pt modelId="{908016DD-6BE9-4BDA-BCB5-7188160B14AB}" type="sibTrans" cxnId="{B5773496-0FF6-48AB-9804-A57D150B3CA2}">
      <dgm:prSet/>
      <dgm:spPr/>
      <dgm:t>
        <a:bodyPr/>
        <a:lstStyle/>
        <a:p>
          <a:endParaRPr lang="pt-PT"/>
        </a:p>
      </dgm:t>
    </dgm:pt>
    <dgm:pt modelId="{6298A394-B066-4492-9669-C2F9D9E30E34}">
      <dgm:prSet/>
      <dgm:spPr/>
      <dgm:t>
        <a:bodyPr/>
        <a:lstStyle/>
        <a:p>
          <a:r>
            <a:rPr lang="en-US"/>
            <a:t>The resulting flow is then interpreted and stored as matching outputs for both submissions and reviewers.</a:t>
          </a:r>
          <a:endParaRPr lang="pt-PT"/>
        </a:p>
      </dgm:t>
    </dgm:pt>
    <dgm:pt modelId="{AC9D4E0C-89D8-46E8-9EE7-BFF88BC06269}" type="parTrans" cxnId="{3C103AA0-8918-49A0-B028-3D2F899A1176}">
      <dgm:prSet/>
      <dgm:spPr/>
      <dgm:t>
        <a:bodyPr/>
        <a:lstStyle/>
        <a:p>
          <a:endParaRPr lang="pt-PT"/>
        </a:p>
      </dgm:t>
    </dgm:pt>
    <dgm:pt modelId="{75895AC6-AB92-472B-B88D-447EA19C011A}" type="sibTrans" cxnId="{3C103AA0-8918-49A0-B028-3D2F899A1176}">
      <dgm:prSet/>
      <dgm:spPr/>
      <dgm:t>
        <a:bodyPr/>
        <a:lstStyle/>
        <a:p>
          <a:endParaRPr lang="pt-PT"/>
        </a:p>
      </dgm:t>
    </dgm:pt>
    <dgm:pt modelId="{3CC0A0C0-D2DD-49A9-ABA9-F014AC457BD5}" type="pres">
      <dgm:prSet presAssocID="{4CEE90FA-8C03-44AF-9D08-28C1728257F2}" presName="Name0" presStyleCnt="0">
        <dgm:presLayoutVars>
          <dgm:chMax val="7"/>
          <dgm:dir/>
          <dgm:animLvl val="lvl"/>
          <dgm:resizeHandles val="exact"/>
        </dgm:presLayoutVars>
      </dgm:prSet>
      <dgm:spPr/>
    </dgm:pt>
    <dgm:pt modelId="{9EECA06B-162E-466C-8899-E4CBBFCF5965}" type="pres">
      <dgm:prSet presAssocID="{F682E4BB-59E6-419D-91E1-3C2F4A0754D5}" presName="circle1" presStyleLbl="node1" presStyleIdx="0" presStyleCnt="4"/>
      <dgm:spPr/>
    </dgm:pt>
    <dgm:pt modelId="{FFC84881-2F4E-4594-8FE5-A6B593C485B1}" type="pres">
      <dgm:prSet presAssocID="{F682E4BB-59E6-419D-91E1-3C2F4A0754D5}" presName="space" presStyleCnt="0"/>
      <dgm:spPr/>
    </dgm:pt>
    <dgm:pt modelId="{51759A06-A8DE-4BCD-8C8F-21B1D80BD1B2}" type="pres">
      <dgm:prSet presAssocID="{F682E4BB-59E6-419D-91E1-3C2F4A0754D5}" presName="rect1" presStyleLbl="alignAcc1" presStyleIdx="0" presStyleCnt="4"/>
      <dgm:spPr/>
    </dgm:pt>
    <dgm:pt modelId="{81D77BB9-8940-42C7-9979-1EAB5D85F071}" type="pres">
      <dgm:prSet presAssocID="{FB69CF66-9D0F-4201-BEAF-C655BE4F13A0}" presName="vertSpace2" presStyleLbl="node1" presStyleIdx="0" presStyleCnt="4"/>
      <dgm:spPr/>
    </dgm:pt>
    <dgm:pt modelId="{5FCEF7C1-10F8-4DC3-B7E4-40C3A7A982BE}" type="pres">
      <dgm:prSet presAssocID="{FB69CF66-9D0F-4201-BEAF-C655BE4F13A0}" presName="circle2" presStyleLbl="node1" presStyleIdx="1" presStyleCnt="4"/>
      <dgm:spPr/>
    </dgm:pt>
    <dgm:pt modelId="{10F9567E-BFA8-4787-BB99-401DA59E26F0}" type="pres">
      <dgm:prSet presAssocID="{FB69CF66-9D0F-4201-BEAF-C655BE4F13A0}" presName="rect2" presStyleLbl="alignAcc1" presStyleIdx="1" presStyleCnt="4"/>
      <dgm:spPr/>
    </dgm:pt>
    <dgm:pt modelId="{7D203CA5-5E35-4866-A51A-29EC82FEFD17}" type="pres">
      <dgm:prSet presAssocID="{38CF3936-FBEA-414B-9C4D-AA9F474ED420}" presName="vertSpace3" presStyleLbl="node1" presStyleIdx="1" presStyleCnt="4"/>
      <dgm:spPr/>
    </dgm:pt>
    <dgm:pt modelId="{BEF30B7B-C3D9-40E2-8F42-7E73D3B2B552}" type="pres">
      <dgm:prSet presAssocID="{38CF3936-FBEA-414B-9C4D-AA9F474ED420}" presName="circle3" presStyleLbl="node1" presStyleIdx="2" presStyleCnt="4"/>
      <dgm:spPr/>
    </dgm:pt>
    <dgm:pt modelId="{D87DC48C-C71E-4094-88FF-C04F4C87C2C0}" type="pres">
      <dgm:prSet presAssocID="{38CF3936-FBEA-414B-9C4D-AA9F474ED420}" presName="rect3" presStyleLbl="alignAcc1" presStyleIdx="2" presStyleCnt="4"/>
      <dgm:spPr/>
    </dgm:pt>
    <dgm:pt modelId="{C2C3465A-20DC-4004-9488-7A84B65367E2}" type="pres">
      <dgm:prSet presAssocID="{6298A394-B066-4492-9669-C2F9D9E30E34}" presName="vertSpace4" presStyleLbl="node1" presStyleIdx="2" presStyleCnt="4"/>
      <dgm:spPr/>
    </dgm:pt>
    <dgm:pt modelId="{3DD1AF44-2645-4DC1-8422-5322A9BF5FB2}" type="pres">
      <dgm:prSet presAssocID="{6298A394-B066-4492-9669-C2F9D9E30E34}" presName="circle4" presStyleLbl="node1" presStyleIdx="3" presStyleCnt="4"/>
      <dgm:spPr/>
    </dgm:pt>
    <dgm:pt modelId="{0962D996-53F3-4700-A7C8-A70504C7F5D5}" type="pres">
      <dgm:prSet presAssocID="{6298A394-B066-4492-9669-C2F9D9E30E34}" presName="rect4" presStyleLbl="alignAcc1" presStyleIdx="3" presStyleCnt="4"/>
      <dgm:spPr/>
    </dgm:pt>
    <dgm:pt modelId="{C119DF84-4A55-41FB-BEF2-9755989C47DE}" type="pres">
      <dgm:prSet presAssocID="{F682E4BB-59E6-419D-91E1-3C2F4A0754D5}" presName="rect1ParTxNoCh" presStyleLbl="alignAcc1" presStyleIdx="3" presStyleCnt="4">
        <dgm:presLayoutVars>
          <dgm:chMax val="1"/>
          <dgm:bulletEnabled val="1"/>
        </dgm:presLayoutVars>
      </dgm:prSet>
      <dgm:spPr/>
    </dgm:pt>
    <dgm:pt modelId="{78E7AA89-D6ED-4AB1-A37A-227AB913C7A2}" type="pres">
      <dgm:prSet presAssocID="{FB69CF66-9D0F-4201-BEAF-C655BE4F13A0}" presName="rect2ParTxNoCh" presStyleLbl="alignAcc1" presStyleIdx="3" presStyleCnt="4">
        <dgm:presLayoutVars>
          <dgm:chMax val="1"/>
          <dgm:bulletEnabled val="1"/>
        </dgm:presLayoutVars>
      </dgm:prSet>
      <dgm:spPr/>
    </dgm:pt>
    <dgm:pt modelId="{565DEAED-C520-4E0E-9864-DF2EDF067664}" type="pres">
      <dgm:prSet presAssocID="{38CF3936-FBEA-414B-9C4D-AA9F474ED420}" presName="rect3ParTxNoCh" presStyleLbl="alignAcc1" presStyleIdx="3" presStyleCnt="4">
        <dgm:presLayoutVars>
          <dgm:chMax val="1"/>
          <dgm:bulletEnabled val="1"/>
        </dgm:presLayoutVars>
      </dgm:prSet>
      <dgm:spPr/>
    </dgm:pt>
    <dgm:pt modelId="{45F16A48-6D16-4652-8D16-0C51B6351C84}" type="pres">
      <dgm:prSet presAssocID="{6298A394-B066-4492-9669-C2F9D9E30E34}" presName="rect4ParTxNoCh" presStyleLbl="alignAcc1" presStyleIdx="3" presStyleCnt="4">
        <dgm:presLayoutVars>
          <dgm:chMax val="1"/>
          <dgm:bulletEnabled val="1"/>
        </dgm:presLayoutVars>
      </dgm:prSet>
      <dgm:spPr/>
    </dgm:pt>
  </dgm:ptLst>
  <dgm:cxnLst>
    <dgm:cxn modelId="{417D080F-D2DF-4EA1-8BDC-BA8CE1FC114E}" type="presOf" srcId="{6298A394-B066-4492-9669-C2F9D9E30E34}" destId="{0962D996-53F3-4700-A7C8-A70504C7F5D5}" srcOrd="0" destOrd="0" presId="urn:microsoft.com/office/officeart/2005/8/layout/target3"/>
    <dgm:cxn modelId="{004A6B1B-70ED-4DA1-9BE0-140AC1E4F3F1}" type="presOf" srcId="{6298A394-B066-4492-9669-C2F9D9E30E34}" destId="{45F16A48-6D16-4652-8D16-0C51B6351C84}" srcOrd="1" destOrd="0" presId="urn:microsoft.com/office/officeart/2005/8/layout/target3"/>
    <dgm:cxn modelId="{05FD9424-8B22-4317-91E5-3A2E8E63B20F}" type="presOf" srcId="{F682E4BB-59E6-419D-91E1-3C2F4A0754D5}" destId="{51759A06-A8DE-4BCD-8C8F-21B1D80BD1B2}" srcOrd="0" destOrd="0" presId="urn:microsoft.com/office/officeart/2005/8/layout/target3"/>
    <dgm:cxn modelId="{A614C95C-6412-4C8E-908D-0A9B3B9E2933}" type="presOf" srcId="{38CF3936-FBEA-414B-9C4D-AA9F474ED420}" destId="{D87DC48C-C71E-4094-88FF-C04F4C87C2C0}" srcOrd="0" destOrd="0" presId="urn:microsoft.com/office/officeart/2005/8/layout/target3"/>
    <dgm:cxn modelId="{E524A346-6C9B-4F7C-AD85-2E8A67DF9958}" type="presOf" srcId="{FB69CF66-9D0F-4201-BEAF-C655BE4F13A0}" destId="{78E7AA89-D6ED-4AB1-A37A-227AB913C7A2}" srcOrd="1" destOrd="0" presId="urn:microsoft.com/office/officeart/2005/8/layout/target3"/>
    <dgm:cxn modelId="{9DD27972-C7CF-4A6F-A915-DC736665198D}" type="presOf" srcId="{38CF3936-FBEA-414B-9C4D-AA9F474ED420}" destId="{565DEAED-C520-4E0E-9864-DF2EDF067664}" srcOrd="1" destOrd="0" presId="urn:microsoft.com/office/officeart/2005/8/layout/target3"/>
    <dgm:cxn modelId="{EB9D6973-467A-43CA-BFCE-C72BE31C2209}" srcId="{4CEE90FA-8C03-44AF-9D08-28C1728257F2}" destId="{FB69CF66-9D0F-4201-BEAF-C655BE4F13A0}" srcOrd="1" destOrd="0" parTransId="{4830EC37-1F06-418D-ACF9-ECC8831B3733}" sibTransId="{D7A21E55-0BFA-406D-B055-F7AF29C2AA34}"/>
    <dgm:cxn modelId="{CC3A7E8A-4836-47ED-A48E-4719CDBE1397}" type="presOf" srcId="{F682E4BB-59E6-419D-91E1-3C2F4A0754D5}" destId="{C119DF84-4A55-41FB-BEF2-9755989C47DE}" srcOrd="1" destOrd="0" presId="urn:microsoft.com/office/officeart/2005/8/layout/target3"/>
    <dgm:cxn modelId="{B5773496-0FF6-48AB-9804-A57D150B3CA2}" srcId="{4CEE90FA-8C03-44AF-9D08-28C1728257F2}" destId="{38CF3936-FBEA-414B-9C4D-AA9F474ED420}" srcOrd="2" destOrd="0" parTransId="{2822DFB8-DB74-4D9C-A99C-B7022ED4B43D}" sibTransId="{908016DD-6BE9-4BDA-BCB5-7188160B14AB}"/>
    <dgm:cxn modelId="{3C103AA0-8918-49A0-B028-3D2F899A1176}" srcId="{4CEE90FA-8C03-44AF-9D08-28C1728257F2}" destId="{6298A394-B066-4492-9669-C2F9D9E30E34}" srcOrd="3" destOrd="0" parTransId="{AC9D4E0C-89D8-46E8-9EE7-BFF88BC06269}" sibTransId="{75895AC6-AB92-472B-B88D-447EA19C011A}"/>
    <dgm:cxn modelId="{2622EACF-8F15-4935-A300-774B27F7D13F}" type="presOf" srcId="{4CEE90FA-8C03-44AF-9D08-28C1728257F2}" destId="{3CC0A0C0-D2DD-49A9-ABA9-F014AC457BD5}" srcOrd="0" destOrd="0" presId="urn:microsoft.com/office/officeart/2005/8/layout/target3"/>
    <dgm:cxn modelId="{A1ACC2E8-F359-4691-8636-C9F99D3AC016}" type="presOf" srcId="{FB69CF66-9D0F-4201-BEAF-C655BE4F13A0}" destId="{10F9567E-BFA8-4787-BB99-401DA59E26F0}" srcOrd="0" destOrd="0" presId="urn:microsoft.com/office/officeart/2005/8/layout/target3"/>
    <dgm:cxn modelId="{C517D9E9-3ED7-4D68-A24F-AB728070C6D9}" srcId="{4CEE90FA-8C03-44AF-9D08-28C1728257F2}" destId="{F682E4BB-59E6-419D-91E1-3C2F4A0754D5}" srcOrd="0" destOrd="0" parTransId="{DFFDD598-A057-494E-9EA8-C5AC7E59E439}" sibTransId="{F8EEA149-D5D4-40BB-8041-54C965E5A597}"/>
    <dgm:cxn modelId="{0BF03DCE-E3AB-40EA-9179-B67A2A02243C}" type="presParOf" srcId="{3CC0A0C0-D2DD-49A9-ABA9-F014AC457BD5}" destId="{9EECA06B-162E-466C-8899-E4CBBFCF5965}" srcOrd="0" destOrd="0" presId="urn:microsoft.com/office/officeart/2005/8/layout/target3"/>
    <dgm:cxn modelId="{C9C8E3BF-50C6-45A7-AFF9-E799D38B6473}" type="presParOf" srcId="{3CC0A0C0-D2DD-49A9-ABA9-F014AC457BD5}" destId="{FFC84881-2F4E-4594-8FE5-A6B593C485B1}" srcOrd="1" destOrd="0" presId="urn:microsoft.com/office/officeart/2005/8/layout/target3"/>
    <dgm:cxn modelId="{2A9FB60E-FD4A-410A-BCF4-E07CDF069472}" type="presParOf" srcId="{3CC0A0C0-D2DD-49A9-ABA9-F014AC457BD5}" destId="{51759A06-A8DE-4BCD-8C8F-21B1D80BD1B2}" srcOrd="2" destOrd="0" presId="urn:microsoft.com/office/officeart/2005/8/layout/target3"/>
    <dgm:cxn modelId="{88381F91-B444-4DAC-B52A-BA880A08C8E7}" type="presParOf" srcId="{3CC0A0C0-D2DD-49A9-ABA9-F014AC457BD5}" destId="{81D77BB9-8940-42C7-9979-1EAB5D85F071}" srcOrd="3" destOrd="0" presId="urn:microsoft.com/office/officeart/2005/8/layout/target3"/>
    <dgm:cxn modelId="{402ECE47-D425-46EE-904D-6B6366EB0700}" type="presParOf" srcId="{3CC0A0C0-D2DD-49A9-ABA9-F014AC457BD5}" destId="{5FCEF7C1-10F8-4DC3-B7E4-40C3A7A982BE}" srcOrd="4" destOrd="0" presId="urn:microsoft.com/office/officeart/2005/8/layout/target3"/>
    <dgm:cxn modelId="{5D8DFC70-0080-482E-9465-E840A367FBEA}" type="presParOf" srcId="{3CC0A0C0-D2DD-49A9-ABA9-F014AC457BD5}" destId="{10F9567E-BFA8-4787-BB99-401DA59E26F0}" srcOrd="5" destOrd="0" presId="urn:microsoft.com/office/officeart/2005/8/layout/target3"/>
    <dgm:cxn modelId="{727B9A71-0BF2-4423-B196-F77C6B98E449}" type="presParOf" srcId="{3CC0A0C0-D2DD-49A9-ABA9-F014AC457BD5}" destId="{7D203CA5-5E35-4866-A51A-29EC82FEFD17}" srcOrd="6" destOrd="0" presId="urn:microsoft.com/office/officeart/2005/8/layout/target3"/>
    <dgm:cxn modelId="{EA180B28-DA70-4389-8117-7CBF668FB7E9}" type="presParOf" srcId="{3CC0A0C0-D2DD-49A9-ABA9-F014AC457BD5}" destId="{BEF30B7B-C3D9-40E2-8F42-7E73D3B2B552}" srcOrd="7" destOrd="0" presId="urn:microsoft.com/office/officeart/2005/8/layout/target3"/>
    <dgm:cxn modelId="{3BF440F1-DB42-446D-AB5A-74D67B999C46}" type="presParOf" srcId="{3CC0A0C0-D2DD-49A9-ABA9-F014AC457BD5}" destId="{D87DC48C-C71E-4094-88FF-C04F4C87C2C0}" srcOrd="8" destOrd="0" presId="urn:microsoft.com/office/officeart/2005/8/layout/target3"/>
    <dgm:cxn modelId="{82C88B35-4727-47AC-B10B-D93F829CC342}" type="presParOf" srcId="{3CC0A0C0-D2DD-49A9-ABA9-F014AC457BD5}" destId="{C2C3465A-20DC-4004-9488-7A84B65367E2}" srcOrd="9" destOrd="0" presId="urn:microsoft.com/office/officeart/2005/8/layout/target3"/>
    <dgm:cxn modelId="{E5CB2617-B8D0-4A3F-82EE-BB6C93A43565}" type="presParOf" srcId="{3CC0A0C0-D2DD-49A9-ABA9-F014AC457BD5}" destId="{3DD1AF44-2645-4DC1-8422-5322A9BF5FB2}" srcOrd="10" destOrd="0" presId="urn:microsoft.com/office/officeart/2005/8/layout/target3"/>
    <dgm:cxn modelId="{2853FB69-8019-48E7-A081-545AEB086408}" type="presParOf" srcId="{3CC0A0C0-D2DD-49A9-ABA9-F014AC457BD5}" destId="{0962D996-53F3-4700-A7C8-A70504C7F5D5}" srcOrd="11" destOrd="0" presId="urn:microsoft.com/office/officeart/2005/8/layout/target3"/>
    <dgm:cxn modelId="{15DC614E-4EB6-4097-8299-4D68F494CBFD}" type="presParOf" srcId="{3CC0A0C0-D2DD-49A9-ABA9-F014AC457BD5}" destId="{C119DF84-4A55-41FB-BEF2-9755989C47DE}" srcOrd="12" destOrd="0" presId="urn:microsoft.com/office/officeart/2005/8/layout/target3"/>
    <dgm:cxn modelId="{5CF9FE48-D6A6-49A6-97F8-6E4FAA1391B7}" type="presParOf" srcId="{3CC0A0C0-D2DD-49A9-ABA9-F014AC457BD5}" destId="{78E7AA89-D6ED-4AB1-A37A-227AB913C7A2}" srcOrd="13" destOrd="0" presId="urn:microsoft.com/office/officeart/2005/8/layout/target3"/>
    <dgm:cxn modelId="{B32A445C-AC4F-4D11-B2D0-D9597285C64D}" type="presParOf" srcId="{3CC0A0C0-D2DD-49A9-ABA9-F014AC457BD5}" destId="{565DEAED-C520-4E0E-9864-DF2EDF067664}" srcOrd="14" destOrd="0" presId="urn:microsoft.com/office/officeart/2005/8/layout/target3"/>
    <dgm:cxn modelId="{8D12F01B-A4A5-4265-877F-C575D93BA4EC}" type="presParOf" srcId="{3CC0A0C0-D2DD-49A9-ABA9-F014AC457BD5}" destId="{45F16A48-6D16-4652-8D16-0C51B6351C84}" srcOrd="15"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E2B558E-2FA0-4487-A5FB-BD5457579933}"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US"/>
        </a:p>
      </dgm:t>
    </dgm:pt>
    <dgm:pt modelId="{5384C55F-0A92-449F-A3EB-AAD2BA06551F}">
      <dgm:prSet/>
      <dgm:spPr>
        <a:solidFill>
          <a:schemeClr val="accent2"/>
        </a:solidFill>
      </dgm:spPr>
      <dgm:t>
        <a:bodyPr/>
        <a:lstStyle/>
        <a:p>
          <a:endParaRPr lang="en-US" dirty="0"/>
        </a:p>
      </dgm:t>
    </dgm:pt>
    <dgm:pt modelId="{F360DD6E-A248-49FB-A0A6-3306A3CAD634}" type="parTrans" cxnId="{59C5FE92-B895-4F04-B36D-184B94CBED48}">
      <dgm:prSet/>
      <dgm:spPr/>
      <dgm:t>
        <a:bodyPr/>
        <a:lstStyle/>
        <a:p>
          <a:endParaRPr lang="en-US"/>
        </a:p>
      </dgm:t>
    </dgm:pt>
    <dgm:pt modelId="{14C225DB-300F-472D-BF55-EE2791C1C69F}" type="sibTrans" cxnId="{59C5FE92-B895-4F04-B36D-184B94CBED48}">
      <dgm:prSet/>
      <dgm:spPr/>
      <dgm:t>
        <a:bodyPr/>
        <a:lstStyle/>
        <a:p>
          <a:endParaRPr lang="en-US"/>
        </a:p>
      </dgm:t>
    </dgm:pt>
    <dgm:pt modelId="{C6B200E9-9335-4EB7-96C1-222762A3FD57}">
      <dgm:prSet/>
      <dgm:spPr>
        <a:solidFill>
          <a:schemeClr val="accent2"/>
        </a:solidFill>
      </dgm:spPr>
      <dgm:t>
        <a:bodyPr/>
        <a:lstStyle/>
        <a:p>
          <a:r>
            <a:rPr lang="en-US" dirty="0"/>
            <a:t>The </a:t>
          </a:r>
          <a:r>
            <a:rPr lang="en-US" dirty="0" err="1"/>
            <a:t>get_missing_output</a:t>
          </a:r>
          <a:r>
            <a:rPr lang="en-US" dirty="0"/>
            <a:t>() function identifies submissions that did not receive the required number of reviewers by inspecting edges whose flow does not meet their capacity. These are stored and sorted for reporting. </a:t>
          </a:r>
        </a:p>
      </dgm:t>
    </dgm:pt>
    <dgm:pt modelId="{F4129258-A5A4-422C-BE91-42F40FE27B7B}" type="parTrans" cxnId="{A4EAE9C4-0E64-4B67-B655-6F8980ADA567}">
      <dgm:prSet/>
      <dgm:spPr/>
      <dgm:t>
        <a:bodyPr/>
        <a:lstStyle/>
        <a:p>
          <a:endParaRPr lang="en-US"/>
        </a:p>
      </dgm:t>
    </dgm:pt>
    <dgm:pt modelId="{CA75B4F3-D65D-4BC8-B20E-C96D229A66F7}" type="sibTrans" cxnId="{A4EAE9C4-0E64-4B67-B655-6F8980ADA567}">
      <dgm:prSet/>
      <dgm:spPr/>
      <dgm:t>
        <a:bodyPr/>
        <a:lstStyle/>
        <a:p>
          <a:endParaRPr lang="en-US"/>
        </a:p>
      </dgm:t>
    </dgm:pt>
    <dgm:pt modelId="{B0CB5A66-EEDC-4FB8-BFD2-D2D724355F67}">
      <dgm:prSet/>
      <dgm:spPr>
        <a:solidFill>
          <a:schemeClr val="accent2"/>
        </a:solidFill>
      </dgm:spPr>
      <dgm:t>
        <a:bodyPr/>
        <a:lstStyle/>
        <a:p>
          <a:r>
            <a:rPr lang="en-US" dirty="0"/>
            <a:t>The class supports printing results to the console or saving them to a file. Outputs include the assignment results, missing assignments, and risk analysis.</a:t>
          </a:r>
        </a:p>
      </dgm:t>
    </dgm:pt>
    <dgm:pt modelId="{C770910A-D731-44E0-8354-1D8380E0D249}" type="parTrans" cxnId="{339BCF58-4B83-4220-B524-028B4531C127}">
      <dgm:prSet/>
      <dgm:spPr/>
      <dgm:t>
        <a:bodyPr/>
        <a:lstStyle/>
        <a:p>
          <a:endParaRPr lang="en-US"/>
        </a:p>
      </dgm:t>
    </dgm:pt>
    <dgm:pt modelId="{B8DC8703-5C90-4B9B-BE78-8EEB83E3958D}" type="sibTrans" cxnId="{339BCF58-4B83-4220-B524-028B4531C127}">
      <dgm:prSet/>
      <dgm:spPr/>
      <dgm:t>
        <a:bodyPr/>
        <a:lstStyle/>
        <a:p>
          <a:endParaRPr lang="en-US"/>
        </a:p>
      </dgm:t>
    </dgm:pt>
    <dgm:pt modelId="{51F33381-6143-4076-8C89-C0AEE4C24168}">
      <dgm:prSet/>
      <dgm:spPr>
        <a:solidFill>
          <a:schemeClr val="accent2"/>
        </a:solidFill>
      </dgm:spPr>
      <dgm:t>
        <a:bodyPr/>
        <a:lstStyle/>
        <a:p>
          <a:r>
            <a:rPr lang="en-US" dirty="0"/>
            <a:t>The </a:t>
          </a:r>
          <a:r>
            <a:rPr lang="en-US" dirty="0" err="1"/>
            <a:t>risk_analysis</a:t>
          </a:r>
          <a:r>
            <a:rPr lang="en-US" dirty="0"/>
            <a:t>() function identifies critical reviewers whose removal would compromise the assignment. It performs a breadth-first search on the residual graph to determine which vertices are not reachable and derives the set of critical reviewers from this structure. </a:t>
          </a:r>
        </a:p>
      </dgm:t>
    </dgm:pt>
    <dgm:pt modelId="{3CA11001-BEA9-4A42-9AAB-45ADF57CB7BB}" type="parTrans" cxnId="{A33BA005-BFA0-4A1A-BBE2-A2498502A109}">
      <dgm:prSet/>
      <dgm:spPr/>
      <dgm:t>
        <a:bodyPr/>
        <a:lstStyle/>
        <a:p>
          <a:endParaRPr lang="pt-PT"/>
        </a:p>
      </dgm:t>
    </dgm:pt>
    <dgm:pt modelId="{0601F375-A4FE-4D1F-81D5-2FBAB3005931}" type="sibTrans" cxnId="{A33BA005-BFA0-4A1A-BBE2-A2498502A109}">
      <dgm:prSet/>
      <dgm:spPr/>
      <dgm:t>
        <a:bodyPr/>
        <a:lstStyle/>
        <a:p>
          <a:endParaRPr lang="pt-PT"/>
        </a:p>
      </dgm:t>
    </dgm:pt>
    <dgm:pt modelId="{25AAE7A1-4145-4863-BD1A-F651C03EAF9E}" type="pres">
      <dgm:prSet presAssocID="{DE2B558E-2FA0-4487-A5FB-BD5457579933}" presName="composite" presStyleCnt="0">
        <dgm:presLayoutVars>
          <dgm:chMax val="1"/>
          <dgm:dir/>
          <dgm:resizeHandles val="exact"/>
        </dgm:presLayoutVars>
      </dgm:prSet>
      <dgm:spPr/>
    </dgm:pt>
    <dgm:pt modelId="{70BD1912-36D2-426E-AE18-99ACCC5A086E}" type="pres">
      <dgm:prSet presAssocID="{5384C55F-0A92-449F-A3EB-AAD2BA06551F}" presName="roof" presStyleLbl="dkBgShp" presStyleIdx="0" presStyleCnt="2"/>
      <dgm:spPr/>
    </dgm:pt>
    <dgm:pt modelId="{33AA9283-7E8E-4A46-9588-8D78952B9931}" type="pres">
      <dgm:prSet presAssocID="{5384C55F-0A92-449F-A3EB-AAD2BA06551F}" presName="pillars" presStyleCnt="0"/>
      <dgm:spPr/>
    </dgm:pt>
    <dgm:pt modelId="{ABCB5C16-78ED-4C06-8762-C2E784638AA3}" type="pres">
      <dgm:prSet presAssocID="{5384C55F-0A92-449F-A3EB-AAD2BA06551F}" presName="pillar1" presStyleLbl="node1" presStyleIdx="0" presStyleCnt="3">
        <dgm:presLayoutVars>
          <dgm:bulletEnabled val="1"/>
        </dgm:presLayoutVars>
      </dgm:prSet>
      <dgm:spPr/>
    </dgm:pt>
    <dgm:pt modelId="{C1EC92D5-ACE8-4640-A98A-3C7B980D12A8}" type="pres">
      <dgm:prSet presAssocID="{C6B200E9-9335-4EB7-96C1-222762A3FD57}" presName="pillarX" presStyleLbl="node1" presStyleIdx="1" presStyleCnt="3">
        <dgm:presLayoutVars>
          <dgm:bulletEnabled val="1"/>
        </dgm:presLayoutVars>
      </dgm:prSet>
      <dgm:spPr/>
    </dgm:pt>
    <dgm:pt modelId="{08960562-6990-4E35-98E2-011852C9534C}" type="pres">
      <dgm:prSet presAssocID="{B0CB5A66-EEDC-4FB8-BFD2-D2D724355F67}" presName="pillarX" presStyleLbl="node1" presStyleIdx="2" presStyleCnt="3">
        <dgm:presLayoutVars>
          <dgm:bulletEnabled val="1"/>
        </dgm:presLayoutVars>
      </dgm:prSet>
      <dgm:spPr/>
    </dgm:pt>
    <dgm:pt modelId="{F36D1CC7-DBEF-444A-ACBE-A8E6E5D684D9}" type="pres">
      <dgm:prSet presAssocID="{5384C55F-0A92-449F-A3EB-AAD2BA06551F}" presName="base" presStyleLbl="dkBgShp" presStyleIdx="1" presStyleCnt="2"/>
      <dgm:spPr/>
    </dgm:pt>
  </dgm:ptLst>
  <dgm:cxnLst>
    <dgm:cxn modelId="{A33BA005-BFA0-4A1A-BBE2-A2498502A109}" srcId="{5384C55F-0A92-449F-A3EB-AAD2BA06551F}" destId="{51F33381-6143-4076-8C89-C0AEE4C24168}" srcOrd="0" destOrd="0" parTransId="{3CA11001-BEA9-4A42-9AAB-45ADF57CB7BB}" sibTransId="{0601F375-A4FE-4D1F-81D5-2FBAB3005931}"/>
    <dgm:cxn modelId="{6AE34838-94F7-49D2-A0BC-F4504156C4ED}" type="presOf" srcId="{C6B200E9-9335-4EB7-96C1-222762A3FD57}" destId="{C1EC92D5-ACE8-4640-A98A-3C7B980D12A8}" srcOrd="0" destOrd="0" presId="urn:microsoft.com/office/officeart/2005/8/layout/hList3"/>
    <dgm:cxn modelId="{339BCF58-4B83-4220-B524-028B4531C127}" srcId="{5384C55F-0A92-449F-A3EB-AAD2BA06551F}" destId="{B0CB5A66-EEDC-4FB8-BFD2-D2D724355F67}" srcOrd="2" destOrd="0" parTransId="{C770910A-D731-44E0-8354-1D8380E0D249}" sibTransId="{B8DC8703-5C90-4B9B-BE78-8EEB83E3958D}"/>
    <dgm:cxn modelId="{681BFE8C-235B-4995-B1BD-1E0DB3030CB3}" type="presOf" srcId="{DE2B558E-2FA0-4487-A5FB-BD5457579933}" destId="{25AAE7A1-4145-4863-BD1A-F651C03EAF9E}" srcOrd="0" destOrd="0" presId="urn:microsoft.com/office/officeart/2005/8/layout/hList3"/>
    <dgm:cxn modelId="{59C5FE92-B895-4F04-B36D-184B94CBED48}" srcId="{DE2B558E-2FA0-4487-A5FB-BD5457579933}" destId="{5384C55F-0A92-449F-A3EB-AAD2BA06551F}" srcOrd="0" destOrd="0" parTransId="{F360DD6E-A248-49FB-A0A6-3306A3CAD634}" sibTransId="{14C225DB-300F-472D-BF55-EE2791C1C69F}"/>
    <dgm:cxn modelId="{93758DA3-59B7-4769-BBDA-F59C1B0159A3}" type="presOf" srcId="{5384C55F-0A92-449F-A3EB-AAD2BA06551F}" destId="{70BD1912-36D2-426E-AE18-99ACCC5A086E}" srcOrd="0" destOrd="0" presId="urn:microsoft.com/office/officeart/2005/8/layout/hList3"/>
    <dgm:cxn modelId="{66A59CB9-6A2F-4FD5-B43E-A283772D9761}" type="presOf" srcId="{B0CB5A66-EEDC-4FB8-BFD2-D2D724355F67}" destId="{08960562-6990-4E35-98E2-011852C9534C}" srcOrd="0" destOrd="0" presId="urn:microsoft.com/office/officeart/2005/8/layout/hList3"/>
    <dgm:cxn modelId="{A4EAE9C4-0E64-4B67-B655-6F8980ADA567}" srcId="{5384C55F-0A92-449F-A3EB-AAD2BA06551F}" destId="{C6B200E9-9335-4EB7-96C1-222762A3FD57}" srcOrd="1" destOrd="0" parTransId="{F4129258-A5A4-422C-BE91-42F40FE27B7B}" sibTransId="{CA75B4F3-D65D-4BC8-B20E-C96D229A66F7}"/>
    <dgm:cxn modelId="{47CA6FDE-D561-462A-81CB-BD8662BB0FDC}" type="presOf" srcId="{51F33381-6143-4076-8C89-C0AEE4C24168}" destId="{ABCB5C16-78ED-4C06-8762-C2E784638AA3}" srcOrd="0" destOrd="0" presId="urn:microsoft.com/office/officeart/2005/8/layout/hList3"/>
    <dgm:cxn modelId="{E352DAC7-B0D4-41C3-A499-78926D1E35EC}" type="presParOf" srcId="{25AAE7A1-4145-4863-BD1A-F651C03EAF9E}" destId="{70BD1912-36D2-426E-AE18-99ACCC5A086E}" srcOrd="0" destOrd="0" presId="urn:microsoft.com/office/officeart/2005/8/layout/hList3"/>
    <dgm:cxn modelId="{9E39343C-1427-4EEF-9898-42B37AA11BAC}" type="presParOf" srcId="{25AAE7A1-4145-4863-BD1A-F651C03EAF9E}" destId="{33AA9283-7E8E-4A46-9588-8D78952B9931}" srcOrd="1" destOrd="0" presId="urn:microsoft.com/office/officeart/2005/8/layout/hList3"/>
    <dgm:cxn modelId="{174C5E8A-0390-4FC2-9CB5-FE46B827FCD0}" type="presParOf" srcId="{33AA9283-7E8E-4A46-9588-8D78952B9931}" destId="{ABCB5C16-78ED-4C06-8762-C2E784638AA3}" srcOrd="0" destOrd="0" presId="urn:microsoft.com/office/officeart/2005/8/layout/hList3"/>
    <dgm:cxn modelId="{11DEA7DE-1DF2-448F-8D6F-BBE0F0A55DA5}" type="presParOf" srcId="{33AA9283-7E8E-4A46-9588-8D78952B9931}" destId="{C1EC92D5-ACE8-4640-A98A-3C7B980D12A8}" srcOrd="1" destOrd="0" presId="urn:microsoft.com/office/officeart/2005/8/layout/hList3"/>
    <dgm:cxn modelId="{5DF2737D-ACB7-4785-8F37-FC25F74C8BB6}" type="presParOf" srcId="{33AA9283-7E8E-4A46-9588-8D78952B9931}" destId="{08960562-6990-4E35-98E2-011852C9534C}" srcOrd="2" destOrd="0" presId="urn:microsoft.com/office/officeart/2005/8/layout/hList3"/>
    <dgm:cxn modelId="{B333B87E-1FD3-4E58-A730-910D7ACA08CE}" type="presParOf" srcId="{25AAE7A1-4145-4863-BD1A-F651C03EAF9E}" destId="{F36D1CC7-DBEF-444A-ACBE-A8E6E5D684D9}"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0F7042-4D4F-4B6B-BBF0-6C3DD5C98925}" type="doc">
      <dgm:prSet loTypeId="urn:microsoft.com/office/officeart/2016/7/layout/LinearBlockProcessNumbered" loCatId="process" qsTypeId="urn:microsoft.com/office/officeart/2005/8/quickstyle/simple1" qsCatId="simple" csTypeId="urn:microsoft.com/office/officeart/2005/8/colors/accent4_4" csCatId="accent4" phldr="1"/>
      <dgm:spPr/>
      <dgm:t>
        <a:bodyPr/>
        <a:lstStyle/>
        <a:p>
          <a:endParaRPr lang="en-US"/>
        </a:p>
      </dgm:t>
    </dgm:pt>
    <dgm:pt modelId="{DB46A323-E8C0-4075-A56B-56E41FB8B452}">
      <dgm:prSet/>
      <dgm:spPr/>
      <dgm:t>
        <a:bodyPr/>
        <a:lstStyle/>
        <a:p>
          <a:r>
            <a:rPr lang="en-US"/>
            <a:t>Integrating parsing, graph construction, and algorithm execution</a:t>
          </a:r>
          <a:endParaRPr lang="en-US" dirty="0"/>
        </a:p>
      </dgm:t>
    </dgm:pt>
    <dgm:pt modelId="{087E9942-F6A3-477B-9FF1-16B43ED76421}" type="parTrans" cxnId="{7FC36992-A625-4F02-BF78-5FF0AA008DE0}">
      <dgm:prSet/>
      <dgm:spPr/>
      <dgm:t>
        <a:bodyPr/>
        <a:lstStyle/>
        <a:p>
          <a:endParaRPr lang="pt-PT"/>
        </a:p>
      </dgm:t>
    </dgm:pt>
    <dgm:pt modelId="{1075DD1D-7A94-412D-8EC7-E80343E67349}" type="sibTrans" cxnId="{7FC36992-A625-4F02-BF78-5FF0AA008DE0}">
      <dgm:prSet phldrT="01" phldr="0"/>
      <dgm:spPr/>
      <dgm:t>
        <a:bodyPr/>
        <a:lstStyle/>
        <a:p>
          <a:r>
            <a:rPr lang="pt-PT"/>
            <a:t>01</a:t>
          </a:r>
        </a:p>
      </dgm:t>
    </dgm:pt>
    <dgm:pt modelId="{70FFFC4A-C81F-4BCD-BBA7-7D5FCF78F556}">
      <dgm:prSet/>
      <dgm:spPr/>
      <dgm:t>
        <a:bodyPr/>
        <a:lstStyle/>
        <a:p>
          <a:r>
            <a:rPr lang="en-US"/>
            <a:t>Computing assignments using maximum flow algorithm (Edmonds-Karp)</a:t>
          </a:r>
          <a:endParaRPr lang="en-US" dirty="0"/>
        </a:p>
      </dgm:t>
    </dgm:pt>
    <dgm:pt modelId="{AEFF5329-B8E8-4F56-8094-ED43BAE07AE2}" type="parTrans" cxnId="{0B2A6493-5DD6-4D3F-9722-7ABCCD3DC86E}">
      <dgm:prSet/>
      <dgm:spPr/>
      <dgm:t>
        <a:bodyPr/>
        <a:lstStyle/>
        <a:p>
          <a:endParaRPr lang="pt-PT"/>
        </a:p>
      </dgm:t>
    </dgm:pt>
    <dgm:pt modelId="{4B2E33FE-22F0-428F-9007-2B3BC283AF4E}" type="sibTrans" cxnId="{0B2A6493-5DD6-4D3F-9722-7ABCCD3DC86E}">
      <dgm:prSet phldrT="02" phldr="0"/>
      <dgm:spPr/>
      <dgm:t>
        <a:bodyPr/>
        <a:lstStyle/>
        <a:p>
          <a:r>
            <a:rPr lang="pt-PT"/>
            <a:t>02</a:t>
          </a:r>
        </a:p>
      </dgm:t>
    </dgm:pt>
    <dgm:pt modelId="{9D9C89C3-02F5-493B-AA3D-AE88F6058980}">
      <dgm:prSet/>
      <dgm:spPr/>
      <dgm:t>
        <a:bodyPr/>
        <a:lstStyle/>
        <a:p>
          <a:r>
            <a:rPr lang="en-US"/>
            <a:t>Detecting incomplete assignments and reports missing allocations</a:t>
          </a:r>
          <a:endParaRPr lang="en-US" dirty="0"/>
        </a:p>
      </dgm:t>
    </dgm:pt>
    <dgm:pt modelId="{C4AC62A4-3A8C-423B-A00B-9C0094A61D39}" type="parTrans" cxnId="{7DFE1AF8-FC14-45EB-BD67-84E1E575735A}">
      <dgm:prSet/>
      <dgm:spPr/>
      <dgm:t>
        <a:bodyPr/>
        <a:lstStyle/>
        <a:p>
          <a:endParaRPr lang="pt-PT"/>
        </a:p>
      </dgm:t>
    </dgm:pt>
    <dgm:pt modelId="{30ED9722-F0F2-4960-B5E7-41EE8B18C4C8}" type="sibTrans" cxnId="{7DFE1AF8-FC14-45EB-BD67-84E1E575735A}">
      <dgm:prSet phldrT="03" phldr="0"/>
      <dgm:spPr/>
      <dgm:t>
        <a:bodyPr/>
        <a:lstStyle/>
        <a:p>
          <a:r>
            <a:rPr lang="pt-PT"/>
            <a:t>03</a:t>
          </a:r>
        </a:p>
      </dgm:t>
    </dgm:pt>
    <dgm:pt modelId="{36421EE9-EA93-476F-A9EE-5A0761F1BE5F}">
      <dgm:prSet/>
      <dgm:spPr/>
      <dgm:t>
        <a:bodyPr/>
        <a:lstStyle/>
        <a:p>
          <a:r>
            <a:rPr lang="en-US"/>
            <a:t>Perfoming a risk analysis for k=1</a:t>
          </a:r>
          <a:endParaRPr lang="en-US" dirty="0"/>
        </a:p>
      </dgm:t>
    </dgm:pt>
    <dgm:pt modelId="{656E991B-19BC-44F2-8436-86524B6F283C}" type="parTrans" cxnId="{8F0251A5-B705-4099-B17B-4BFA9851C957}">
      <dgm:prSet/>
      <dgm:spPr/>
      <dgm:t>
        <a:bodyPr/>
        <a:lstStyle/>
        <a:p>
          <a:endParaRPr lang="pt-PT"/>
        </a:p>
      </dgm:t>
    </dgm:pt>
    <dgm:pt modelId="{C1AF8DA2-305A-4D80-AD45-C33E1E1D0723}" type="sibTrans" cxnId="{8F0251A5-B705-4099-B17B-4BFA9851C957}">
      <dgm:prSet phldrT="04" phldr="0"/>
      <dgm:spPr/>
      <dgm:t>
        <a:bodyPr/>
        <a:lstStyle/>
        <a:p>
          <a:r>
            <a:rPr lang="pt-PT"/>
            <a:t>04</a:t>
          </a:r>
        </a:p>
      </dgm:t>
    </dgm:pt>
    <dgm:pt modelId="{69F83423-3BA1-4908-97BD-11AAE21B0C48}">
      <dgm:prSet/>
      <dgm:spPr/>
      <dgm:t>
        <a:bodyPr/>
        <a:lstStyle/>
        <a:p>
          <a:r>
            <a:rPr lang="en-US"/>
            <a:t>Supporting console output and file-based result storage</a:t>
          </a:r>
          <a:endParaRPr lang="en-US" dirty="0"/>
        </a:p>
      </dgm:t>
    </dgm:pt>
    <dgm:pt modelId="{879C3E36-6739-4EBA-88C7-AC0AE817C1B9}" type="parTrans" cxnId="{AF63D51F-2349-47ED-AE9F-7CC5ACDF38A3}">
      <dgm:prSet/>
      <dgm:spPr/>
      <dgm:t>
        <a:bodyPr/>
        <a:lstStyle/>
        <a:p>
          <a:endParaRPr lang="pt-PT"/>
        </a:p>
      </dgm:t>
    </dgm:pt>
    <dgm:pt modelId="{A9C2EC77-9932-4B3B-9998-5AA081AC26C3}" type="sibTrans" cxnId="{AF63D51F-2349-47ED-AE9F-7CC5ACDF38A3}">
      <dgm:prSet phldrT="05" phldr="0"/>
      <dgm:spPr/>
      <dgm:t>
        <a:bodyPr/>
        <a:lstStyle/>
        <a:p>
          <a:r>
            <a:rPr lang="pt-PT"/>
            <a:t>05</a:t>
          </a:r>
        </a:p>
      </dgm:t>
    </dgm:pt>
    <dgm:pt modelId="{88F84646-58D4-428C-8E83-22FC31D73E9C}" type="pres">
      <dgm:prSet presAssocID="{D50F7042-4D4F-4B6B-BBF0-6C3DD5C98925}" presName="Name0" presStyleCnt="0">
        <dgm:presLayoutVars>
          <dgm:animLvl val="lvl"/>
          <dgm:resizeHandles val="exact"/>
        </dgm:presLayoutVars>
      </dgm:prSet>
      <dgm:spPr/>
    </dgm:pt>
    <dgm:pt modelId="{B8789BD5-6795-4DF5-BE36-80D4E786ABB9}" type="pres">
      <dgm:prSet presAssocID="{DB46A323-E8C0-4075-A56B-56E41FB8B452}" presName="compositeNode" presStyleCnt="0">
        <dgm:presLayoutVars>
          <dgm:bulletEnabled val="1"/>
        </dgm:presLayoutVars>
      </dgm:prSet>
      <dgm:spPr/>
    </dgm:pt>
    <dgm:pt modelId="{72A2334D-4F42-49C8-8348-4B0DB6BF217A}" type="pres">
      <dgm:prSet presAssocID="{DB46A323-E8C0-4075-A56B-56E41FB8B452}" presName="bgRect" presStyleLbl="alignNode1" presStyleIdx="0" presStyleCnt="5"/>
      <dgm:spPr/>
    </dgm:pt>
    <dgm:pt modelId="{7AEF0FC6-54B3-4759-9569-4B10249615DE}" type="pres">
      <dgm:prSet presAssocID="{1075DD1D-7A94-412D-8EC7-E80343E67349}" presName="sibTransNodeRect" presStyleLbl="alignNode1" presStyleIdx="0" presStyleCnt="5">
        <dgm:presLayoutVars>
          <dgm:chMax val="0"/>
          <dgm:bulletEnabled val="1"/>
        </dgm:presLayoutVars>
      </dgm:prSet>
      <dgm:spPr/>
    </dgm:pt>
    <dgm:pt modelId="{B04F4CBA-F282-49F8-95FE-AF201985E4A7}" type="pres">
      <dgm:prSet presAssocID="{DB46A323-E8C0-4075-A56B-56E41FB8B452}" presName="nodeRect" presStyleLbl="alignNode1" presStyleIdx="0" presStyleCnt="5">
        <dgm:presLayoutVars>
          <dgm:bulletEnabled val="1"/>
        </dgm:presLayoutVars>
      </dgm:prSet>
      <dgm:spPr/>
    </dgm:pt>
    <dgm:pt modelId="{0D93D798-5E58-47D2-B0C7-E1304CD6B090}" type="pres">
      <dgm:prSet presAssocID="{1075DD1D-7A94-412D-8EC7-E80343E67349}" presName="sibTrans" presStyleCnt="0"/>
      <dgm:spPr/>
    </dgm:pt>
    <dgm:pt modelId="{37836A8C-4264-4C97-A034-3ACE0F05474B}" type="pres">
      <dgm:prSet presAssocID="{70FFFC4A-C81F-4BCD-BBA7-7D5FCF78F556}" presName="compositeNode" presStyleCnt="0">
        <dgm:presLayoutVars>
          <dgm:bulletEnabled val="1"/>
        </dgm:presLayoutVars>
      </dgm:prSet>
      <dgm:spPr/>
    </dgm:pt>
    <dgm:pt modelId="{0F11D6FD-ED50-40A0-8B15-A589BE762ED0}" type="pres">
      <dgm:prSet presAssocID="{70FFFC4A-C81F-4BCD-BBA7-7D5FCF78F556}" presName="bgRect" presStyleLbl="alignNode1" presStyleIdx="1" presStyleCnt="5"/>
      <dgm:spPr/>
    </dgm:pt>
    <dgm:pt modelId="{561B2A15-BC08-41AF-9C92-AE686FED2D32}" type="pres">
      <dgm:prSet presAssocID="{4B2E33FE-22F0-428F-9007-2B3BC283AF4E}" presName="sibTransNodeRect" presStyleLbl="alignNode1" presStyleIdx="1" presStyleCnt="5">
        <dgm:presLayoutVars>
          <dgm:chMax val="0"/>
          <dgm:bulletEnabled val="1"/>
        </dgm:presLayoutVars>
      </dgm:prSet>
      <dgm:spPr/>
    </dgm:pt>
    <dgm:pt modelId="{C8E54BE3-5FFA-4E1E-893F-6FB9564489AA}" type="pres">
      <dgm:prSet presAssocID="{70FFFC4A-C81F-4BCD-BBA7-7D5FCF78F556}" presName="nodeRect" presStyleLbl="alignNode1" presStyleIdx="1" presStyleCnt="5">
        <dgm:presLayoutVars>
          <dgm:bulletEnabled val="1"/>
        </dgm:presLayoutVars>
      </dgm:prSet>
      <dgm:spPr/>
    </dgm:pt>
    <dgm:pt modelId="{67E447F5-3860-414B-8E29-A1E9D5DB76A9}" type="pres">
      <dgm:prSet presAssocID="{4B2E33FE-22F0-428F-9007-2B3BC283AF4E}" presName="sibTrans" presStyleCnt="0"/>
      <dgm:spPr/>
    </dgm:pt>
    <dgm:pt modelId="{666E1619-ECD8-4048-83E0-CF39CCF382ED}" type="pres">
      <dgm:prSet presAssocID="{9D9C89C3-02F5-493B-AA3D-AE88F6058980}" presName="compositeNode" presStyleCnt="0">
        <dgm:presLayoutVars>
          <dgm:bulletEnabled val="1"/>
        </dgm:presLayoutVars>
      </dgm:prSet>
      <dgm:spPr/>
    </dgm:pt>
    <dgm:pt modelId="{2C8DC505-A8BF-4040-9D83-8DFCA657051A}" type="pres">
      <dgm:prSet presAssocID="{9D9C89C3-02F5-493B-AA3D-AE88F6058980}" presName="bgRect" presStyleLbl="alignNode1" presStyleIdx="2" presStyleCnt="5"/>
      <dgm:spPr/>
    </dgm:pt>
    <dgm:pt modelId="{E5ADA4A6-8F5B-48BC-A7E1-5CB1836A5A4B}" type="pres">
      <dgm:prSet presAssocID="{30ED9722-F0F2-4960-B5E7-41EE8B18C4C8}" presName="sibTransNodeRect" presStyleLbl="alignNode1" presStyleIdx="2" presStyleCnt="5">
        <dgm:presLayoutVars>
          <dgm:chMax val="0"/>
          <dgm:bulletEnabled val="1"/>
        </dgm:presLayoutVars>
      </dgm:prSet>
      <dgm:spPr/>
    </dgm:pt>
    <dgm:pt modelId="{67D5A78A-9183-4898-8AA5-BC42A1460CA0}" type="pres">
      <dgm:prSet presAssocID="{9D9C89C3-02F5-493B-AA3D-AE88F6058980}" presName="nodeRect" presStyleLbl="alignNode1" presStyleIdx="2" presStyleCnt="5">
        <dgm:presLayoutVars>
          <dgm:bulletEnabled val="1"/>
        </dgm:presLayoutVars>
      </dgm:prSet>
      <dgm:spPr/>
    </dgm:pt>
    <dgm:pt modelId="{3B83C251-4FA9-43FC-896E-AC2657DF3E2E}" type="pres">
      <dgm:prSet presAssocID="{30ED9722-F0F2-4960-B5E7-41EE8B18C4C8}" presName="sibTrans" presStyleCnt="0"/>
      <dgm:spPr/>
    </dgm:pt>
    <dgm:pt modelId="{D82171EC-FFD6-4578-ACAA-4CD580A6367B}" type="pres">
      <dgm:prSet presAssocID="{36421EE9-EA93-476F-A9EE-5A0761F1BE5F}" presName="compositeNode" presStyleCnt="0">
        <dgm:presLayoutVars>
          <dgm:bulletEnabled val="1"/>
        </dgm:presLayoutVars>
      </dgm:prSet>
      <dgm:spPr/>
    </dgm:pt>
    <dgm:pt modelId="{E97D3F71-EC74-49FD-B232-ECC8D63A3EC0}" type="pres">
      <dgm:prSet presAssocID="{36421EE9-EA93-476F-A9EE-5A0761F1BE5F}" presName="bgRect" presStyleLbl="alignNode1" presStyleIdx="3" presStyleCnt="5"/>
      <dgm:spPr/>
    </dgm:pt>
    <dgm:pt modelId="{35FB8431-117F-4469-9759-51223652982D}" type="pres">
      <dgm:prSet presAssocID="{C1AF8DA2-305A-4D80-AD45-C33E1E1D0723}" presName="sibTransNodeRect" presStyleLbl="alignNode1" presStyleIdx="3" presStyleCnt="5">
        <dgm:presLayoutVars>
          <dgm:chMax val="0"/>
          <dgm:bulletEnabled val="1"/>
        </dgm:presLayoutVars>
      </dgm:prSet>
      <dgm:spPr/>
    </dgm:pt>
    <dgm:pt modelId="{18B6267E-31AB-41BC-BC33-5394F247046F}" type="pres">
      <dgm:prSet presAssocID="{36421EE9-EA93-476F-A9EE-5A0761F1BE5F}" presName="nodeRect" presStyleLbl="alignNode1" presStyleIdx="3" presStyleCnt="5">
        <dgm:presLayoutVars>
          <dgm:bulletEnabled val="1"/>
        </dgm:presLayoutVars>
      </dgm:prSet>
      <dgm:spPr/>
    </dgm:pt>
    <dgm:pt modelId="{18069001-4083-4954-B0A8-5A4798793A29}" type="pres">
      <dgm:prSet presAssocID="{C1AF8DA2-305A-4D80-AD45-C33E1E1D0723}" presName="sibTrans" presStyleCnt="0"/>
      <dgm:spPr/>
    </dgm:pt>
    <dgm:pt modelId="{C7E8242E-FBB3-4E58-8328-6F3069493518}" type="pres">
      <dgm:prSet presAssocID="{69F83423-3BA1-4908-97BD-11AAE21B0C48}" presName="compositeNode" presStyleCnt="0">
        <dgm:presLayoutVars>
          <dgm:bulletEnabled val="1"/>
        </dgm:presLayoutVars>
      </dgm:prSet>
      <dgm:spPr/>
    </dgm:pt>
    <dgm:pt modelId="{0748ADD3-A274-4194-A00E-EED86946D779}" type="pres">
      <dgm:prSet presAssocID="{69F83423-3BA1-4908-97BD-11AAE21B0C48}" presName="bgRect" presStyleLbl="alignNode1" presStyleIdx="4" presStyleCnt="5"/>
      <dgm:spPr/>
    </dgm:pt>
    <dgm:pt modelId="{AC1C8E9B-F7A5-42B5-A16E-F909CF5DF822}" type="pres">
      <dgm:prSet presAssocID="{A9C2EC77-9932-4B3B-9998-5AA081AC26C3}" presName="sibTransNodeRect" presStyleLbl="alignNode1" presStyleIdx="4" presStyleCnt="5">
        <dgm:presLayoutVars>
          <dgm:chMax val="0"/>
          <dgm:bulletEnabled val="1"/>
        </dgm:presLayoutVars>
      </dgm:prSet>
      <dgm:spPr/>
    </dgm:pt>
    <dgm:pt modelId="{5101A56F-277F-4F0E-8338-851C6E0B873F}" type="pres">
      <dgm:prSet presAssocID="{69F83423-3BA1-4908-97BD-11AAE21B0C48}" presName="nodeRect" presStyleLbl="alignNode1" presStyleIdx="4" presStyleCnt="5">
        <dgm:presLayoutVars>
          <dgm:bulletEnabled val="1"/>
        </dgm:presLayoutVars>
      </dgm:prSet>
      <dgm:spPr/>
    </dgm:pt>
  </dgm:ptLst>
  <dgm:cxnLst>
    <dgm:cxn modelId="{1FD35B05-368F-42FE-94F0-D3B9F42E3BEF}" type="presOf" srcId="{4B2E33FE-22F0-428F-9007-2B3BC283AF4E}" destId="{561B2A15-BC08-41AF-9C92-AE686FED2D32}" srcOrd="0" destOrd="0" presId="urn:microsoft.com/office/officeart/2016/7/layout/LinearBlockProcessNumbered"/>
    <dgm:cxn modelId="{EFCC8205-2E81-4993-84A2-4A0C0BDC96C1}" type="presOf" srcId="{69F83423-3BA1-4908-97BD-11AAE21B0C48}" destId="{5101A56F-277F-4F0E-8338-851C6E0B873F}" srcOrd="1" destOrd="0" presId="urn:microsoft.com/office/officeart/2016/7/layout/LinearBlockProcessNumbered"/>
    <dgm:cxn modelId="{7E2B951A-E84E-4A0A-A82D-84ACCF7ED687}" type="presOf" srcId="{D50F7042-4D4F-4B6B-BBF0-6C3DD5C98925}" destId="{88F84646-58D4-428C-8E83-22FC31D73E9C}" srcOrd="0" destOrd="0" presId="urn:microsoft.com/office/officeart/2016/7/layout/LinearBlockProcessNumbered"/>
    <dgm:cxn modelId="{AF63D51F-2349-47ED-AE9F-7CC5ACDF38A3}" srcId="{D50F7042-4D4F-4B6B-BBF0-6C3DD5C98925}" destId="{69F83423-3BA1-4908-97BD-11AAE21B0C48}" srcOrd="4" destOrd="0" parTransId="{879C3E36-6739-4EBA-88C7-AC0AE817C1B9}" sibTransId="{A9C2EC77-9932-4B3B-9998-5AA081AC26C3}"/>
    <dgm:cxn modelId="{35BCBB5C-EE98-4680-BD39-CDE6D0A7F3C2}" type="presOf" srcId="{9D9C89C3-02F5-493B-AA3D-AE88F6058980}" destId="{2C8DC505-A8BF-4040-9D83-8DFCA657051A}" srcOrd="0" destOrd="0" presId="urn:microsoft.com/office/officeart/2016/7/layout/LinearBlockProcessNumbered"/>
    <dgm:cxn modelId="{DD0FFD63-C3B7-4AC5-978C-669A4ED29740}" type="presOf" srcId="{70FFFC4A-C81F-4BCD-BBA7-7D5FCF78F556}" destId="{C8E54BE3-5FFA-4E1E-893F-6FB9564489AA}" srcOrd="1" destOrd="0" presId="urn:microsoft.com/office/officeart/2016/7/layout/LinearBlockProcessNumbered"/>
    <dgm:cxn modelId="{71FC4945-6511-4F2E-ABFD-B487C66D19F5}" type="presOf" srcId="{9D9C89C3-02F5-493B-AA3D-AE88F6058980}" destId="{67D5A78A-9183-4898-8AA5-BC42A1460CA0}" srcOrd="1" destOrd="0" presId="urn:microsoft.com/office/officeart/2016/7/layout/LinearBlockProcessNumbered"/>
    <dgm:cxn modelId="{216A7E6A-AFDD-4862-9C1D-76C7C918E7B9}" type="presOf" srcId="{1075DD1D-7A94-412D-8EC7-E80343E67349}" destId="{7AEF0FC6-54B3-4759-9569-4B10249615DE}" srcOrd="0" destOrd="0" presId="urn:microsoft.com/office/officeart/2016/7/layout/LinearBlockProcessNumbered"/>
    <dgm:cxn modelId="{F2D9EE55-FF60-453E-8F65-D8104191804E}" type="presOf" srcId="{30ED9722-F0F2-4960-B5E7-41EE8B18C4C8}" destId="{E5ADA4A6-8F5B-48BC-A7E1-5CB1836A5A4B}" srcOrd="0" destOrd="0" presId="urn:microsoft.com/office/officeart/2016/7/layout/LinearBlockProcessNumbered"/>
    <dgm:cxn modelId="{4A53EE59-A062-4625-84FF-9DAB401EB227}" type="presOf" srcId="{36421EE9-EA93-476F-A9EE-5A0761F1BE5F}" destId="{E97D3F71-EC74-49FD-B232-ECC8D63A3EC0}" srcOrd="0" destOrd="0" presId="urn:microsoft.com/office/officeart/2016/7/layout/LinearBlockProcessNumbered"/>
    <dgm:cxn modelId="{74D5397F-5440-4760-BA3A-469D782D1092}" type="presOf" srcId="{DB46A323-E8C0-4075-A56B-56E41FB8B452}" destId="{B04F4CBA-F282-49F8-95FE-AF201985E4A7}" srcOrd="1" destOrd="0" presId="urn:microsoft.com/office/officeart/2016/7/layout/LinearBlockProcessNumbered"/>
    <dgm:cxn modelId="{A9A66E8D-0B95-4108-BCC2-1C37217B7081}" type="presOf" srcId="{DB46A323-E8C0-4075-A56B-56E41FB8B452}" destId="{72A2334D-4F42-49C8-8348-4B0DB6BF217A}" srcOrd="0" destOrd="0" presId="urn:microsoft.com/office/officeart/2016/7/layout/LinearBlockProcessNumbered"/>
    <dgm:cxn modelId="{7FC36992-A625-4F02-BF78-5FF0AA008DE0}" srcId="{D50F7042-4D4F-4B6B-BBF0-6C3DD5C98925}" destId="{DB46A323-E8C0-4075-A56B-56E41FB8B452}" srcOrd="0" destOrd="0" parTransId="{087E9942-F6A3-477B-9FF1-16B43ED76421}" sibTransId="{1075DD1D-7A94-412D-8EC7-E80343E67349}"/>
    <dgm:cxn modelId="{0B2A6493-5DD6-4D3F-9722-7ABCCD3DC86E}" srcId="{D50F7042-4D4F-4B6B-BBF0-6C3DD5C98925}" destId="{70FFFC4A-C81F-4BCD-BBA7-7D5FCF78F556}" srcOrd="1" destOrd="0" parTransId="{AEFF5329-B8E8-4F56-8094-ED43BAE07AE2}" sibTransId="{4B2E33FE-22F0-428F-9007-2B3BC283AF4E}"/>
    <dgm:cxn modelId="{99A9C699-0889-49D9-9999-9E584B905AF8}" type="presOf" srcId="{C1AF8DA2-305A-4D80-AD45-C33E1E1D0723}" destId="{35FB8431-117F-4469-9759-51223652982D}" srcOrd="0" destOrd="0" presId="urn:microsoft.com/office/officeart/2016/7/layout/LinearBlockProcessNumbered"/>
    <dgm:cxn modelId="{EF0AD99B-9083-4AA1-9992-D76CFCDEFA3F}" type="presOf" srcId="{70FFFC4A-C81F-4BCD-BBA7-7D5FCF78F556}" destId="{0F11D6FD-ED50-40A0-8B15-A589BE762ED0}" srcOrd="0" destOrd="0" presId="urn:microsoft.com/office/officeart/2016/7/layout/LinearBlockProcessNumbered"/>
    <dgm:cxn modelId="{8F0251A5-B705-4099-B17B-4BFA9851C957}" srcId="{D50F7042-4D4F-4B6B-BBF0-6C3DD5C98925}" destId="{36421EE9-EA93-476F-A9EE-5A0761F1BE5F}" srcOrd="3" destOrd="0" parTransId="{656E991B-19BC-44F2-8436-86524B6F283C}" sibTransId="{C1AF8DA2-305A-4D80-AD45-C33E1E1D0723}"/>
    <dgm:cxn modelId="{A9A8C6BF-DB8C-495A-9C0D-CBECA794E36B}" type="presOf" srcId="{A9C2EC77-9932-4B3B-9998-5AA081AC26C3}" destId="{AC1C8E9B-F7A5-42B5-A16E-F909CF5DF822}" srcOrd="0" destOrd="0" presId="urn:microsoft.com/office/officeart/2016/7/layout/LinearBlockProcessNumbered"/>
    <dgm:cxn modelId="{C854CEC0-9CFF-4555-8176-F117A485DC7E}" type="presOf" srcId="{36421EE9-EA93-476F-A9EE-5A0761F1BE5F}" destId="{18B6267E-31AB-41BC-BC33-5394F247046F}" srcOrd="1" destOrd="0" presId="urn:microsoft.com/office/officeart/2016/7/layout/LinearBlockProcessNumbered"/>
    <dgm:cxn modelId="{3B333AF4-406F-4876-8B2F-BCD0C60FCB5E}" type="presOf" srcId="{69F83423-3BA1-4908-97BD-11AAE21B0C48}" destId="{0748ADD3-A274-4194-A00E-EED86946D779}" srcOrd="0" destOrd="0" presId="urn:microsoft.com/office/officeart/2016/7/layout/LinearBlockProcessNumbered"/>
    <dgm:cxn modelId="{7DFE1AF8-FC14-45EB-BD67-84E1E575735A}" srcId="{D50F7042-4D4F-4B6B-BBF0-6C3DD5C98925}" destId="{9D9C89C3-02F5-493B-AA3D-AE88F6058980}" srcOrd="2" destOrd="0" parTransId="{C4AC62A4-3A8C-423B-A00B-9C0094A61D39}" sibTransId="{30ED9722-F0F2-4960-B5E7-41EE8B18C4C8}"/>
    <dgm:cxn modelId="{99353449-3A1E-475E-ADE9-B4C2BC2ABBAD}" type="presParOf" srcId="{88F84646-58D4-428C-8E83-22FC31D73E9C}" destId="{B8789BD5-6795-4DF5-BE36-80D4E786ABB9}" srcOrd="0" destOrd="0" presId="urn:microsoft.com/office/officeart/2016/7/layout/LinearBlockProcessNumbered"/>
    <dgm:cxn modelId="{25CC928C-C2FD-4124-A00C-DDA36D10C6B5}" type="presParOf" srcId="{B8789BD5-6795-4DF5-BE36-80D4E786ABB9}" destId="{72A2334D-4F42-49C8-8348-4B0DB6BF217A}" srcOrd="0" destOrd="0" presId="urn:microsoft.com/office/officeart/2016/7/layout/LinearBlockProcessNumbered"/>
    <dgm:cxn modelId="{A9C09AAD-D302-4DFD-A95E-EE7397002B3D}" type="presParOf" srcId="{B8789BD5-6795-4DF5-BE36-80D4E786ABB9}" destId="{7AEF0FC6-54B3-4759-9569-4B10249615DE}" srcOrd="1" destOrd="0" presId="urn:microsoft.com/office/officeart/2016/7/layout/LinearBlockProcessNumbered"/>
    <dgm:cxn modelId="{35438BB1-73AA-4861-8AA2-CC90C0EFBBB9}" type="presParOf" srcId="{B8789BD5-6795-4DF5-BE36-80D4E786ABB9}" destId="{B04F4CBA-F282-49F8-95FE-AF201985E4A7}" srcOrd="2" destOrd="0" presId="urn:microsoft.com/office/officeart/2016/7/layout/LinearBlockProcessNumbered"/>
    <dgm:cxn modelId="{F2991998-E865-481C-A371-3BA2044F9BF5}" type="presParOf" srcId="{88F84646-58D4-428C-8E83-22FC31D73E9C}" destId="{0D93D798-5E58-47D2-B0C7-E1304CD6B090}" srcOrd="1" destOrd="0" presId="urn:microsoft.com/office/officeart/2016/7/layout/LinearBlockProcessNumbered"/>
    <dgm:cxn modelId="{8BCFF2A9-6508-47EF-AA21-C90619431C83}" type="presParOf" srcId="{88F84646-58D4-428C-8E83-22FC31D73E9C}" destId="{37836A8C-4264-4C97-A034-3ACE0F05474B}" srcOrd="2" destOrd="0" presId="urn:microsoft.com/office/officeart/2016/7/layout/LinearBlockProcessNumbered"/>
    <dgm:cxn modelId="{FD1D4A08-A4CD-448F-921E-72C6F8E9FE18}" type="presParOf" srcId="{37836A8C-4264-4C97-A034-3ACE0F05474B}" destId="{0F11D6FD-ED50-40A0-8B15-A589BE762ED0}" srcOrd="0" destOrd="0" presId="urn:microsoft.com/office/officeart/2016/7/layout/LinearBlockProcessNumbered"/>
    <dgm:cxn modelId="{BCB5114D-F013-44E2-BEA0-938AFA3A8536}" type="presParOf" srcId="{37836A8C-4264-4C97-A034-3ACE0F05474B}" destId="{561B2A15-BC08-41AF-9C92-AE686FED2D32}" srcOrd="1" destOrd="0" presId="urn:microsoft.com/office/officeart/2016/7/layout/LinearBlockProcessNumbered"/>
    <dgm:cxn modelId="{61A26FC4-1236-4D4B-942F-11D158AEEB5B}" type="presParOf" srcId="{37836A8C-4264-4C97-A034-3ACE0F05474B}" destId="{C8E54BE3-5FFA-4E1E-893F-6FB9564489AA}" srcOrd="2" destOrd="0" presId="urn:microsoft.com/office/officeart/2016/7/layout/LinearBlockProcessNumbered"/>
    <dgm:cxn modelId="{8D7BB8B5-711D-41F8-A94D-4B520F082A44}" type="presParOf" srcId="{88F84646-58D4-428C-8E83-22FC31D73E9C}" destId="{67E447F5-3860-414B-8E29-A1E9D5DB76A9}" srcOrd="3" destOrd="0" presId="urn:microsoft.com/office/officeart/2016/7/layout/LinearBlockProcessNumbered"/>
    <dgm:cxn modelId="{36180F4B-8BC7-4AFF-BFED-A1E087D209EA}" type="presParOf" srcId="{88F84646-58D4-428C-8E83-22FC31D73E9C}" destId="{666E1619-ECD8-4048-83E0-CF39CCF382ED}" srcOrd="4" destOrd="0" presId="urn:microsoft.com/office/officeart/2016/7/layout/LinearBlockProcessNumbered"/>
    <dgm:cxn modelId="{485E386E-BCDA-4571-B915-40255A42468A}" type="presParOf" srcId="{666E1619-ECD8-4048-83E0-CF39CCF382ED}" destId="{2C8DC505-A8BF-4040-9D83-8DFCA657051A}" srcOrd="0" destOrd="0" presId="urn:microsoft.com/office/officeart/2016/7/layout/LinearBlockProcessNumbered"/>
    <dgm:cxn modelId="{E723536B-45ED-48B4-AC48-57D9B23F459B}" type="presParOf" srcId="{666E1619-ECD8-4048-83E0-CF39CCF382ED}" destId="{E5ADA4A6-8F5B-48BC-A7E1-5CB1836A5A4B}" srcOrd="1" destOrd="0" presId="urn:microsoft.com/office/officeart/2016/7/layout/LinearBlockProcessNumbered"/>
    <dgm:cxn modelId="{57583634-A2F4-4AE9-A8DA-01F9F5521D1B}" type="presParOf" srcId="{666E1619-ECD8-4048-83E0-CF39CCF382ED}" destId="{67D5A78A-9183-4898-8AA5-BC42A1460CA0}" srcOrd="2" destOrd="0" presId="urn:microsoft.com/office/officeart/2016/7/layout/LinearBlockProcessNumbered"/>
    <dgm:cxn modelId="{CA271C3C-E343-4439-83B6-0C5231F5612A}" type="presParOf" srcId="{88F84646-58D4-428C-8E83-22FC31D73E9C}" destId="{3B83C251-4FA9-43FC-896E-AC2657DF3E2E}" srcOrd="5" destOrd="0" presId="urn:microsoft.com/office/officeart/2016/7/layout/LinearBlockProcessNumbered"/>
    <dgm:cxn modelId="{CBCF0EF9-4ECC-4E1B-9D8D-8B45DEA3A15D}" type="presParOf" srcId="{88F84646-58D4-428C-8E83-22FC31D73E9C}" destId="{D82171EC-FFD6-4578-ACAA-4CD580A6367B}" srcOrd="6" destOrd="0" presId="urn:microsoft.com/office/officeart/2016/7/layout/LinearBlockProcessNumbered"/>
    <dgm:cxn modelId="{D6C8EA67-36AD-4686-923B-6F6BE4EB9167}" type="presParOf" srcId="{D82171EC-FFD6-4578-ACAA-4CD580A6367B}" destId="{E97D3F71-EC74-49FD-B232-ECC8D63A3EC0}" srcOrd="0" destOrd="0" presId="urn:microsoft.com/office/officeart/2016/7/layout/LinearBlockProcessNumbered"/>
    <dgm:cxn modelId="{C7BC1532-3434-498E-95D8-B7018E107A0F}" type="presParOf" srcId="{D82171EC-FFD6-4578-ACAA-4CD580A6367B}" destId="{35FB8431-117F-4469-9759-51223652982D}" srcOrd="1" destOrd="0" presId="urn:microsoft.com/office/officeart/2016/7/layout/LinearBlockProcessNumbered"/>
    <dgm:cxn modelId="{0C01A6EB-A565-4773-910D-6646321D3B44}" type="presParOf" srcId="{D82171EC-FFD6-4578-ACAA-4CD580A6367B}" destId="{18B6267E-31AB-41BC-BC33-5394F247046F}" srcOrd="2" destOrd="0" presId="urn:microsoft.com/office/officeart/2016/7/layout/LinearBlockProcessNumbered"/>
    <dgm:cxn modelId="{90E84337-8558-4F92-A04C-E9D6146C5A91}" type="presParOf" srcId="{88F84646-58D4-428C-8E83-22FC31D73E9C}" destId="{18069001-4083-4954-B0A8-5A4798793A29}" srcOrd="7" destOrd="0" presId="urn:microsoft.com/office/officeart/2016/7/layout/LinearBlockProcessNumbered"/>
    <dgm:cxn modelId="{CFA18038-64E3-4239-BFE7-7C346E144DC0}" type="presParOf" srcId="{88F84646-58D4-428C-8E83-22FC31D73E9C}" destId="{C7E8242E-FBB3-4E58-8328-6F3069493518}" srcOrd="8" destOrd="0" presId="urn:microsoft.com/office/officeart/2016/7/layout/LinearBlockProcessNumbered"/>
    <dgm:cxn modelId="{FEE3E4B1-A200-4A8A-BBDB-A2A1342539B1}" type="presParOf" srcId="{C7E8242E-FBB3-4E58-8328-6F3069493518}" destId="{0748ADD3-A274-4194-A00E-EED86946D779}" srcOrd="0" destOrd="0" presId="urn:microsoft.com/office/officeart/2016/7/layout/LinearBlockProcessNumbered"/>
    <dgm:cxn modelId="{2E5BEFC5-C0ED-47D0-A4BB-21565B7A03EF}" type="presParOf" srcId="{C7E8242E-FBB3-4E58-8328-6F3069493518}" destId="{AC1C8E9B-F7A5-42B5-A16E-F909CF5DF822}" srcOrd="1" destOrd="0" presId="urn:microsoft.com/office/officeart/2016/7/layout/LinearBlockProcessNumbered"/>
    <dgm:cxn modelId="{F96D3DDD-BED8-43C4-B2D8-ABD31D1A6586}" type="presParOf" srcId="{C7E8242E-FBB3-4E58-8328-6F3069493518}" destId="{5101A56F-277F-4F0E-8338-851C6E0B873F}"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1F97700-28E4-4BF0-AAFD-9FD1FC5E5959}" type="doc">
      <dgm:prSet loTypeId="urn:microsoft.com/office/officeart/2005/8/layout/vList2" loCatId="list" qsTypeId="urn:microsoft.com/office/officeart/2005/8/quickstyle/simple1" qsCatId="simple" csTypeId="urn:microsoft.com/office/officeart/2005/8/colors/accent6_1" csCatId="accent6" phldr="1"/>
      <dgm:spPr/>
      <dgm:t>
        <a:bodyPr/>
        <a:lstStyle/>
        <a:p>
          <a:endParaRPr lang="en-US"/>
        </a:p>
      </dgm:t>
    </dgm:pt>
    <dgm:pt modelId="{E9E394EC-A526-41A1-9EF3-C1FE1EE2E9AC}">
      <dgm:prSet/>
      <dgm:spPr/>
      <dgm:t>
        <a:bodyPr/>
        <a:lstStyle/>
        <a:p>
          <a:r>
            <a:rPr lang="en-US"/>
            <a:t>The key to find the critical reviewers is to analyse the residual graph. </a:t>
          </a:r>
        </a:p>
      </dgm:t>
    </dgm:pt>
    <dgm:pt modelId="{5161388B-6F7F-4965-A77C-85DEE85C92E3}" type="parTrans" cxnId="{3C046774-B20F-46D3-AEDB-05473140E9F9}">
      <dgm:prSet/>
      <dgm:spPr/>
      <dgm:t>
        <a:bodyPr/>
        <a:lstStyle/>
        <a:p>
          <a:endParaRPr lang="en-US"/>
        </a:p>
      </dgm:t>
    </dgm:pt>
    <dgm:pt modelId="{078B53DC-C59E-47B5-8512-00E3A76E66F7}" type="sibTrans" cxnId="{3C046774-B20F-46D3-AEDB-05473140E9F9}">
      <dgm:prSet/>
      <dgm:spPr/>
      <dgm:t>
        <a:bodyPr/>
        <a:lstStyle/>
        <a:p>
          <a:endParaRPr lang="en-US"/>
        </a:p>
      </dgm:t>
    </dgm:pt>
    <dgm:pt modelId="{AD3B6C42-B558-442D-B1D7-4A49494825C3}">
      <dgm:prSet/>
      <dgm:spPr/>
      <dgm:t>
        <a:bodyPr/>
        <a:lstStyle/>
        <a:p>
          <a:r>
            <a:rPr lang="en-US" dirty="0"/>
            <a:t>If we traverse the residual graph (using the augmented paths) from a node, we will have two types of nodes: visited and unvisited</a:t>
          </a:r>
        </a:p>
      </dgm:t>
    </dgm:pt>
    <dgm:pt modelId="{1635E8A4-A2C2-475A-800A-03376E254F4F}" type="parTrans" cxnId="{E3E704BC-4EFD-477F-AA6C-778116A03A70}">
      <dgm:prSet/>
      <dgm:spPr/>
      <dgm:t>
        <a:bodyPr/>
        <a:lstStyle/>
        <a:p>
          <a:endParaRPr lang="en-US"/>
        </a:p>
      </dgm:t>
    </dgm:pt>
    <dgm:pt modelId="{57188924-1A2E-474C-AFEA-F84C1CA51DED}" type="sibTrans" cxnId="{E3E704BC-4EFD-477F-AA6C-778116A03A70}">
      <dgm:prSet/>
      <dgm:spPr/>
      <dgm:t>
        <a:bodyPr/>
        <a:lstStyle/>
        <a:p>
          <a:endParaRPr lang="en-US"/>
        </a:p>
      </dgm:t>
    </dgm:pt>
    <dgm:pt modelId="{1F8CDE7E-DD73-449E-8CF7-D83216250E1F}">
      <dgm:prSet/>
      <dgm:spPr/>
      <dgm:t>
        <a:bodyPr/>
        <a:lstStyle/>
        <a:p>
          <a:r>
            <a:rPr lang="en-US"/>
            <a:t>And the key for the success is in the unvisited ones that tells us that all paths which are able to reach that node are saturated and there is no other path to reach it that starts from the starting node. </a:t>
          </a:r>
        </a:p>
      </dgm:t>
    </dgm:pt>
    <dgm:pt modelId="{4A1FB236-06CF-4148-865A-A8DBD448997D}" type="parTrans" cxnId="{B68A38E4-E5D2-4013-BB17-095CCBD3BE49}">
      <dgm:prSet/>
      <dgm:spPr/>
      <dgm:t>
        <a:bodyPr/>
        <a:lstStyle/>
        <a:p>
          <a:endParaRPr lang="en-US"/>
        </a:p>
      </dgm:t>
    </dgm:pt>
    <dgm:pt modelId="{2C19EBF9-AA69-4861-9609-5A23E8C21FD5}" type="sibTrans" cxnId="{B68A38E4-E5D2-4013-BB17-095CCBD3BE49}">
      <dgm:prSet/>
      <dgm:spPr/>
      <dgm:t>
        <a:bodyPr/>
        <a:lstStyle/>
        <a:p>
          <a:endParaRPr lang="en-US"/>
        </a:p>
      </dgm:t>
    </dgm:pt>
    <dgm:pt modelId="{2472E10F-3993-47B9-ACCE-56A96C68C97D}">
      <dgm:prSet/>
      <dgm:spPr/>
      <dgm:t>
        <a:bodyPr/>
        <a:lstStyle/>
        <a:p>
          <a:r>
            <a:rPr lang="en-US" dirty="0"/>
            <a:t>That means if we remove one incoming edge from the node, the maximum flow would decrease. </a:t>
          </a:r>
        </a:p>
      </dgm:t>
    </dgm:pt>
    <dgm:pt modelId="{9B83E741-AB77-46C8-BC7C-4D6CA1D0E46A}" type="parTrans" cxnId="{EAC68AAE-D174-4408-A976-F113F039BDC1}">
      <dgm:prSet/>
      <dgm:spPr/>
      <dgm:t>
        <a:bodyPr/>
        <a:lstStyle/>
        <a:p>
          <a:endParaRPr lang="en-US"/>
        </a:p>
      </dgm:t>
    </dgm:pt>
    <dgm:pt modelId="{22D279D2-14CC-45C0-84DB-1761BE0EE4FD}" type="sibTrans" cxnId="{EAC68AAE-D174-4408-A976-F113F039BDC1}">
      <dgm:prSet/>
      <dgm:spPr/>
      <dgm:t>
        <a:bodyPr/>
        <a:lstStyle/>
        <a:p>
          <a:endParaRPr lang="en-US"/>
        </a:p>
      </dgm:t>
    </dgm:pt>
    <dgm:pt modelId="{BBA7A2D7-8D66-40A3-AAFE-FB5B5E5EB851}">
      <dgm:prSet/>
      <dgm:spPr/>
      <dgm:t>
        <a:bodyPr/>
        <a:lstStyle/>
        <a:p>
          <a:br>
            <a:rPr lang="en-US"/>
          </a:br>
          <a:r>
            <a:rPr lang="en-US"/>
            <a:t>With that idea in thought, we just need to traverse the graph from source through the residual graph, then we filter from all unvisited nodes the articles and we know that all reviewers who are reviewing the article are critical.</a:t>
          </a:r>
          <a:endParaRPr lang="en-US" dirty="0"/>
        </a:p>
      </dgm:t>
    </dgm:pt>
    <dgm:pt modelId="{18A177E5-E649-4206-B2A0-3016C9C46CE4}" type="parTrans" cxnId="{02EA0600-375F-467F-8CBB-F4E7C3B51AE3}">
      <dgm:prSet/>
      <dgm:spPr/>
      <dgm:t>
        <a:bodyPr/>
        <a:lstStyle/>
        <a:p>
          <a:endParaRPr lang="pt-PT"/>
        </a:p>
      </dgm:t>
    </dgm:pt>
    <dgm:pt modelId="{6EAA9C0E-B004-45C9-A5E0-DBE1DE80702A}" type="sibTrans" cxnId="{02EA0600-375F-467F-8CBB-F4E7C3B51AE3}">
      <dgm:prSet/>
      <dgm:spPr/>
      <dgm:t>
        <a:bodyPr/>
        <a:lstStyle/>
        <a:p>
          <a:endParaRPr lang="pt-PT"/>
        </a:p>
      </dgm:t>
    </dgm:pt>
    <dgm:pt modelId="{2CC89071-0BA9-44FE-A3C8-CE71E2BDF400}" type="pres">
      <dgm:prSet presAssocID="{B1F97700-28E4-4BF0-AAFD-9FD1FC5E5959}" presName="linear" presStyleCnt="0">
        <dgm:presLayoutVars>
          <dgm:animLvl val="lvl"/>
          <dgm:resizeHandles val="exact"/>
        </dgm:presLayoutVars>
      </dgm:prSet>
      <dgm:spPr/>
    </dgm:pt>
    <dgm:pt modelId="{E94509BB-BA11-4317-BBC0-D896F9CF2D61}" type="pres">
      <dgm:prSet presAssocID="{E9E394EC-A526-41A1-9EF3-C1FE1EE2E9AC}" presName="parentText" presStyleLbl="node1" presStyleIdx="0" presStyleCnt="5">
        <dgm:presLayoutVars>
          <dgm:chMax val="0"/>
          <dgm:bulletEnabled val="1"/>
        </dgm:presLayoutVars>
      </dgm:prSet>
      <dgm:spPr/>
    </dgm:pt>
    <dgm:pt modelId="{50568506-0428-447E-8E57-B5B5FA4FBE83}" type="pres">
      <dgm:prSet presAssocID="{078B53DC-C59E-47B5-8512-00E3A76E66F7}" presName="spacer" presStyleCnt="0"/>
      <dgm:spPr/>
    </dgm:pt>
    <dgm:pt modelId="{72B39242-61D1-478D-A16A-C9171C7B5368}" type="pres">
      <dgm:prSet presAssocID="{AD3B6C42-B558-442D-B1D7-4A49494825C3}" presName="parentText" presStyleLbl="node1" presStyleIdx="1" presStyleCnt="5">
        <dgm:presLayoutVars>
          <dgm:chMax val="0"/>
          <dgm:bulletEnabled val="1"/>
        </dgm:presLayoutVars>
      </dgm:prSet>
      <dgm:spPr/>
    </dgm:pt>
    <dgm:pt modelId="{FB6CFDE3-30AC-4AF6-938B-3FF8730F17E9}" type="pres">
      <dgm:prSet presAssocID="{57188924-1A2E-474C-AFEA-F84C1CA51DED}" presName="spacer" presStyleCnt="0"/>
      <dgm:spPr/>
    </dgm:pt>
    <dgm:pt modelId="{F52EAA64-6640-4120-8911-ED10B57B31B1}" type="pres">
      <dgm:prSet presAssocID="{1F8CDE7E-DD73-449E-8CF7-D83216250E1F}" presName="parentText" presStyleLbl="node1" presStyleIdx="2" presStyleCnt="5">
        <dgm:presLayoutVars>
          <dgm:chMax val="0"/>
          <dgm:bulletEnabled val="1"/>
        </dgm:presLayoutVars>
      </dgm:prSet>
      <dgm:spPr/>
    </dgm:pt>
    <dgm:pt modelId="{BB60DFFF-0ED8-4135-B4E3-C7C590599245}" type="pres">
      <dgm:prSet presAssocID="{2C19EBF9-AA69-4861-9609-5A23E8C21FD5}" presName="spacer" presStyleCnt="0"/>
      <dgm:spPr/>
    </dgm:pt>
    <dgm:pt modelId="{4E260C55-9601-49AF-9387-1253C9CBD339}" type="pres">
      <dgm:prSet presAssocID="{2472E10F-3993-47B9-ACCE-56A96C68C97D}" presName="parentText" presStyleLbl="node1" presStyleIdx="3" presStyleCnt="5">
        <dgm:presLayoutVars>
          <dgm:chMax val="0"/>
          <dgm:bulletEnabled val="1"/>
        </dgm:presLayoutVars>
      </dgm:prSet>
      <dgm:spPr/>
    </dgm:pt>
    <dgm:pt modelId="{C3975F31-82B3-428A-AF89-FFE300CD6BEE}" type="pres">
      <dgm:prSet presAssocID="{22D279D2-14CC-45C0-84DB-1761BE0EE4FD}" presName="spacer" presStyleCnt="0"/>
      <dgm:spPr/>
    </dgm:pt>
    <dgm:pt modelId="{71D4C73F-B12D-458A-8E56-AC7399AA8DED}" type="pres">
      <dgm:prSet presAssocID="{BBA7A2D7-8D66-40A3-AAFE-FB5B5E5EB851}" presName="parentText" presStyleLbl="node1" presStyleIdx="4" presStyleCnt="5">
        <dgm:presLayoutVars>
          <dgm:chMax val="0"/>
          <dgm:bulletEnabled val="1"/>
        </dgm:presLayoutVars>
      </dgm:prSet>
      <dgm:spPr/>
    </dgm:pt>
  </dgm:ptLst>
  <dgm:cxnLst>
    <dgm:cxn modelId="{02EA0600-375F-467F-8CBB-F4E7C3B51AE3}" srcId="{B1F97700-28E4-4BF0-AAFD-9FD1FC5E5959}" destId="{BBA7A2D7-8D66-40A3-AAFE-FB5B5E5EB851}" srcOrd="4" destOrd="0" parTransId="{18A177E5-E649-4206-B2A0-3016C9C46CE4}" sibTransId="{6EAA9C0E-B004-45C9-A5E0-DBE1DE80702A}"/>
    <dgm:cxn modelId="{C8ED570B-8AFA-4A1E-B712-F0A23FAF4F93}" type="presOf" srcId="{2472E10F-3993-47B9-ACCE-56A96C68C97D}" destId="{4E260C55-9601-49AF-9387-1253C9CBD339}" srcOrd="0" destOrd="0" presId="urn:microsoft.com/office/officeart/2005/8/layout/vList2"/>
    <dgm:cxn modelId="{E03C243D-90D8-48E1-9D80-4C7E8E74062F}" type="presOf" srcId="{E9E394EC-A526-41A1-9EF3-C1FE1EE2E9AC}" destId="{E94509BB-BA11-4317-BBC0-D896F9CF2D61}" srcOrd="0" destOrd="0" presId="urn:microsoft.com/office/officeart/2005/8/layout/vList2"/>
    <dgm:cxn modelId="{3C046774-B20F-46D3-AEDB-05473140E9F9}" srcId="{B1F97700-28E4-4BF0-AAFD-9FD1FC5E5959}" destId="{E9E394EC-A526-41A1-9EF3-C1FE1EE2E9AC}" srcOrd="0" destOrd="0" parTransId="{5161388B-6F7F-4965-A77C-85DEE85C92E3}" sibTransId="{078B53DC-C59E-47B5-8512-00E3A76E66F7}"/>
    <dgm:cxn modelId="{5C85FD86-896D-4BEA-8B7D-AF561CD3307C}" type="presOf" srcId="{B1F97700-28E4-4BF0-AAFD-9FD1FC5E5959}" destId="{2CC89071-0BA9-44FE-A3C8-CE71E2BDF400}" srcOrd="0" destOrd="0" presId="urn:microsoft.com/office/officeart/2005/8/layout/vList2"/>
    <dgm:cxn modelId="{F5BA0590-E2B6-498D-88DB-6DD2E51E22CF}" type="presOf" srcId="{BBA7A2D7-8D66-40A3-AAFE-FB5B5E5EB851}" destId="{71D4C73F-B12D-458A-8E56-AC7399AA8DED}" srcOrd="0" destOrd="0" presId="urn:microsoft.com/office/officeart/2005/8/layout/vList2"/>
    <dgm:cxn modelId="{EAC68AAE-D174-4408-A976-F113F039BDC1}" srcId="{B1F97700-28E4-4BF0-AAFD-9FD1FC5E5959}" destId="{2472E10F-3993-47B9-ACCE-56A96C68C97D}" srcOrd="3" destOrd="0" parTransId="{9B83E741-AB77-46C8-BC7C-4D6CA1D0E46A}" sibTransId="{22D279D2-14CC-45C0-84DB-1761BE0EE4FD}"/>
    <dgm:cxn modelId="{BE71C7AF-2E3F-4699-861A-B0A9BE63BFF4}" type="presOf" srcId="{AD3B6C42-B558-442D-B1D7-4A49494825C3}" destId="{72B39242-61D1-478D-A16A-C9171C7B5368}" srcOrd="0" destOrd="0" presId="urn:microsoft.com/office/officeart/2005/8/layout/vList2"/>
    <dgm:cxn modelId="{E3E704BC-4EFD-477F-AA6C-778116A03A70}" srcId="{B1F97700-28E4-4BF0-AAFD-9FD1FC5E5959}" destId="{AD3B6C42-B558-442D-B1D7-4A49494825C3}" srcOrd="1" destOrd="0" parTransId="{1635E8A4-A2C2-475A-800A-03376E254F4F}" sibTransId="{57188924-1A2E-474C-AFEA-F84C1CA51DED}"/>
    <dgm:cxn modelId="{9CBD5BDD-22CC-4B4E-BD46-DF8D3BFAE8E3}" type="presOf" srcId="{1F8CDE7E-DD73-449E-8CF7-D83216250E1F}" destId="{F52EAA64-6640-4120-8911-ED10B57B31B1}" srcOrd="0" destOrd="0" presId="urn:microsoft.com/office/officeart/2005/8/layout/vList2"/>
    <dgm:cxn modelId="{B68A38E4-E5D2-4013-BB17-095CCBD3BE49}" srcId="{B1F97700-28E4-4BF0-AAFD-9FD1FC5E5959}" destId="{1F8CDE7E-DD73-449E-8CF7-D83216250E1F}" srcOrd="2" destOrd="0" parTransId="{4A1FB236-06CF-4148-865A-A8DBD448997D}" sibTransId="{2C19EBF9-AA69-4861-9609-5A23E8C21FD5}"/>
    <dgm:cxn modelId="{61D1192E-D0E2-4637-97DD-A260EB76AD29}" type="presParOf" srcId="{2CC89071-0BA9-44FE-A3C8-CE71E2BDF400}" destId="{E94509BB-BA11-4317-BBC0-D896F9CF2D61}" srcOrd="0" destOrd="0" presId="urn:microsoft.com/office/officeart/2005/8/layout/vList2"/>
    <dgm:cxn modelId="{EE3BC6D2-D7BA-4F13-90B5-83FD5E331B9E}" type="presParOf" srcId="{2CC89071-0BA9-44FE-A3C8-CE71E2BDF400}" destId="{50568506-0428-447E-8E57-B5B5FA4FBE83}" srcOrd="1" destOrd="0" presId="urn:microsoft.com/office/officeart/2005/8/layout/vList2"/>
    <dgm:cxn modelId="{87577032-028E-4D26-BDB6-E4F80405063B}" type="presParOf" srcId="{2CC89071-0BA9-44FE-A3C8-CE71E2BDF400}" destId="{72B39242-61D1-478D-A16A-C9171C7B5368}" srcOrd="2" destOrd="0" presId="urn:microsoft.com/office/officeart/2005/8/layout/vList2"/>
    <dgm:cxn modelId="{B530A0DC-3B19-491C-8CA1-CEABCF763AAF}" type="presParOf" srcId="{2CC89071-0BA9-44FE-A3C8-CE71E2BDF400}" destId="{FB6CFDE3-30AC-4AF6-938B-3FF8730F17E9}" srcOrd="3" destOrd="0" presId="urn:microsoft.com/office/officeart/2005/8/layout/vList2"/>
    <dgm:cxn modelId="{9BF5B83F-9D41-4EB4-83CF-BD9FE91E5586}" type="presParOf" srcId="{2CC89071-0BA9-44FE-A3C8-CE71E2BDF400}" destId="{F52EAA64-6640-4120-8911-ED10B57B31B1}" srcOrd="4" destOrd="0" presId="urn:microsoft.com/office/officeart/2005/8/layout/vList2"/>
    <dgm:cxn modelId="{33197E38-61F8-4B30-870B-8E4F220E91E7}" type="presParOf" srcId="{2CC89071-0BA9-44FE-A3C8-CE71E2BDF400}" destId="{BB60DFFF-0ED8-4135-B4E3-C7C590599245}" srcOrd="5" destOrd="0" presId="urn:microsoft.com/office/officeart/2005/8/layout/vList2"/>
    <dgm:cxn modelId="{3E813094-9DC3-4ED9-898C-2EAB097908D0}" type="presParOf" srcId="{2CC89071-0BA9-44FE-A3C8-CE71E2BDF400}" destId="{4E260C55-9601-49AF-9387-1253C9CBD339}" srcOrd="6" destOrd="0" presId="urn:microsoft.com/office/officeart/2005/8/layout/vList2"/>
    <dgm:cxn modelId="{CA1FFEAA-43BA-4D37-A99F-FA682E14056A}" type="presParOf" srcId="{2CC89071-0BA9-44FE-A3C8-CE71E2BDF400}" destId="{C3975F31-82B3-428A-AF89-FFE300CD6BEE}" srcOrd="7" destOrd="0" presId="urn:microsoft.com/office/officeart/2005/8/layout/vList2"/>
    <dgm:cxn modelId="{5840D367-C093-4D56-8E44-6E32EDBB97AE}" type="presParOf" srcId="{2CC89071-0BA9-44FE-A3C8-CE71E2BDF400}" destId="{71D4C73F-B12D-458A-8E56-AC7399AA8DED}"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B687314-D7DC-49BF-B13A-D633691F6A0F}"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pt-PT"/>
        </a:p>
      </dgm:t>
    </dgm:pt>
    <dgm:pt modelId="{904BFFB9-EDA2-408B-9A67-2C166ABB1174}">
      <dgm:prSet/>
      <dgm:spPr/>
      <dgm:t>
        <a:bodyPr/>
        <a:lstStyle/>
        <a:p>
          <a:r>
            <a:rPr lang="en-US"/>
            <a:t>Francisca Baldaia da Silveira</a:t>
          </a:r>
          <a:endParaRPr lang="pt-PT"/>
        </a:p>
      </dgm:t>
    </dgm:pt>
    <dgm:pt modelId="{BCE5F7AF-74D6-4E94-92B2-4CDD2E9FDB2E}" type="parTrans" cxnId="{C00C1903-036D-476E-8ABC-05D21B30217F}">
      <dgm:prSet/>
      <dgm:spPr/>
      <dgm:t>
        <a:bodyPr/>
        <a:lstStyle/>
        <a:p>
          <a:endParaRPr lang="pt-PT"/>
        </a:p>
      </dgm:t>
    </dgm:pt>
    <dgm:pt modelId="{BD96F4D4-F301-4BCC-92C9-6E1B05ECBDC0}" type="sibTrans" cxnId="{C00C1903-036D-476E-8ABC-05D21B30217F}">
      <dgm:prSet/>
      <dgm:spPr/>
      <dgm:t>
        <a:bodyPr/>
        <a:lstStyle/>
        <a:p>
          <a:endParaRPr lang="pt-PT"/>
        </a:p>
      </dgm:t>
    </dgm:pt>
    <dgm:pt modelId="{1B3D0C2E-D9D2-4BCF-AA84-9BB722409BAF}">
      <dgm:prSet/>
      <dgm:spPr/>
      <dgm:t>
        <a:bodyPr/>
        <a:lstStyle/>
        <a:p>
          <a:r>
            <a:rPr lang="en-US"/>
            <a:t>Tiago Alexandre Rodrigues Botelho</a:t>
          </a:r>
          <a:endParaRPr lang="pt-PT"/>
        </a:p>
      </dgm:t>
    </dgm:pt>
    <dgm:pt modelId="{E4484F97-A756-41C8-AFD0-21F9C1E52E3E}" type="parTrans" cxnId="{8B00C992-AF92-4A30-AFB7-331F7DD43D56}">
      <dgm:prSet/>
      <dgm:spPr/>
      <dgm:t>
        <a:bodyPr/>
        <a:lstStyle/>
        <a:p>
          <a:endParaRPr lang="pt-PT"/>
        </a:p>
      </dgm:t>
    </dgm:pt>
    <dgm:pt modelId="{C02EB53D-FE12-494F-A998-F4FFE0E6EAA9}" type="sibTrans" cxnId="{8B00C992-AF92-4A30-AFB7-331F7DD43D56}">
      <dgm:prSet/>
      <dgm:spPr/>
      <dgm:t>
        <a:bodyPr/>
        <a:lstStyle/>
        <a:p>
          <a:endParaRPr lang="pt-PT"/>
        </a:p>
      </dgm:t>
    </dgm:pt>
    <dgm:pt modelId="{00918505-7479-4B8D-912C-91E9488E67C4}">
      <dgm:prSet/>
      <dgm:spPr/>
      <dgm:t>
        <a:bodyPr/>
        <a:lstStyle/>
        <a:p>
          <a:r>
            <a:rPr lang="en-US"/>
            <a:t>Tiago Su</a:t>
          </a:r>
          <a:endParaRPr lang="pt-PT"/>
        </a:p>
      </dgm:t>
    </dgm:pt>
    <dgm:pt modelId="{C2106881-EC07-4B41-AA7E-5B0F1DD3114C}" type="parTrans" cxnId="{DA1D2140-7654-45A2-9590-66565DEA0720}">
      <dgm:prSet/>
      <dgm:spPr/>
      <dgm:t>
        <a:bodyPr/>
        <a:lstStyle/>
        <a:p>
          <a:endParaRPr lang="pt-PT"/>
        </a:p>
      </dgm:t>
    </dgm:pt>
    <dgm:pt modelId="{6B3B487E-0E6F-4610-9FDA-01DBD17787B8}" type="sibTrans" cxnId="{DA1D2140-7654-45A2-9590-66565DEA0720}">
      <dgm:prSet/>
      <dgm:spPr/>
      <dgm:t>
        <a:bodyPr/>
        <a:lstStyle/>
        <a:p>
          <a:endParaRPr lang="pt-PT"/>
        </a:p>
      </dgm:t>
    </dgm:pt>
    <dgm:pt modelId="{8636F685-55C4-4238-9C07-4257968E1D6E}" type="pres">
      <dgm:prSet presAssocID="{6B687314-D7DC-49BF-B13A-D633691F6A0F}" presName="compositeShape" presStyleCnt="0">
        <dgm:presLayoutVars>
          <dgm:chMax val="7"/>
          <dgm:dir/>
          <dgm:resizeHandles val="exact"/>
        </dgm:presLayoutVars>
      </dgm:prSet>
      <dgm:spPr/>
    </dgm:pt>
    <dgm:pt modelId="{E4ACE8AB-5870-4DD6-8B9E-2338396F6520}" type="pres">
      <dgm:prSet presAssocID="{904BFFB9-EDA2-408B-9A67-2C166ABB1174}" presName="circ1" presStyleLbl="vennNode1" presStyleIdx="0" presStyleCnt="3"/>
      <dgm:spPr/>
    </dgm:pt>
    <dgm:pt modelId="{68C107AA-3D9F-4552-B554-0B18437E3E03}" type="pres">
      <dgm:prSet presAssocID="{904BFFB9-EDA2-408B-9A67-2C166ABB1174}" presName="circ1Tx" presStyleLbl="revTx" presStyleIdx="0" presStyleCnt="0">
        <dgm:presLayoutVars>
          <dgm:chMax val="0"/>
          <dgm:chPref val="0"/>
          <dgm:bulletEnabled val="1"/>
        </dgm:presLayoutVars>
      </dgm:prSet>
      <dgm:spPr/>
    </dgm:pt>
    <dgm:pt modelId="{4153729E-B092-436A-A892-BC7CAF33DDA6}" type="pres">
      <dgm:prSet presAssocID="{1B3D0C2E-D9D2-4BCF-AA84-9BB722409BAF}" presName="circ2" presStyleLbl="vennNode1" presStyleIdx="1" presStyleCnt="3"/>
      <dgm:spPr/>
    </dgm:pt>
    <dgm:pt modelId="{14D0DC10-5784-4960-8C53-28C2D13FDFCD}" type="pres">
      <dgm:prSet presAssocID="{1B3D0C2E-D9D2-4BCF-AA84-9BB722409BAF}" presName="circ2Tx" presStyleLbl="revTx" presStyleIdx="0" presStyleCnt="0">
        <dgm:presLayoutVars>
          <dgm:chMax val="0"/>
          <dgm:chPref val="0"/>
          <dgm:bulletEnabled val="1"/>
        </dgm:presLayoutVars>
      </dgm:prSet>
      <dgm:spPr/>
    </dgm:pt>
    <dgm:pt modelId="{01F911BD-3798-40C2-900C-580A1A0C0C6A}" type="pres">
      <dgm:prSet presAssocID="{00918505-7479-4B8D-912C-91E9488E67C4}" presName="circ3" presStyleLbl="vennNode1" presStyleIdx="2" presStyleCnt="3"/>
      <dgm:spPr/>
    </dgm:pt>
    <dgm:pt modelId="{3E7067DF-DD76-43FE-B01E-D60B3B2978D3}" type="pres">
      <dgm:prSet presAssocID="{00918505-7479-4B8D-912C-91E9488E67C4}" presName="circ3Tx" presStyleLbl="revTx" presStyleIdx="0" presStyleCnt="0">
        <dgm:presLayoutVars>
          <dgm:chMax val="0"/>
          <dgm:chPref val="0"/>
          <dgm:bulletEnabled val="1"/>
        </dgm:presLayoutVars>
      </dgm:prSet>
      <dgm:spPr/>
    </dgm:pt>
  </dgm:ptLst>
  <dgm:cxnLst>
    <dgm:cxn modelId="{C00C1903-036D-476E-8ABC-05D21B30217F}" srcId="{6B687314-D7DC-49BF-B13A-D633691F6A0F}" destId="{904BFFB9-EDA2-408B-9A67-2C166ABB1174}" srcOrd="0" destOrd="0" parTransId="{BCE5F7AF-74D6-4E94-92B2-4CDD2E9FDB2E}" sibTransId="{BD96F4D4-F301-4BCC-92C9-6E1B05ECBDC0}"/>
    <dgm:cxn modelId="{5816C62D-ECB4-477A-BFB3-332DB72796BF}" type="presOf" srcId="{00918505-7479-4B8D-912C-91E9488E67C4}" destId="{3E7067DF-DD76-43FE-B01E-D60B3B2978D3}" srcOrd="1" destOrd="0" presId="urn:microsoft.com/office/officeart/2005/8/layout/venn1"/>
    <dgm:cxn modelId="{DA1D2140-7654-45A2-9590-66565DEA0720}" srcId="{6B687314-D7DC-49BF-B13A-D633691F6A0F}" destId="{00918505-7479-4B8D-912C-91E9488E67C4}" srcOrd="2" destOrd="0" parTransId="{C2106881-EC07-4B41-AA7E-5B0F1DD3114C}" sibTransId="{6B3B487E-0E6F-4610-9FDA-01DBD17787B8}"/>
    <dgm:cxn modelId="{7EDE2D5E-CBEF-4C3C-AC0C-A84D1C7BC565}" type="presOf" srcId="{00918505-7479-4B8D-912C-91E9488E67C4}" destId="{01F911BD-3798-40C2-900C-580A1A0C0C6A}" srcOrd="0" destOrd="0" presId="urn:microsoft.com/office/officeart/2005/8/layout/venn1"/>
    <dgm:cxn modelId="{08770643-C16D-429B-89D2-C38B20411FC7}" type="presOf" srcId="{6B687314-D7DC-49BF-B13A-D633691F6A0F}" destId="{8636F685-55C4-4238-9C07-4257968E1D6E}" srcOrd="0" destOrd="0" presId="urn:microsoft.com/office/officeart/2005/8/layout/venn1"/>
    <dgm:cxn modelId="{07A3284B-2D15-4DBF-AD56-81E7F099CC7C}" type="presOf" srcId="{904BFFB9-EDA2-408B-9A67-2C166ABB1174}" destId="{68C107AA-3D9F-4552-B554-0B18437E3E03}" srcOrd="1" destOrd="0" presId="urn:microsoft.com/office/officeart/2005/8/layout/venn1"/>
    <dgm:cxn modelId="{0625BE4C-44E4-4D0A-BD3E-D41F95B96E37}" type="presOf" srcId="{1B3D0C2E-D9D2-4BCF-AA84-9BB722409BAF}" destId="{14D0DC10-5784-4960-8C53-28C2D13FDFCD}" srcOrd="1" destOrd="0" presId="urn:microsoft.com/office/officeart/2005/8/layout/venn1"/>
    <dgm:cxn modelId="{8B00C992-AF92-4A30-AFB7-331F7DD43D56}" srcId="{6B687314-D7DC-49BF-B13A-D633691F6A0F}" destId="{1B3D0C2E-D9D2-4BCF-AA84-9BB722409BAF}" srcOrd="1" destOrd="0" parTransId="{E4484F97-A756-41C8-AFD0-21F9C1E52E3E}" sibTransId="{C02EB53D-FE12-494F-A998-F4FFE0E6EAA9}"/>
    <dgm:cxn modelId="{A0D842A3-7B1B-4666-885C-E446BB51D213}" type="presOf" srcId="{1B3D0C2E-D9D2-4BCF-AA84-9BB722409BAF}" destId="{4153729E-B092-436A-A892-BC7CAF33DDA6}" srcOrd="0" destOrd="0" presId="urn:microsoft.com/office/officeart/2005/8/layout/venn1"/>
    <dgm:cxn modelId="{23C487BC-6082-40E1-A698-DA1E9E70DF41}" type="presOf" srcId="{904BFFB9-EDA2-408B-9A67-2C166ABB1174}" destId="{E4ACE8AB-5870-4DD6-8B9E-2338396F6520}" srcOrd="0" destOrd="0" presId="urn:microsoft.com/office/officeart/2005/8/layout/venn1"/>
    <dgm:cxn modelId="{378A52F6-53C9-4CF9-A33C-0A25DF988EE0}" type="presParOf" srcId="{8636F685-55C4-4238-9C07-4257968E1D6E}" destId="{E4ACE8AB-5870-4DD6-8B9E-2338396F6520}" srcOrd="0" destOrd="0" presId="urn:microsoft.com/office/officeart/2005/8/layout/venn1"/>
    <dgm:cxn modelId="{EC995167-10BF-461C-9BCC-0CD40E0E49F4}" type="presParOf" srcId="{8636F685-55C4-4238-9C07-4257968E1D6E}" destId="{68C107AA-3D9F-4552-B554-0B18437E3E03}" srcOrd="1" destOrd="0" presId="urn:microsoft.com/office/officeart/2005/8/layout/venn1"/>
    <dgm:cxn modelId="{319DBE81-9FFE-4D18-B1E5-1B9961BD61F5}" type="presParOf" srcId="{8636F685-55C4-4238-9C07-4257968E1D6E}" destId="{4153729E-B092-436A-A892-BC7CAF33DDA6}" srcOrd="2" destOrd="0" presId="urn:microsoft.com/office/officeart/2005/8/layout/venn1"/>
    <dgm:cxn modelId="{FC3675B2-27B7-40C7-956D-1829AA291A0E}" type="presParOf" srcId="{8636F685-55C4-4238-9C07-4257968E1D6E}" destId="{14D0DC10-5784-4960-8C53-28C2D13FDFCD}" srcOrd="3" destOrd="0" presId="urn:microsoft.com/office/officeart/2005/8/layout/venn1"/>
    <dgm:cxn modelId="{72C56EBB-77A9-4EA6-81B1-AAAA9D9E0BFF}" type="presParOf" srcId="{8636F685-55C4-4238-9C07-4257968E1D6E}" destId="{01F911BD-3798-40C2-900C-580A1A0C0C6A}" srcOrd="4" destOrd="0" presId="urn:microsoft.com/office/officeart/2005/8/layout/venn1"/>
    <dgm:cxn modelId="{E5D9206F-F560-453C-926D-19290C210BC2}" type="presParOf" srcId="{8636F685-55C4-4238-9C07-4257968E1D6E}" destId="{3E7067DF-DD76-43FE-B01E-D60B3B2978D3}"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DDBCB3-2CF7-49D1-A05C-A74BCD24637B}">
      <dsp:nvSpPr>
        <dsp:cNvPr id="0" name=""/>
        <dsp:cNvSpPr/>
      </dsp:nvSpPr>
      <dsp:spPr>
        <a:xfrm>
          <a:off x="0" y="2652"/>
          <a:ext cx="5057398" cy="52690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A064B6-ED81-40B4-9867-B8C937A46D5E}">
      <dsp:nvSpPr>
        <dsp:cNvPr id="0" name=""/>
        <dsp:cNvSpPr/>
      </dsp:nvSpPr>
      <dsp:spPr>
        <a:xfrm>
          <a:off x="159388" y="121206"/>
          <a:ext cx="290081" cy="28979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028AEF-52DF-4C98-B62F-12928A881C0C}">
      <dsp:nvSpPr>
        <dsp:cNvPr id="0" name=""/>
        <dsp:cNvSpPr/>
      </dsp:nvSpPr>
      <dsp:spPr>
        <a:xfrm>
          <a:off x="608859" y="2652"/>
          <a:ext cx="4439162" cy="543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07" tIns="57507" rIns="57507" bIns="57507" numCol="1" spcCol="1270" anchor="ctr" anchorCtr="0">
          <a:noAutofit/>
        </a:bodyPr>
        <a:lstStyle/>
        <a:p>
          <a:pPr marL="0" lvl="0" indent="0" algn="l" defTabSz="622300">
            <a:lnSpc>
              <a:spcPct val="100000"/>
            </a:lnSpc>
            <a:spcBef>
              <a:spcPct val="0"/>
            </a:spcBef>
            <a:spcAft>
              <a:spcPct val="35000"/>
            </a:spcAft>
            <a:buNone/>
          </a:pPr>
          <a:r>
            <a:rPr lang="en-US" sz="1400" kern="1200" dirty="0"/>
            <a:t>Set of articles with domains </a:t>
          </a:r>
        </a:p>
      </dsp:txBody>
      <dsp:txXfrm>
        <a:off x="608859" y="2652"/>
        <a:ext cx="4439162" cy="543371"/>
      </dsp:txXfrm>
    </dsp:sp>
    <dsp:sp modelId="{757268CA-F623-419D-973F-1FC12CC8EC61}">
      <dsp:nvSpPr>
        <dsp:cNvPr id="0" name=""/>
        <dsp:cNvSpPr/>
      </dsp:nvSpPr>
      <dsp:spPr>
        <a:xfrm>
          <a:off x="0" y="681866"/>
          <a:ext cx="5057398" cy="52690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BB1AF7-DB4C-451B-A21E-1F8878137169}">
      <dsp:nvSpPr>
        <dsp:cNvPr id="0" name=""/>
        <dsp:cNvSpPr/>
      </dsp:nvSpPr>
      <dsp:spPr>
        <a:xfrm>
          <a:off x="159388" y="800420"/>
          <a:ext cx="290081" cy="28979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761A32-D072-4CA5-A3A2-C5C37E019D5F}">
      <dsp:nvSpPr>
        <dsp:cNvPr id="0" name=""/>
        <dsp:cNvSpPr/>
      </dsp:nvSpPr>
      <dsp:spPr>
        <a:xfrm>
          <a:off x="608859" y="681866"/>
          <a:ext cx="4439162" cy="543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07" tIns="57507" rIns="57507" bIns="57507" numCol="1" spcCol="1270" anchor="ctr" anchorCtr="0">
          <a:noAutofit/>
        </a:bodyPr>
        <a:lstStyle/>
        <a:p>
          <a:pPr marL="0" lvl="0" indent="0" algn="l" defTabSz="622300">
            <a:lnSpc>
              <a:spcPct val="100000"/>
            </a:lnSpc>
            <a:spcBef>
              <a:spcPct val="0"/>
            </a:spcBef>
            <a:spcAft>
              <a:spcPct val="35000"/>
            </a:spcAft>
            <a:buNone/>
          </a:pPr>
          <a:r>
            <a:rPr lang="en-US" sz="1400" kern="1200"/>
            <a:t>Set of reviewers with expertise in certain domains</a:t>
          </a:r>
        </a:p>
      </dsp:txBody>
      <dsp:txXfrm>
        <a:off x="608859" y="681866"/>
        <a:ext cx="4439162" cy="543371"/>
      </dsp:txXfrm>
    </dsp:sp>
    <dsp:sp modelId="{CEB0EFEE-1CF9-41A8-BC25-2D65E88C9796}">
      <dsp:nvSpPr>
        <dsp:cNvPr id="0" name=""/>
        <dsp:cNvSpPr/>
      </dsp:nvSpPr>
      <dsp:spPr>
        <a:xfrm>
          <a:off x="0" y="1361081"/>
          <a:ext cx="5057398" cy="52690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93F59E-FE0F-41E5-B174-3FAFB9691F44}">
      <dsp:nvSpPr>
        <dsp:cNvPr id="0" name=""/>
        <dsp:cNvSpPr/>
      </dsp:nvSpPr>
      <dsp:spPr>
        <a:xfrm>
          <a:off x="159388" y="1479634"/>
          <a:ext cx="290081" cy="2897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E3EC24-C220-4D8C-B460-4A60C6473DEF}">
      <dsp:nvSpPr>
        <dsp:cNvPr id="0" name=""/>
        <dsp:cNvSpPr/>
      </dsp:nvSpPr>
      <dsp:spPr>
        <a:xfrm>
          <a:off x="608859" y="1361081"/>
          <a:ext cx="4439162" cy="543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07" tIns="57507" rIns="57507" bIns="57507" numCol="1" spcCol="1270" anchor="ctr" anchorCtr="0">
          <a:noAutofit/>
        </a:bodyPr>
        <a:lstStyle/>
        <a:p>
          <a:pPr marL="0" lvl="0" indent="0" algn="l" defTabSz="622300">
            <a:lnSpc>
              <a:spcPct val="100000"/>
            </a:lnSpc>
            <a:spcBef>
              <a:spcPct val="0"/>
            </a:spcBef>
            <a:spcAft>
              <a:spcPct val="35000"/>
            </a:spcAft>
            <a:buNone/>
          </a:pPr>
          <a:r>
            <a:rPr lang="en-US" sz="1400" kern="1200"/>
            <a:t>Find the best or one of the best distributions</a:t>
          </a:r>
        </a:p>
      </dsp:txBody>
      <dsp:txXfrm>
        <a:off x="608859" y="1361081"/>
        <a:ext cx="4439162" cy="543371"/>
      </dsp:txXfrm>
    </dsp:sp>
    <dsp:sp modelId="{78FFE0C2-F04D-44E3-9F87-6E8301C58EE3}">
      <dsp:nvSpPr>
        <dsp:cNvPr id="0" name=""/>
        <dsp:cNvSpPr/>
      </dsp:nvSpPr>
      <dsp:spPr>
        <a:xfrm>
          <a:off x="0" y="2040295"/>
          <a:ext cx="5057398" cy="52690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AB2285-E466-483D-BD88-A660982C3832}">
      <dsp:nvSpPr>
        <dsp:cNvPr id="0" name=""/>
        <dsp:cNvSpPr/>
      </dsp:nvSpPr>
      <dsp:spPr>
        <a:xfrm>
          <a:off x="159388" y="2158849"/>
          <a:ext cx="290081" cy="28979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B63FCD-B47F-4F24-B043-90F7D26D8C62}">
      <dsp:nvSpPr>
        <dsp:cNvPr id="0" name=""/>
        <dsp:cNvSpPr/>
      </dsp:nvSpPr>
      <dsp:spPr>
        <a:xfrm>
          <a:off x="608859" y="2040295"/>
          <a:ext cx="4439162" cy="543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07" tIns="57507" rIns="57507" bIns="57507" numCol="1" spcCol="1270" anchor="ctr" anchorCtr="0">
          <a:noAutofit/>
        </a:bodyPr>
        <a:lstStyle/>
        <a:p>
          <a:pPr marL="0" lvl="0" indent="0" algn="l" defTabSz="622300">
            <a:lnSpc>
              <a:spcPct val="100000"/>
            </a:lnSpc>
            <a:spcBef>
              <a:spcPct val="0"/>
            </a:spcBef>
            <a:spcAft>
              <a:spcPct val="35000"/>
            </a:spcAft>
            <a:buNone/>
          </a:pPr>
          <a:r>
            <a:rPr lang="en-US" sz="1400" kern="1200"/>
            <a:t>Reviewers can only review a maximum amount of articles</a:t>
          </a:r>
        </a:p>
      </dsp:txBody>
      <dsp:txXfrm>
        <a:off x="608859" y="2040295"/>
        <a:ext cx="4439162" cy="543371"/>
      </dsp:txXfrm>
    </dsp:sp>
    <dsp:sp modelId="{5CA91FCD-1BCE-48A2-9109-FDE9D46444AD}">
      <dsp:nvSpPr>
        <dsp:cNvPr id="0" name=""/>
        <dsp:cNvSpPr/>
      </dsp:nvSpPr>
      <dsp:spPr>
        <a:xfrm>
          <a:off x="0" y="2719509"/>
          <a:ext cx="5057398" cy="52690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1963BB-1C2C-4764-97FE-A421AC3B545D}">
      <dsp:nvSpPr>
        <dsp:cNvPr id="0" name=""/>
        <dsp:cNvSpPr/>
      </dsp:nvSpPr>
      <dsp:spPr>
        <a:xfrm>
          <a:off x="159388" y="2838063"/>
          <a:ext cx="290081" cy="28979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DE7CE1-7DB6-40D0-9C6F-634D1E6E151F}">
      <dsp:nvSpPr>
        <dsp:cNvPr id="0" name=""/>
        <dsp:cNvSpPr/>
      </dsp:nvSpPr>
      <dsp:spPr>
        <a:xfrm>
          <a:off x="608859" y="2719509"/>
          <a:ext cx="4439162" cy="543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07" tIns="57507" rIns="57507" bIns="57507" numCol="1" spcCol="1270" anchor="ctr" anchorCtr="0">
          <a:noAutofit/>
        </a:bodyPr>
        <a:lstStyle/>
        <a:p>
          <a:pPr marL="0" lvl="0" indent="0" algn="l" defTabSz="622300">
            <a:lnSpc>
              <a:spcPct val="100000"/>
            </a:lnSpc>
            <a:spcBef>
              <a:spcPct val="0"/>
            </a:spcBef>
            <a:spcAft>
              <a:spcPct val="35000"/>
            </a:spcAft>
            <a:buNone/>
          </a:pPr>
          <a:r>
            <a:rPr lang="en-US" sz="1400" kern="1200"/>
            <a:t>An article needs at least a minimum amount of reviewers</a:t>
          </a:r>
        </a:p>
      </dsp:txBody>
      <dsp:txXfrm>
        <a:off x="608859" y="2719509"/>
        <a:ext cx="4439162" cy="543371"/>
      </dsp:txXfrm>
    </dsp:sp>
    <dsp:sp modelId="{268682C1-3E89-452D-AA41-0D75232CBD94}">
      <dsp:nvSpPr>
        <dsp:cNvPr id="0" name=""/>
        <dsp:cNvSpPr/>
      </dsp:nvSpPr>
      <dsp:spPr>
        <a:xfrm>
          <a:off x="0" y="3398723"/>
          <a:ext cx="5057398" cy="52690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EDF4EB-EF27-40CC-AFAF-1A13C15B2A50}">
      <dsp:nvSpPr>
        <dsp:cNvPr id="0" name=""/>
        <dsp:cNvSpPr/>
      </dsp:nvSpPr>
      <dsp:spPr>
        <a:xfrm>
          <a:off x="159388" y="3517277"/>
          <a:ext cx="290081" cy="28979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A7BE20-A694-483B-8821-96B2D23F9F6C}">
      <dsp:nvSpPr>
        <dsp:cNvPr id="0" name=""/>
        <dsp:cNvSpPr/>
      </dsp:nvSpPr>
      <dsp:spPr>
        <a:xfrm>
          <a:off x="608859" y="3398723"/>
          <a:ext cx="4439162" cy="543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07" tIns="57507" rIns="57507" bIns="57507" numCol="1" spcCol="1270" anchor="ctr" anchorCtr="0">
          <a:noAutofit/>
        </a:bodyPr>
        <a:lstStyle/>
        <a:p>
          <a:pPr marL="0" lvl="0" indent="0" algn="l" defTabSz="622300">
            <a:lnSpc>
              <a:spcPct val="100000"/>
            </a:lnSpc>
            <a:spcBef>
              <a:spcPct val="0"/>
            </a:spcBef>
            <a:spcAft>
              <a:spcPct val="35000"/>
            </a:spcAft>
            <a:buNone/>
          </a:pPr>
          <a:r>
            <a:rPr lang="en-US" sz="1400" kern="1200"/>
            <a:t>If not all articles can be assigned reviewers, the program prints the unassigned articles.</a:t>
          </a:r>
          <a:r>
            <a:rPr lang="en-US" sz="1400" b="1" kern="1200"/>
            <a:t> </a:t>
          </a:r>
          <a:endParaRPr lang="en-US" sz="1400" kern="1200"/>
        </a:p>
      </dsp:txBody>
      <dsp:txXfrm>
        <a:off x="608859" y="3398723"/>
        <a:ext cx="4439162" cy="543371"/>
      </dsp:txXfrm>
    </dsp:sp>
    <dsp:sp modelId="{591B9CE8-077B-4FFC-BAF6-19D2254D2E18}">
      <dsp:nvSpPr>
        <dsp:cNvPr id="0" name=""/>
        <dsp:cNvSpPr/>
      </dsp:nvSpPr>
      <dsp:spPr>
        <a:xfrm>
          <a:off x="0" y="4077938"/>
          <a:ext cx="5057398" cy="526905"/>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E0124B-EC4A-42F3-B231-C07191956416}">
      <dsp:nvSpPr>
        <dsp:cNvPr id="0" name=""/>
        <dsp:cNvSpPr/>
      </dsp:nvSpPr>
      <dsp:spPr>
        <a:xfrm>
          <a:off x="159388" y="4196491"/>
          <a:ext cx="290081" cy="28979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C095A4-A18E-448C-AFCE-44F398056EC6}">
      <dsp:nvSpPr>
        <dsp:cNvPr id="0" name=""/>
        <dsp:cNvSpPr/>
      </dsp:nvSpPr>
      <dsp:spPr>
        <a:xfrm>
          <a:off x="608859" y="4077938"/>
          <a:ext cx="4439162" cy="5433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07" tIns="57507" rIns="57507" bIns="57507" numCol="1" spcCol="1270" anchor="ctr" anchorCtr="0">
          <a:noAutofit/>
        </a:bodyPr>
        <a:lstStyle/>
        <a:p>
          <a:pPr marL="0" lvl="0" indent="0" algn="l" defTabSz="622300">
            <a:lnSpc>
              <a:spcPct val="100000"/>
            </a:lnSpc>
            <a:spcBef>
              <a:spcPct val="0"/>
            </a:spcBef>
            <a:spcAft>
              <a:spcPct val="35000"/>
            </a:spcAft>
            <a:buNone/>
          </a:pPr>
          <a:r>
            <a:rPr lang="en-US" sz="1400" kern="1200"/>
            <a:t>Feature to find critical reviewers, that is: the reviewers that, if failing to do their assignment, will cause a failure.</a:t>
          </a:r>
        </a:p>
      </dsp:txBody>
      <dsp:txXfrm>
        <a:off x="608859" y="4077938"/>
        <a:ext cx="4439162" cy="5433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87511-4AAF-465F-ADE0-7F4B93F3FD69}">
      <dsp:nvSpPr>
        <dsp:cNvPr id="0" name=""/>
        <dsp:cNvSpPr/>
      </dsp:nvSpPr>
      <dsp:spPr>
        <a:xfrm>
          <a:off x="0" y="1306"/>
          <a:ext cx="3823855" cy="88744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Uses line by line reading and tokenization (std::strtok) to convert CSV input into structured objects</a:t>
          </a:r>
          <a:endParaRPr lang="en-US" sz="1600" kern="1200" dirty="0"/>
        </a:p>
      </dsp:txBody>
      <dsp:txXfrm>
        <a:off x="43321" y="44627"/>
        <a:ext cx="3737213" cy="800803"/>
      </dsp:txXfrm>
    </dsp:sp>
    <dsp:sp modelId="{3D5D2981-7FA9-4705-B9E6-71B9EC198F72}">
      <dsp:nvSpPr>
        <dsp:cNvPr id="0" name=""/>
        <dsp:cNvSpPr/>
      </dsp:nvSpPr>
      <dsp:spPr>
        <a:xfrm>
          <a:off x="0" y="1006831"/>
          <a:ext cx="3823855" cy="88744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Helper functions handle string to integer conversion</a:t>
          </a:r>
          <a:endParaRPr lang="en-US" sz="1600" kern="1200" dirty="0"/>
        </a:p>
      </dsp:txBody>
      <dsp:txXfrm>
        <a:off x="43321" y="1050152"/>
        <a:ext cx="3737213" cy="800803"/>
      </dsp:txXfrm>
    </dsp:sp>
    <dsp:sp modelId="{EAB68A79-71BD-4992-9CFE-EBD26A2A2BFE}">
      <dsp:nvSpPr>
        <dsp:cNvPr id="0" name=""/>
        <dsp:cNvSpPr/>
      </dsp:nvSpPr>
      <dsp:spPr>
        <a:xfrm>
          <a:off x="0" y="1894276"/>
          <a:ext cx="3823855"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07"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a:t>Trimming whitespace and quotes, and validating input values.</a:t>
          </a:r>
          <a:endParaRPr lang="en-US" sz="1600" kern="1200" dirty="0"/>
        </a:p>
      </dsp:txBody>
      <dsp:txXfrm>
        <a:off x="0" y="1894276"/>
        <a:ext cx="3823855" cy="678960"/>
      </dsp:txXfrm>
    </dsp:sp>
    <dsp:sp modelId="{87FBEB0C-24D6-42CF-9D4A-2103245B5F00}">
      <dsp:nvSpPr>
        <dsp:cNvPr id="0" name=""/>
        <dsp:cNvSpPr/>
      </dsp:nvSpPr>
      <dsp:spPr>
        <a:xfrm>
          <a:off x="0" y="2453848"/>
          <a:ext cx="3823855" cy="88744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main entry point, parse_file(), locates each section in the file and calls the appropriate parsing function</a:t>
          </a:r>
          <a:endParaRPr lang="en-US" sz="1600" kern="1200" dirty="0"/>
        </a:p>
      </dsp:txBody>
      <dsp:txXfrm>
        <a:off x="43321" y="2497169"/>
        <a:ext cx="3737213" cy="800803"/>
      </dsp:txXfrm>
    </dsp:sp>
    <dsp:sp modelId="{8D2F7B35-63FD-4022-9566-55F57320D5D6}">
      <dsp:nvSpPr>
        <dsp:cNvPr id="0" name=""/>
        <dsp:cNvSpPr/>
      </dsp:nvSpPr>
      <dsp:spPr>
        <a:xfrm>
          <a:off x="0" y="3460681"/>
          <a:ext cx="3823855"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407"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 </a:t>
          </a:r>
          <a:r>
            <a:rPr lang="en-US" sz="1600" kern="1200" dirty="0"/>
            <a:t>Ensuring that all data is loaded and ready for further processing.</a:t>
          </a:r>
          <a:endParaRPr lang="en-US" sz="2000" kern="1200" dirty="0"/>
        </a:p>
      </dsp:txBody>
      <dsp:txXfrm>
        <a:off x="0" y="3460681"/>
        <a:ext cx="3823855" cy="6789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52EF31-DF7E-46FC-B900-6E060501F816}">
      <dsp:nvSpPr>
        <dsp:cNvPr id="0" name=""/>
        <dsp:cNvSpPr/>
      </dsp:nvSpPr>
      <dsp:spPr>
        <a:xfrm>
          <a:off x="0" y="243277"/>
          <a:ext cx="6200708" cy="19845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1244" tIns="312420" rIns="48124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To handle the submissions info, each line is tokenized to extract the submission ID and domain (primary and secondary). </a:t>
          </a:r>
          <a:endParaRPr lang="pt-PT" sz="1500" kern="1200" dirty="0"/>
        </a:p>
        <a:p>
          <a:pPr marL="114300" lvl="1" indent="-114300" algn="l" defTabSz="666750">
            <a:lnSpc>
              <a:spcPct val="90000"/>
            </a:lnSpc>
            <a:spcBef>
              <a:spcPct val="0"/>
            </a:spcBef>
            <a:spcAft>
              <a:spcPct val="15000"/>
            </a:spcAft>
            <a:buChar char="•"/>
          </a:pPr>
          <a:r>
            <a:rPr lang="en-US" sz="1500" kern="1200" dirty="0"/>
            <a:t>Non essential fields like title, authors, and email are ignored. </a:t>
          </a:r>
          <a:endParaRPr lang="pt-PT" sz="1500" kern="1200" dirty="0"/>
        </a:p>
        <a:p>
          <a:pPr marL="114300" lvl="1" indent="-114300" algn="l" defTabSz="666750">
            <a:lnSpc>
              <a:spcPct val="90000"/>
            </a:lnSpc>
            <a:spcBef>
              <a:spcPct val="0"/>
            </a:spcBef>
            <a:spcAft>
              <a:spcPct val="15000"/>
            </a:spcAft>
            <a:buChar char="•"/>
          </a:pPr>
          <a:r>
            <a:rPr lang="en-US" sz="1500" kern="1200" dirty="0"/>
            <a:t>Relevant information of valid submissions is stored in a submission structure, which is then stored in a vector of submissions.</a:t>
          </a:r>
          <a:endParaRPr lang="pt-PT" sz="1500" kern="1200" dirty="0"/>
        </a:p>
      </dsp:txBody>
      <dsp:txXfrm>
        <a:off x="0" y="243277"/>
        <a:ext cx="6200708" cy="1984500"/>
      </dsp:txXfrm>
    </dsp:sp>
    <dsp:sp modelId="{DB331E0D-350D-4C3D-B4B1-C0510EDA1349}">
      <dsp:nvSpPr>
        <dsp:cNvPr id="0" name=""/>
        <dsp:cNvSpPr/>
      </dsp:nvSpPr>
      <dsp:spPr>
        <a:xfrm>
          <a:off x="310035" y="21877"/>
          <a:ext cx="4340495" cy="4428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4060" tIns="0" rIns="164060" bIns="0" numCol="1" spcCol="1270" anchor="ctr" anchorCtr="0">
          <a:noAutofit/>
        </a:bodyPr>
        <a:lstStyle/>
        <a:p>
          <a:pPr marL="0" lvl="0" indent="0" algn="l" defTabSz="666750">
            <a:lnSpc>
              <a:spcPct val="90000"/>
            </a:lnSpc>
            <a:spcBef>
              <a:spcPct val="0"/>
            </a:spcBef>
            <a:spcAft>
              <a:spcPct val="35000"/>
            </a:spcAft>
            <a:buNone/>
          </a:pPr>
          <a:r>
            <a:rPr lang="en-US" sz="1500" kern="1200" dirty="0"/>
            <a:t>Submissions</a:t>
          </a:r>
          <a:endParaRPr lang="pt-PT" sz="1500" kern="1200" dirty="0"/>
        </a:p>
      </dsp:txBody>
      <dsp:txXfrm>
        <a:off x="331651" y="43493"/>
        <a:ext cx="4297263" cy="399568"/>
      </dsp:txXfrm>
    </dsp:sp>
    <dsp:sp modelId="{B4C0D978-0B99-4F41-B68C-6C12E1AECDAA}">
      <dsp:nvSpPr>
        <dsp:cNvPr id="0" name=""/>
        <dsp:cNvSpPr/>
      </dsp:nvSpPr>
      <dsp:spPr>
        <a:xfrm>
          <a:off x="0" y="2530177"/>
          <a:ext cx="6200708" cy="1063125"/>
        </a:xfrm>
        <a:prstGeom prst="rect">
          <a:avLst/>
        </a:prstGeom>
        <a:solidFill>
          <a:schemeClr val="lt1">
            <a:alpha val="90000"/>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1244" tIns="312420" rIns="48124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Each reviewer’s ID and expertise domains are extracted similarly and stored in a reviewer structure and then in a vector.</a:t>
          </a:r>
          <a:endParaRPr lang="pt-PT" sz="1500" kern="1200" dirty="0"/>
        </a:p>
      </dsp:txBody>
      <dsp:txXfrm>
        <a:off x="0" y="2530177"/>
        <a:ext cx="6200708" cy="1063125"/>
      </dsp:txXfrm>
    </dsp:sp>
    <dsp:sp modelId="{DA7FA216-1553-4472-BC0E-5E663CFDCBF6}">
      <dsp:nvSpPr>
        <dsp:cNvPr id="0" name=""/>
        <dsp:cNvSpPr/>
      </dsp:nvSpPr>
      <dsp:spPr>
        <a:xfrm>
          <a:off x="310035" y="2308777"/>
          <a:ext cx="4340495" cy="442800"/>
        </a:xfrm>
        <a:prstGeom prst="roundRect">
          <a:avLst/>
        </a:prstGeom>
        <a:solidFill>
          <a:schemeClr val="accent2">
            <a:hueOff val="2147871"/>
            <a:satOff val="-6164"/>
            <a:lumOff val="-987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4060" tIns="0" rIns="164060" bIns="0" numCol="1" spcCol="1270" anchor="ctr" anchorCtr="0">
          <a:noAutofit/>
        </a:bodyPr>
        <a:lstStyle/>
        <a:p>
          <a:pPr marL="0" lvl="0" indent="0" algn="l" defTabSz="666750">
            <a:lnSpc>
              <a:spcPct val="90000"/>
            </a:lnSpc>
            <a:spcBef>
              <a:spcPct val="0"/>
            </a:spcBef>
            <a:spcAft>
              <a:spcPct val="35000"/>
            </a:spcAft>
            <a:buNone/>
          </a:pPr>
          <a:r>
            <a:rPr lang="pt-PT" sz="1500" kern="1200"/>
            <a:t>Reviewers</a:t>
          </a:r>
          <a:endParaRPr lang="pt-PT" sz="1500" kern="1200" dirty="0"/>
        </a:p>
      </dsp:txBody>
      <dsp:txXfrm>
        <a:off x="331651" y="2330393"/>
        <a:ext cx="4297263" cy="399568"/>
      </dsp:txXfrm>
    </dsp:sp>
    <dsp:sp modelId="{4CACF898-6E53-4F30-ABC3-B95F1C005F72}">
      <dsp:nvSpPr>
        <dsp:cNvPr id="0" name=""/>
        <dsp:cNvSpPr/>
      </dsp:nvSpPr>
      <dsp:spPr>
        <a:xfrm>
          <a:off x="0" y="3895702"/>
          <a:ext cx="6200708" cy="850500"/>
        </a:xfrm>
        <a:prstGeom prst="rect">
          <a:avLst/>
        </a:prstGeom>
        <a:solidFill>
          <a:schemeClr val="lt1">
            <a:alpha val="90000"/>
            <a:hueOff val="0"/>
            <a:satOff val="0"/>
            <a:lumOff val="0"/>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1244" tIns="312420" rIns="48124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t>When it comes to parameters, workflow parameters are read and then stored in a parameters_ structure.</a:t>
          </a:r>
          <a:endParaRPr lang="pt-PT" sz="1500" kern="1200" dirty="0"/>
        </a:p>
      </dsp:txBody>
      <dsp:txXfrm>
        <a:off x="0" y="3895702"/>
        <a:ext cx="6200708" cy="850500"/>
      </dsp:txXfrm>
    </dsp:sp>
    <dsp:sp modelId="{C425AD88-15E3-4C30-B9D3-525FCD66A8D5}">
      <dsp:nvSpPr>
        <dsp:cNvPr id="0" name=""/>
        <dsp:cNvSpPr/>
      </dsp:nvSpPr>
      <dsp:spPr>
        <a:xfrm>
          <a:off x="310035" y="3674302"/>
          <a:ext cx="4340495" cy="442800"/>
        </a:xfrm>
        <a:prstGeom prst="roundRect">
          <a:avLst/>
        </a:prstGeom>
        <a:solidFill>
          <a:schemeClr val="accent2">
            <a:hueOff val="4295743"/>
            <a:satOff val="-12329"/>
            <a:lumOff val="-1973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4060" tIns="0" rIns="164060" bIns="0" numCol="1" spcCol="1270" anchor="ctr" anchorCtr="0">
          <a:noAutofit/>
        </a:bodyPr>
        <a:lstStyle/>
        <a:p>
          <a:pPr marL="0" lvl="0" indent="0" algn="l" defTabSz="666750">
            <a:lnSpc>
              <a:spcPct val="90000"/>
            </a:lnSpc>
            <a:spcBef>
              <a:spcPct val="0"/>
            </a:spcBef>
            <a:spcAft>
              <a:spcPct val="35000"/>
            </a:spcAft>
            <a:buNone/>
          </a:pPr>
          <a:r>
            <a:rPr lang="pt-PT" sz="1500" kern="1200"/>
            <a:t>Parameters</a:t>
          </a:r>
          <a:endParaRPr lang="pt-PT" sz="1500" kern="1200" dirty="0"/>
        </a:p>
      </dsp:txBody>
      <dsp:txXfrm>
        <a:off x="331651" y="3695918"/>
        <a:ext cx="4297263" cy="399568"/>
      </dsp:txXfrm>
    </dsp:sp>
    <dsp:sp modelId="{E83D4DCE-9C77-4ED6-B1A1-B7EEE6BFB6FD}">
      <dsp:nvSpPr>
        <dsp:cNvPr id="0" name=""/>
        <dsp:cNvSpPr/>
      </dsp:nvSpPr>
      <dsp:spPr>
        <a:xfrm>
          <a:off x="0" y="5048602"/>
          <a:ext cx="6200708" cy="1063125"/>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1244" tIns="312420" rIns="481244"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t>Lastly, to handle control settings, control information is read, trimming any surrounding spaces or quotation marks and saving the relevant info in a control_ structure.</a:t>
          </a:r>
          <a:endParaRPr lang="pt-PT" sz="1500" kern="1200" dirty="0"/>
        </a:p>
      </dsp:txBody>
      <dsp:txXfrm>
        <a:off x="0" y="5048602"/>
        <a:ext cx="6200708" cy="1063125"/>
      </dsp:txXfrm>
    </dsp:sp>
    <dsp:sp modelId="{2965BB6F-964A-45DC-9DC5-50EDD3495D46}">
      <dsp:nvSpPr>
        <dsp:cNvPr id="0" name=""/>
        <dsp:cNvSpPr/>
      </dsp:nvSpPr>
      <dsp:spPr>
        <a:xfrm>
          <a:off x="310035" y="4827202"/>
          <a:ext cx="4340495" cy="442800"/>
        </a:xfrm>
        <a:prstGeom prst="roundRect">
          <a:avLst/>
        </a:prstGeom>
        <a:solidFill>
          <a:schemeClr val="accent2">
            <a:hueOff val="6443614"/>
            <a:satOff val="-18493"/>
            <a:lumOff val="-29609"/>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64060" tIns="0" rIns="164060" bIns="0" numCol="1" spcCol="1270" anchor="ctr" anchorCtr="0">
          <a:noAutofit/>
        </a:bodyPr>
        <a:lstStyle/>
        <a:p>
          <a:pPr marL="0" lvl="0" indent="0" algn="l" defTabSz="666750">
            <a:lnSpc>
              <a:spcPct val="90000"/>
            </a:lnSpc>
            <a:spcBef>
              <a:spcPct val="0"/>
            </a:spcBef>
            <a:spcAft>
              <a:spcPct val="35000"/>
            </a:spcAft>
            <a:buNone/>
          </a:pPr>
          <a:r>
            <a:rPr lang="pt-PT" sz="1500" kern="1200" dirty="0" err="1"/>
            <a:t>Control</a:t>
          </a:r>
          <a:endParaRPr lang="pt-PT" sz="1500" kern="1200" dirty="0"/>
        </a:p>
      </dsp:txBody>
      <dsp:txXfrm>
        <a:off x="331651" y="4848818"/>
        <a:ext cx="4297263" cy="39956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94B284-6CF7-48FC-8ABC-0FA2A4176F85}">
      <dsp:nvSpPr>
        <dsp:cNvPr id="0" name=""/>
        <dsp:cNvSpPr/>
      </dsp:nvSpPr>
      <dsp:spPr>
        <a:xfrm>
          <a:off x="821" y="179951"/>
          <a:ext cx="3327201" cy="3992641"/>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US" sz="2400" kern="1200"/>
            <a:t>Modular parsing for each data type (submission, reviewer, parameters, control)</a:t>
          </a:r>
        </a:p>
      </dsp:txBody>
      <dsp:txXfrm>
        <a:off x="821" y="1777007"/>
        <a:ext cx="3327201" cy="2395585"/>
      </dsp:txXfrm>
    </dsp:sp>
    <dsp:sp modelId="{47E09BA3-0D0D-47A6-B12C-B89D8F16D0B4}">
      <dsp:nvSpPr>
        <dsp:cNvPr id="0" name=""/>
        <dsp:cNvSpPr/>
      </dsp:nvSpPr>
      <dsp:spPr>
        <a:xfrm>
          <a:off x="821" y="179951"/>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179951"/>
        <a:ext cx="3327201" cy="1597056"/>
      </dsp:txXfrm>
    </dsp:sp>
    <dsp:sp modelId="{AD624EAB-B2E4-4048-8265-CBDDD19BF8C2}">
      <dsp:nvSpPr>
        <dsp:cNvPr id="0" name=""/>
        <dsp:cNvSpPr/>
      </dsp:nvSpPr>
      <dsp:spPr>
        <a:xfrm>
          <a:off x="3594199" y="179951"/>
          <a:ext cx="3327201" cy="3992641"/>
        </a:xfrm>
        <a:prstGeom prst="rect">
          <a:avLst/>
        </a:prstGeom>
        <a:solidFill>
          <a:schemeClr val="accent5">
            <a:hueOff val="-6076075"/>
            <a:satOff val="-413"/>
            <a:lumOff val="981"/>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US" sz="2400" kern="1200"/>
            <a:t>Handling invalid entries adequately</a:t>
          </a:r>
        </a:p>
      </dsp:txBody>
      <dsp:txXfrm>
        <a:off x="3594199" y="1777007"/>
        <a:ext cx="3327201" cy="2395585"/>
      </dsp:txXfrm>
    </dsp:sp>
    <dsp:sp modelId="{D9FE99DA-E7EF-4EBD-A0EA-9317C775001B}">
      <dsp:nvSpPr>
        <dsp:cNvPr id="0" name=""/>
        <dsp:cNvSpPr/>
      </dsp:nvSpPr>
      <dsp:spPr>
        <a:xfrm>
          <a:off x="3594199" y="179951"/>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179951"/>
        <a:ext cx="3327201" cy="1597056"/>
      </dsp:txXfrm>
    </dsp:sp>
    <dsp:sp modelId="{776B8777-D7EB-44E4-B935-3458A32FFDE2}">
      <dsp:nvSpPr>
        <dsp:cNvPr id="0" name=""/>
        <dsp:cNvSpPr/>
      </dsp:nvSpPr>
      <dsp:spPr>
        <a:xfrm>
          <a:off x="7187576" y="179951"/>
          <a:ext cx="3327201" cy="3992641"/>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1066800">
            <a:lnSpc>
              <a:spcPct val="90000"/>
            </a:lnSpc>
            <a:spcBef>
              <a:spcPct val="0"/>
            </a:spcBef>
            <a:spcAft>
              <a:spcPct val="35000"/>
            </a:spcAft>
            <a:buNone/>
          </a:pPr>
          <a:r>
            <a:rPr lang="en-US" sz="2400" kern="1200"/>
            <a:t>Preparing all data for subsequent algorithms (Maximal Bipartite Matching, etc...) and menu-based interfaces</a:t>
          </a:r>
        </a:p>
      </dsp:txBody>
      <dsp:txXfrm>
        <a:off x="7187576" y="1777007"/>
        <a:ext cx="3327201" cy="2395585"/>
      </dsp:txXfrm>
    </dsp:sp>
    <dsp:sp modelId="{4318129B-6908-4721-B706-F640DE7DD3DB}">
      <dsp:nvSpPr>
        <dsp:cNvPr id="0" name=""/>
        <dsp:cNvSpPr/>
      </dsp:nvSpPr>
      <dsp:spPr>
        <a:xfrm>
          <a:off x="7187576" y="179951"/>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179951"/>
        <a:ext cx="3327201" cy="15970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7A89DD-BCD2-47C0-8829-2FB0BDFC0858}">
      <dsp:nvSpPr>
        <dsp:cNvPr id="0" name=""/>
        <dsp:cNvSpPr/>
      </dsp:nvSpPr>
      <dsp:spPr>
        <a:xfrm>
          <a:off x="1766" y="767527"/>
          <a:ext cx="2341893" cy="2341893"/>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Some irregularities in the dataset file (e.g. An '#' between Submissions and Reviewers)</a:t>
          </a:r>
          <a:endParaRPr lang="pt-PT" sz="1600" kern="1200" dirty="0"/>
        </a:p>
      </dsp:txBody>
      <dsp:txXfrm>
        <a:off x="344728" y="1110489"/>
        <a:ext cx="1655969" cy="1655969"/>
      </dsp:txXfrm>
    </dsp:sp>
    <dsp:sp modelId="{1F437DB2-F271-40A0-B72C-84D52BF4418A}">
      <dsp:nvSpPr>
        <dsp:cNvPr id="0" name=""/>
        <dsp:cNvSpPr/>
      </dsp:nvSpPr>
      <dsp:spPr>
        <a:xfrm>
          <a:off x="2533821" y="1259324"/>
          <a:ext cx="1358298" cy="1358298"/>
        </a:xfrm>
        <a:prstGeom prst="mathPlus">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pt-PT" sz="1300" kern="1200"/>
        </a:p>
      </dsp:txBody>
      <dsp:txXfrm>
        <a:off x="2713863" y="1778737"/>
        <a:ext cx="998214" cy="319472"/>
      </dsp:txXfrm>
    </dsp:sp>
    <dsp:sp modelId="{83136153-8FB4-4E93-9A0F-DE4759C6C9B1}">
      <dsp:nvSpPr>
        <dsp:cNvPr id="0" name=""/>
        <dsp:cNvSpPr/>
      </dsp:nvSpPr>
      <dsp:spPr>
        <a:xfrm>
          <a:off x="4082281" y="767527"/>
          <a:ext cx="2341893" cy="2341893"/>
        </a:xfrm>
        <a:prstGeom prst="ellipse">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Some doubts about the .csv structure (e.g. Can the topics have a different order)</a:t>
          </a:r>
          <a:endParaRPr lang="pt-PT" sz="1600" kern="1200" dirty="0"/>
        </a:p>
      </dsp:txBody>
      <dsp:txXfrm>
        <a:off x="4425243" y="1110489"/>
        <a:ext cx="1655969" cy="1655969"/>
      </dsp:txXfrm>
    </dsp:sp>
    <dsp:sp modelId="{135F626D-922D-412A-9940-283F14EEB0AB}">
      <dsp:nvSpPr>
        <dsp:cNvPr id="0" name=""/>
        <dsp:cNvSpPr/>
      </dsp:nvSpPr>
      <dsp:spPr>
        <a:xfrm>
          <a:off x="6614336" y="1259324"/>
          <a:ext cx="1358298" cy="1358298"/>
        </a:xfrm>
        <a:prstGeom prst="mathEqual">
          <a:avLst/>
        </a:prstGeom>
        <a:solidFill>
          <a:schemeClr val="accent4">
            <a:hueOff val="6599937"/>
            <a:satOff val="-29202"/>
            <a:lumOff val="-49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pt-PT" sz="1300" kern="1200"/>
        </a:p>
      </dsp:txBody>
      <dsp:txXfrm>
        <a:off x="6794378" y="1539133"/>
        <a:ext cx="998214" cy="798680"/>
      </dsp:txXfrm>
    </dsp:sp>
    <dsp:sp modelId="{F44952B4-2AD7-4152-8FE2-0B912811AFBA}">
      <dsp:nvSpPr>
        <dsp:cNvPr id="0" name=""/>
        <dsp:cNvSpPr/>
      </dsp:nvSpPr>
      <dsp:spPr>
        <a:xfrm>
          <a:off x="8162796" y="767527"/>
          <a:ext cx="2341893" cy="2341893"/>
        </a:xfrm>
        <a:prstGeom prst="ellipse">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Create the most generic parser to avoid problems in the future.</a:t>
          </a:r>
          <a:endParaRPr lang="pt-PT" sz="1600" kern="1200" dirty="0"/>
        </a:p>
      </dsp:txBody>
      <dsp:txXfrm>
        <a:off x="8505758" y="1110489"/>
        <a:ext cx="1655969" cy="165596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5B699-BEB1-4368-BA47-5746A24AC6C7}">
      <dsp:nvSpPr>
        <dsp:cNvPr id="0" name=""/>
        <dsp:cNvSpPr/>
      </dsp:nvSpPr>
      <dsp:spPr>
        <a:xfrm>
          <a:off x="0" y="291384"/>
          <a:ext cx="4530898" cy="992013"/>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First of all, the adapter adds a source and a sink nodes to the graph, so it can be used by the max flow algorithm.</a:t>
          </a:r>
          <a:endParaRPr lang="pt-PT" sz="1400" kern="1200"/>
        </a:p>
      </dsp:txBody>
      <dsp:txXfrm>
        <a:off x="48426" y="339810"/>
        <a:ext cx="4434046" cy="895161"/>
      </dsp:txXfrm>
    </dsp:sp>
    <dsp:sp modelId="{65BB8E7D-1346-4C18-8AB6-7E73BAE49F66}">
      <dsp:nvSpPr>
        <dsp:cNvPr id="0" name=""/>
        <dsp:cNvSpPr/>
      </dsp:nvSpPr>
      <dsp:spPr>
        <a:xfrm>
          <a:off x="0" y="1323718"/>
          <a:ext cx="4530898" cy="992013"/>
        </a:xfrm>
        <a:prstGeom prst="roundRect">
          <a:avLst/>
        </a:prstGeom>
        <a:solidFill>
          <a:schemeClr val="accent3">
            <a:hueOff val="2058582"/>
            <a:satOff val="12356"/>
            <a:lumOff val="9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Then, it adds a node to the graph for each reviewer, adding an edge between the source node and each of the reviewer nodes, with weight equal to the maxReviews parameter. </a:t>
          </a:r>
          <a:endParaRPr lang="pt-PT" sz="1400" kern="1200"/>
        </a:p>
      </dsp:txBody>
      <dsp:txXfrm>
        <a:off x="48426" y="1372144"/>
        <a:ext cx="4434046" cy="895161"/>
      </dsp:txXfrm>
    </dsp:sp>
    <dsp:sp modelId="{4DE4A22D-AE91-46C8-99E3-95CFE963C766}">
      <dsp:nvSpPr>
        <dsp:cNvPr id="0" name=""/>
        <dsp:cNvSpPr/>
      </dsp:nvSpPr>
      <dsp:spPr>
        <a:xfrm>
          <a:off x="0" y="2356051"/>
          <a:ext cx="4530898" cy="992013"/>
        </a:xfrm>
        <a:prstGeom prst="round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It also creates an auxiliar map of each reviewer node id and the reviewers expertise, accounting on the parameters primaryRev and secondaryRev, that determine which of the domains are to have in account.</a:t>
          </a:r>
          <a:endParaRPr lang="pt-PT" sz="1400" kern="1200"/>
        </a:p>
      </dsp:txBody>
      <dsp:txXfrm>
        <a:off x="48426" y="2404477"/>
        <a:ext cx="4434046" cy="8951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FB8DD0-3F1E-4034-A416-48A92D85B1C0}">
      <dsp:nvSpPr>
        <dsp:cNvPr id="0" name=""/>
        <dsp:cNvSpPr/>
      </dsp:nvSpPr>
      <dsp:spPr>
        <a:xfrm>
          <a:off x="1686887" y="1061"/>
          <a:ext cx="3139305" cy="1419857"/>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After that, it adds a node to the graph for each submission, adding an edge between each of the reviewer nodes and the sink node, with weight equal to the </a:t>
          </a:r>
          <a:r>
            <a:rPr lang="en-US" sz="1300" kern="1200" dirty="0" err="1"/>
            <a:t>minReviews</a:t>
          </a:r>
          <a:r>
            <a:rPr lang="en-US" sz="1300" kern="1200" dirty="0"/>
            <a:t> parameter. </a:t>
          </a:r>
          <a:endParaRPr lang="pt-PT" sz="1300" kern="1200" dirty="0"/>
        </a:p>
      </dsp:txBody>
      <dsp:txXfrm>
        <a:off x="1686887" y="1061"/>
        <a:ext cx="3139305" cy="1419857"/>
      </dsp:txXfrm>
    </dsp:sp>
    <dsp:sp modelId="{BB9A46C0-68C7-4897-9E85-129D6B089C46}">
      <dsp:nvSpPr>
        <dsp:cNvPr id="0" name=""/>
        <dsp:cNvSpPr/>
      </dsp:nvSpPr>
      <dsp:spPr>
        <a:xfrm>
          <a:off x="140662" y="1061"/>
          <a:ext cx="1405659" cy="141985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1000" r="-1000"/>
          </a:stretch>
        </a:blipFill>
        <a:ln w="2540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61657490-9961-4BCB-AB25-07D2A17C773E}">
      <dsp:nvSpPr>
        <dsp:cNvPr id="0" name=""/>
        <dsp:cNvSpPr/>
      </dsp:nvSpPr>
      <dsp:spPr>
        <a:xfrm>
          <a:off x="140662" y="1655195"/>
          <a:ext cx="3139305" cy="1419857"/>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It also adds an edge between each reviewer node, and each submission node that has a common domain to have in account, using the reviewers expertise auxiliar map, with weight 1 because each reviewer can only review each submission once.</a:t>
          </a:r>
          <a:endParaRPr lang="pt-PT" sz="1300" kern="1200" dirty="0"/>
        </a:p>
      </dsp:txBody>
      <dsp:txXfrm>
        <a:off x="140662" y="1655195"/>
        <a:ext cx="3139305" cy="1419857"/>
      </dsp:txXfrm>
    </dsp:sp>
    <dsp:sp modelId="{45627C40-8285-4264-947B-03C588A56F5A}">
      <dsp:nvSpPr>
        <dsp:cNvPr id="0" name=""/>
        <dsp:cNvSpPr/>
      </dsp:nvSpPr>
      <dsp:spPr>
        <a:xfrm>
          <a:off x="3420534" y="1655195"/>
          <a:ext cx="1405659" cy="1419857"/>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1000" r="-1000"/>
          </a:stretch>
        </a:blipFill>
        <a:ln w="2540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DC0223BE-05FD-4E09-85C3-11C61BB1641B}">
      <dsp:nvSpPr>
        <dsp:cNvPr id="0" name=""/>
        <dsp:cNvSpPr/>
      </dsp:nvSpPr>
      <dsp:spPr>
        <a:xfrm>
          <a:off x="1686887" y="3309329"/>
          <a:ext cx="3139305" cy="1419857"/>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dirty="0"/>
            <a:t>The parser has a map attribute, that maps every node to its type (source, sink, reviewer, submission), so that it is easier to read the graph's information after running the max flow algorithm, specially for showing the output.</a:t>
          </a:r>
          <a:endParaRPr lang="pt-PT" sz="1300" kern="1200" dirty="0"/>
        </a:p>
      </dsp:txBody>
      <dsp:txXfrm>
        <a:off x="1686887" y="3309329"/>
        <a:ext cx="3139305" cy="1419857"/>
      </dsp:txXfrm>
    </dsp:sp>
    <dsp:sp modelId="{40591B23-B162-4595-8A2E-525206DA0FB3}">
      <dsp:nvSpPr>
        <dsp:cNvPr id="0" name=""/>
        <dsp:cNvSpPr/>
      </dsp:nvSpPr>
      <dsp:spPr>
        <a:xfrm>
          <a:off x="140662" y="3309329"/>
          <a:ext cx="1405659" cy="14198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C3D3E1-94CB-4F82-91D0-D95036E2377E}">
      <dsp:nvSpPr>
        <dsp:cNvPr id="0" name=""/>
        <dsp:cNvSpPr/>
      </dsp:nvSpPr>
      <dsp:spPr>
        <a:xfrm>
          <a:off x="205" y="688273"/>
          <a:ext cx="2479997" cy="2975996"/>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755650">
            <a:lnSpc>
              <a:spcPct val="90000"/>
            </a:lnSpc>
            <a:spcBef>
              <a:spcPct val="0"/>
            </a:spcBef>
            <a:spcAft>
              <a:spcPct val="35000"/>
            </a:spcAft>
            <a:buNone/>
          </a:pPr>
          <a:r>
            <a:rPr lang="en-US" sz="1700" kern="1200"/>
            <a:t>Converting parsed data into a bipartite graph structure (reviewers and submissions)</a:t>
          </a:r>
          <a:endParaRPr lang="en-US" sz="1700" kern="1200" dirty="0"/>
        </a:p>
      </dsp:txBody>
      <dsp:txXfrm>
        <a:off x="205" y="1878672"/>
        <a:ext cx="2479997" cy="1785598"/>
      </dsp:txXfrm>
    </dsp:sp>
    <dsp:sp modelId="{F551BF1A-24C6-40B1-B94F-7A31084CA6BF}">
      <dsp:nvSpPr>
        <dsp:cNvPr id="0" name=""/>
        <dsp:cNvSpPr/>
      </dsp:nvSpPr>
      <dsp:spPr>
        <a:xfrm>
          <a:off x="205" y="688273"/>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pt-PT" sz="6100" kern="1200"/>
            <a:t>01</a:t>
          </a:r>
        </a:p>
      </dsp:txBody>
      <dsp:txXfrm>
        <a:off x="205" y="688273"/>
        <a:ext cx="2479997" cy="1190398"/>
      </dsp:txXfrm>
    </dsp:sp>
    <dsp:sp modelId="{62625428-57B7-497B-8776-93E531B32FA3}">
      <dsp:nvSpPr>
        <dsp:cNvPr id="0" name=""/>
        <dsp:cNvSpPr/>
      </dsp:nvSpPr>
      <dsp:spPr>
        <a:xfrm>
          <a:off x="2678602" y="688273"/>
          <a:ext cx="2479997" cy="2975996"/>
        </a:xfrm>
        <a:prstGeom prst="rect">
          <a:avLst/>
        </a:prstGeom>
        <a:solidFill>
          <a:schemeClr val="accent5">
            <a:hueOff val="-4050717"/>
            <a:satOff val="-275"/>
            <a:lumOff val="654"/>
            <a:alphaOff val="0"/>
          </a:schemeClr>
        </a:solidFill>
        <a:ln w="19050" cap="flat" cmpd="sng" algn="ctr">
          <a:solidFill>
            <a:schemeClr val="accent5">
              <a:hueOff val="-4050717"/>
              <a:satOff val="-275"/>
              <a:lumOff val="6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755650">
            <a:lnSpc>
              <a:spcPct val="90000"/>
            </a:lnSpc>
            <a:spcBef>
              <a:spcPct val="0"/>
            </a:spcBef>
            <a:spcAft>
              <a:spcPct val="35000"/>
            </a:spcAft>
            <a:buNone/>
          </a:pPr>
          <a:r>
            <a:rPr lang="en-US" sz="1700" kern="1200"/>
            <a:t>Assigning and managing node types (source, sink, reviewer, submission)</a:t>
          </a:r>
          <a:endParaRPr lang="en-US" sz="1700" kern="1200" dirty="0"/>
        </a:p>
      </dsp:txBody>
      <dsp:txXfrm>
        <a:off x="2678602" y="1878672"/>
        <a:ext cx="2479997" cy="1785598"/>
      </dsp:txXfrm>
    </dsp:sp>
    <dsp:sp modelId="{887B0D41-166E-4A47-B857-316AEFBC245D}">
      <dsp:nvSpPr>
        <dsp:cNvPr id="0" name=""/>
        <dsp:cNvSpPr/>
      </dsp:nvSpPr>
      <dsp:spPr>
        <a:xfrm>
          <a:off x="2678602" y="688273"/>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pt-PT" sz="6100" kern="1200"/>
            <a:t>02</a:t>
          </a:r>
        </a:p>
      </dsp:txBody>
      <dsp:txXfrm>
        <a:off x="2678602" y="688273"/>
        <a:ext cx="2479997" cy="1190398"/>
      </dsp:txXfrm>
    </dsp:sp>
    <dsp:sp modelId="{D9EA4670-1AB5-4D5C-B8B2-6506DB713CF7}">
      <dsp:nvSpPr>
        <dsp:cNvPr id="0" name=""/>
        <dsp:cNvSpPr/>
      </dsp:nvSpPr>
      <dsp:spPr>
        <a:xfrm>
          <a:off x="5356999" y="688273"/>
          <a:ext cx="2479997" cy="2975996"/>
        </a:xfrm>
        <a:prstGeom prst="rect">
          <a:avLst/>
        </a:prstGeom>
        <a:solidFill>
          <a:schemeClr val="accent5">
            <a:hueOff val="-8101434"/>
            <a:satOff val="-551"/>
            <a:lumOff val="1307"/>
            <a:alphaOff val="0"/>
          </a:schemeClr>
        </a:solidFill>
        <a:ln w="19050" cap="flat" cmpd="sng" algn="ctr">
          <a:solidFill>
            <a:schemeClr val="accent5">
              <a:hueOff val="-8101434"/>
              <a:satOff val="-551"/>
              <a:lumOff val="13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755650">
            <a:lnSpc>
              <a:spcPct val="90000"/>
            </a:lnSpc>
            <a:spcBef>
              <a:spcPct val="0"/>
            </a:spcBef>
            <a:spcAft>
              <a:spcPct val="35000"/>
            </a:spcAft>
            <a:buNone/>
          </a:pPr>
          <a:r>
            <a:rPr lang="en-US" sz="1700" kern="1200"/>
            <a:t>Establishing the appropriate connections between nodes for the max flow algorithm</a:t>
          </a:r>
          <a:endParaRPr lang="en-US" sz="1700" kern="1200" dirty="0"/>
        </a:p>
      </dsp:txBody>
      <dsp:txXfrm>
        <a:off x="5356999" y="1878672"/>
        <a:ext cx="2479997" cy="1785598"/>
      </dsp:txXfrm>
    </dsp:sp>
    <dsp:sp modelId="{DAD6C047-CF17-44C2-8560-8FBB9F286DED}">
      <dsp:nvSpPr>
        <dsp:cNvPr id="0" name=""/>
        <dsp:cNvSpPr/>
      </dsp:nvSpPr>
      <dsp:spPr>
        <a:xfrm>
          <a:off x="5356999" y="688273"/>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pt-PT" sz="6100" kern="1200"/>
            <a:t>03</a:t>
          </a:r>
        </a:p>
      </dsp:txBody>
      <dsp:txXfrm>
        <a:off x="5356999" y="688273"/>
        <a:ext cx="2479997" cy="1190398"/>
      </dsp:txXfrm>
    </dsp:sp>
    <dsp:sp modelId="{4AAB512F-44F4-4FCE-9D98-AF3AF6DCBA8D}">
      <dsp:nvSpPr>
        <dsp:cNvPr id="0" name=""/>
        <dsp:cNvSpPr/>
      </dsp:nvSpPr>
      <dsp:spPr>
        <a:xfrm>
          <a:off x="8035397" y="688273"/>
          <a:ext cx="2479997" cy="2975996"/>
        </a:xfrm>
        <a:prstGeom prst="rect">
          <a:avLst/>
        </a:prstGeom>
        <a:solidFill>
          <a:schemeClr val="accent5">
            <a:hueOff val="-12152150"/>
            <a:satOff val="-826"/>
            <a:lumOff val="1961"/>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4969" tIns="0" rIns="244969" bIns="330200" numCol="1" spcCol="1270" anchor="t" anchorCtr="0">
          <a:noAutofit/>
        </a:bodyPr>
        <a:lstStyle/>
        <a:p>
          <a:pPr marL="0" lvl="0" indent="0" algn="l" defTabSz="755650">
            <a:lnSpc>
              <a:spcPct val="90000"/>
            </a:lnSpc>
            <a:spcBef>
              <a:spcPct val="0"/>
            </a:spcBef>
            <a:spcAft>
              <a:spcPct val="35000"/>
            </a:spcAft>
            <a:buNone/>
          </a:pPr>
          <a:r>
            <a:rPr lang="en-US" sz="1700" kern="1200"/>
            <a:t>Preparing the graph for subsequent algorithms (Max Flow, Risk analysis, etc...)</a:t>
          </a:r>
          <a:endParaRPr lang="en-US" sz="1700" kern="1200" dirty="0"/>
        </a:p>
      </dsp:txBody>
      <dsp:txXfrm>
        <a:off x="8035397" y="1878672"/>
        <a:ext cx="2479997" cy="1785598"/>
      </dsp:txXfrm>
    </dsp:sp>
    <dsp:sp modelId="{DB119B49-AA63-468F-842C-7AEDF8C2C691}">
      <dsp:nvSpPr>
        <dsp:cNvPr id="0" name=""/>
        <dsp:cNvSpPr/>
      </dsp:nvSpPr>
      <dsp:spPr>
        <a:xfrm>
          <a:off x="8035397" y="688273"/>
          <a:ext cx="2479997" cy="119039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44969" tIns="165100" rIns="244969" bIns="165100" numCol="1" spcCol="1270" anchor="ctr" anchorCtr="0">
          <a:noAutofit/>
        </a:bodyPr>
        <a:lstStyle/>
        <a:p>
          <a:pPr marL="0" lvl="0" indent="0" algn="l" defTabSz="2711450">
            <a:lnSpc>
              <a:spcPct val="90000"/>
            </a:lnSpc>
            <a:spcBef>
              <a:spcPct val="0"/>
            </a:spcBef>
            <a:spcAft>
              <a:spcPct val="35000"/>
            </a:spcAft>
            <a:buNone/>
          </a:pPr>
          <a:r>
            <a:rPr lang="pt-PT" sz="6100" kern="1200"/>
            <a:t>04</a:t>
          </a:r>
        </a:p>
      </dsp:txBody>
      <dsp:txXfrm>
        <a:off x="8035397" y="688273"/>
        <a:ext cx="2479997" cy="119039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EF9DF8-0A1C-4EB9-9B0E-A76B3DDC1F41}">
      <dsp:nvSpPr>
        <dsp:cNvPr id="0" name=""/>
        <dsp:cNvSpPr/>
      </dsp:nvSpPr>
      <dsp:spPr>
        <a:xfrm>
          <a:off x="2308909" y="911911"/>
          <a:ext cx="1944000" cy="1944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C5DDBC-603E-4433-BA97-0F264B1A6F81}">
      <dsp:nvSpPr>
        <dsp:cNvPr id="0" name=""/>
        <dsp:cNvSpPr/>
      </dsp:nvSpPr>
      <dsp:spPr>
        <a:xfrm>
          <a:off x="1120909" y="3354088"/>
          <a:ext cx="4320000"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Implements the Edmonds-Karp algorithm, an implementation of the Ford-Fulkerson method that uses a BFS, and, consequently, is shortest path "oriented", to compute the maximum flow in a directed graph. </a:t>
          </a:r>
        </a:p>
      </dsp:txBody>
      <dsp:txXfrm>
        <a:off x="1120909" y="3354088"/>
        <a:ext cx="4320000" cy="877500"/>
      </dsp:txXfrm>
    </dsp:sp>
    <dsp:sp modelId="{2BD5BFC7-9C51-4486-BD06-F39BDABF28B9}">
      <dsp:nvSpPr>
        <dsp:cNvPr id="0" name=""/>
        <dsp:cNvSpPr/>
      </dsp:nvSpPr>
      <dsp:spPr>
        <a:xfrm>
          <a:off x="7384909" y="911911"/>
          <a:ext cx="1944000" cy="1944000"/>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1AA65A-E34A-4848-A477-C08C634A83AA}">
      <dsp:nvSpPr>
        <dsp:cNvPr id="0" name=""/>
        <dsp:cNvSpPr/>
      </dsp:nvSpPr>
      <dsp:spPr>
        <a:xfrm>
          <a:off x="6196909" y="3354088"/>
          <a:ext cx="4320000" cy="87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This maximum flow is used to generate the assignments in the system by modeling the assignment problem as a bipartite graph</a:t>
          </a:r>
        </a:p>
      </dsp:txBody>
      <dsp:txXfrm>
        <a:off x="6196909" y="3354088"/>
        <a:ext cx="4320000" cy="8775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6FA56E-E462-43A7-8D08-E68C5E820377}">
      <dsp:nvSpPr>
        <dsp:cNvPr id="0" name=""/>
        <dsp:cNvSpPr/>
      </dsp:nvSpPr>
      <dsp:spPr>
        <a:xfrm>
          <a:off x="1212569" y="550126"/>
          <a:ext cx="1300252" cy="1300252"/>
        </a:xfrm>
        <a:prstGeom prst="rect">
          <a:avLst/>
        </a:prstGeom>
        <a:blipFill rotWithShape="1">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7B4C09-2BDC-4643-8FC7-CF5ED7A6B3E9}">
      <dsp:nvSpPr>
        <dsp:cNvPr id="0" name=""/>
        <dsp:cNvSpPr/>
      </dsp:nvSpPr>
      <dsp:spPr>
        <a:xfrm>
          <a:off x="417971" y="2311926"/>
          <a:ext cx="2889450" cy="131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dirty="0">
              <a:solidFill>
                <a:schemeClr val="bg1"/>
              </a:solidFill>
            </a:rPr>
            <a:t>One set of vertices represents submissions and the other represents reviewers, and edges encode assignment possibilities with capacity constraints.</a:t>
          </a:r>
        </a:p>
      </dsp:txBody>
      <dsp:txXfrm>
        <a:off x="417971" y="2311926"/>
        <a:ext cx="2889450" cy="1314843"/>
      </dsp:txXfrm>
    </dsp:sp>
    <dsp:sp modelId="{1A0A3C0E-EE2F-4D81-9BF8-3347F9B68AED}">
      <dsp:nvSpPr>
        <dsp:cNvPr id="0" name=""/>
        <dsp:cNvSpPr/>
      </dsp:nvSpPr>
      <dsp:spPr>
        <a:xfrm>
          <a:off x="4607673" y="550126"/>
          <a:ext cx="1300252" cy="130025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FCA270-4B29-4369-A350-5374A2E7789D}">
      <dsp:nvSpPr>
        <dsp:cNvPr id="0" name=""/>
        <dsp:cNvSpPr/>
      </dsp:nvSpPr>
      <dsp:spPr>
        <a:xfrm>
          <a:off x="3813075" y="2311926"/>
          <a:ext cx="2889450" cy="131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solidFill>
                <a:schemeClr val="bg1"/>
              </a:solidFill>
            </a:rPr>
            <a:t>In this context, computing the maximum flow is equivalent to solving a maximal bipartite matching problem.</a:t>
          </a:r>
        </a:p>
      </dsp:txBody>
      <dsp:txXfrm>
        <a:off x="3813075" y="2311926"/>
        <a:ext cx="2889450" cy="1314843"/>
      </dsp:txXfrm>
    </dsp:sp>
    <dsp:sp modelId="{C9EFCA3A-2C84-4EEA-9A17-57E8A6F08A8F}">
      <dsp:nvSpPr>
        <dsp:cNvPr id="0" name=""/>
        <dsp:cNvSpPr/>
      </dsp:nvSpPr>
      <dsp:spPr>
        <a:xfrm>
          <a:off x="8002777" y="550126"/>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76C386-6B02-4DA5-9321-0FA22361EFE3}">
      <dsp:nvSpPr>
        <dsp:cNvPr id="0" name=""/>
        <dsp:cNvSpPr/>
      </dsp:nvSpPr>
      <dsp:spPr>
        <a:xfrm>
          <a:off x="7208178" y="2311926"/>
          <a:ext cx="2889450" cy="131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kern="1200" dirty="0">
              <a:solidFill>
                <a:schemeClr val="bg1"/>
              </a:solidFill>
            </a:rPr>
            <a:t>Each unit of flow along an edge represents an assignment of a reviewer to a </a:t>
          </a:r>
          <a:r>
            <a:rPr lang="en-US" sz="1200" kern="1200" dirty="0" err="1">
              <a:solidFill>
                <a:schemeClr val="bg1"/>
              </a:solidFill>
            </a:rPr>
            <a:t>submissiothe</a:t>
          </a:r>
          <a:r>
            <a:rPr lang="en-US" sz="1200" kern="1200" dirty="0">
              <a:solidFill>
                <a:schemeClr val="bg1"/>
              </a:solidFill>
            </a:rPr>
            <a:t> maximum flow guarantees that as many submissions as possible receive the required number of reviewers while respecting all reviewer and submission constraints.</a:t>
          </a:r>
        </a:p>
      </dsp:txBody>
      <dsp:txXfrm>
        <a:off x="7208178" y="2311926"/>
        <a:ext cx="2889450" cy="131484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ECA06B-162E-466C-8899-E4CBBFCF5965}">
      <dsp:nvSpPr>
        <dsp:cNvPr id="0" name=""/>
        <dsp:cNvSpPr/>
      </dsp:nvSpPr>
      <dsp:spPr>
        <a:xfrm>
          <a:off x="0" y="39043"/>
          <a:ext cx="3644213" cy="3644213"/>
        </a:xfrm>
        <a:prstGeom prst="pie">
          <a:avLst>
            <a:gd name="adj1" fmla="val 5400000"/>
            <a:gd name="adj2" fmla="val 16200000"/>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759A06-A8DE-4BCD-8C8F-21B1D80BD1B2}">
      <dsp:nvSpPr>
        <dsp:cNvPr id="0" name=""/>
        <dsp:cNvSpPr/>
      </dsp:nvSpPr>
      <dsp:spPr>
        <a:xfrm>
          <a:off x="1822106" y="39043"/>
          <a:ext cx="4251582" cy="3644213"/>
        </a:xfrm>
        <a:prstGeom prst="rect">
          <a:avLst/>
        </a:prstGeom>
        <a:solidFill>
          <a:schemeClr val="lt1">
            <a:alpha val="90000"/>
            <a:hueOff val="0"/>
            <a:satOff val="0"/>
            <a:lumOff val="0"/>
            <a:alphaOff val="0"/>
          </a:schemeClr>
        </a:solidFill>
        <a:ln w="19050" cap="flat" cmpd="sng" algn="ctr">
          <a:solidFill>
            <a:schemeClr val="accent1">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The setup() function loads the input file, parses its contents using the Parser, and converts the data into a graph structure through an adapter.</a:t>
          </a:r>
          <a:endParaRPr lang="pt-PT" sz="1400" kern="1200" dirty="0"/>
        </a:p>
      </dsp:txBody>
      <dsp:txXfrm>
        <a:off x="1822106" y="39043"/>
        <a:ext cx="4251582" cy="774395"/>
      </dsp:txXfrm>
    </dsp:sp>
    <dsp:sp modelId="{5FCEF7C1-10F8-4DC3-B7E4-40C3A7A982BE}">
      <dsp:nvSpPr>
        <dsp:cNvPr id="0" name=""/>
        <dsp:cNvSpPr/>
      </dsp:nvSpPr>
      <dsp:spPr>
        <a:xfrm>
          <a:off x="478303" y="813438"/>
          <a:ext cx="2687607" cy="2687607"/>
        </a:xfrm>
        <a:prstGeom prst="pie">
          <a:avLst>
            <a:gd name="adj1" fmla="val 5400000"/>
            <a:gd name="adj2" fmla="val 16200000"/>
          </a:avLst>
        </a:prstGeom>
        <a:solidFill>
          <a:schemeClr val="accent1">
            <a:shade val="50000"/>
            <a:hueOff val="294825"/>
            <a:satOff val="-30989"/>
            <a:lumOff val="267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F9567E-BFA8-4787-BB99-401DA59E26F0}">
      <dsp:nvSpPr>
        <dsp:cNvPr id="0" name=""/>
        <dsp:cNvSpPr/>
      </dsp:nvSpPr>
      <dsp:spPr>
        <a:xfrm>
          <a:off x="1822106" y="813438"/>
          <a:ext cx="4251582" cy="2687607"/>
        </a:xfrm>
        <a:prstGeom prst="rect">
          <a:avLst/>
        </a:prstGeom>
        <a:solidFill>
          <a:schemeClr val="lt1">
            <a:alpha val="90000"/>
            <a:hueOff val="0"/>
            <a:satOff val="0"/>
            <a:lumOff val="0"/>
            <a:alphaOff val="0"/>
          </a:schemeClr>
        </a:solidFill>
        <a:ln w="19050" cap="flat" cmpd="sng" algn="ctr">
          <a:solidFill>
            <a:schemeClr val="accent1">
              <a:shade val="50000"/>
              <a:hueOff val="294825"/>
              <a:satOff val="-30989"/>
              <a:lumOff val="267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The main processing step is performed by get_max_flow(), which applies the Edmonds-Karp algorithm to compute a maximum flow on the graph.</a:t>
          </a:r>
          <a:endParaRPr lang="pt-PT" sz="1400" kern="1200"/>
        </a:p>
      </dsp:txBody>
      <dsp:txXfrm>
        <a:off x="1822106" y="813438"/>
        <a:ext cx="4251582" cy="774395"/>
      </dsp:txXfrm>
    </dsp:sp>
    <dsp:sp modelId="{BEF30B7B-C3D9-40E2-8F42-7E73D3B2B552}">
      <dsp:nvSpPr>
        <dsp:cNvPr id="0" name=""/>
        <dsp:cNvSpPr/>
      </dsp:nvSpPr>
      <dsp:spPr>
        <a:xfrm>
          <a:off x="956606" y="1587833"/>
          <a:ext cx="1731001" cy="1731001"/>
        </a:xfrm>
        <a:prstGeom prst="pie">
          <a:avLst>
            <a:gd name="adj1" fmla="val 5400000"/>
            <a:gd name="adj2" fmla="val 16200000"/>
          </a:avLst>
        </a:prstGeom>
        <a:solidFill>
          <a:schemeClr val="accent1">
            <a:shade val="50000"/>
            <a:hueOff val="589649"/>
            <a:satOff val="-61978"/>
            <a:lumOff val="5348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7DC48C-C71E-4094-88FF-C04F4C87C2C0}">
      <dsp:nvSpPr>
        <dsp:cNvPr id="0" name=""/>
        <dsp:cNvSpPr/>
      </dsp:nvSpPr>
      <dsp:spPr>
        <a:xfrm>
          <a:off x="1822106" y="1587833"/>
          <a:ext cx="4251582" cy="1731001"/>
        </a:xfrm>
        <a:prstGeom prst="rect">
          <a:avLst/>
        </a:prstGeom>
        <a:solidFill>
          <a:schemeClr val="lt1">
            <a:alpha val="90000"/>
            <a:hueOff val="0"/>
            <a:satOff val="0"/>
            <a:lumOff val="0"/>
            <a:alphaOff val="0"/>
          </a:schemeClr>
        </a:solidFill>
        <a:ln w="19050" cap="flat" cmpd="sng" algn="ctr">
          <a:solidFill>
            <a:schemeClr val="accent1">
              <a:shade val="50000"/>
              <a:hueOff val="589649"/>
              <a:satOff val="-61978"/>
              <a:lumOff val="534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This corresponds to finding an optimal assignment between reviewers and submissions. </a:t>
          </a:r>
          <a:endParaRPr lang="pt-PT" sz="1400" kern="1200"/>
        </a:p>
      </dsp:txBody>
      <dsp:txXfrm>
        <a:off x="1822106" y="1587833"/>
        <a:ext cx="4251582" cy="774395"/>
      </dsp:txXfrm>
    </dsp:sp>
    <dsp:sp modelId="{3DD1AF44-2645-4DC1-8422-5322A9BF5FB2}">
      <dsp:nvSpPr>
        <dsp:cNvPr id="0" name=""/>
        <dsp:cNvSpPr/>
      </dsp:nvSpPr>
      <dsp:spPr>
        <a:xfrm>
          <a:off x="1434909" y="2362229"/>
          <a:ext cx="774395" cy="774395"/>
        </a:xfrm>
        <a:prstGeom prst="pie">
          <a:avLst>
            <a:gd name="adj1" fmla="val 5400000"/>
            <a:gd name="adj2" fmla="val 16200000"/>
          </a:avLst>
        </a:prstGeom>
        <a:solidFill>
          <a:schemeClr val="accent1">
            <a:shade val="50000"/>
            <a:hueOff val="294825"/>
            <a:satOff val="-30989"/>
            <a:lumOff val="2674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962D996-53F3-4700-A7C8-A70504C7F5D5}">
      <dsp:nvSpPr>
        <dsp:cNvPr id="0" name=""/>
        <dsp:cNvSpPr/>
      </dsp:nvSpPr>
      <dsp:spPr>
        <a:xfrm>
          <a:off x="1822106" y="2362229"/>
          <a:ext cx="4251582" cy="774395"/>
        </a:xfrm>
        <a:prstGeom prst="rect">
          <a:avLst/>
        </a:prstGeom>
        <a:solidFill>
          <a:schemeClr val="lt1">
            <a:alpha val="90000"/>
            <a:hueOff val="0"/>
            <a:satOff val="0"/>
            <a:lumOff val="0"/>
            <a:alphaOff val="0"/>
          </a:schemeClr>
        </a:solidFill>
        <a:ln w="19050" cap="flat" cmpd="sng" algn="ctr">
          <a:solidFill>
            <a:schemeClr val="accent1">
              <a:shade val="50000"/>
              <a:hueOff val="294825"/>
              <a:satOff val="-30989"/>
              <a:lumOff val="267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The resulting flow is then interpreted and stored as matching outputs for both submissions and reviewers.</a:t>
          </a:r>
          <a:endParaRPr lang="pt-PT" sz="1400" kern="1200"/>
        </a:p>
      </dsp:txBody>
      <dsp:txXfrm>
        <a:off x="1822106" y="2362229"/>
        <a:ext cx="4251582" cy="77439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D1912-36D2-426E-AE18-99ACCC5A086E}">
      <dsp:nvSpPr>
        <dsp:cNvPr id="0" name=""/>
        <dsp:cNvSpPr/>
      </dsp:nvSpPr>
      <dsp:spPr>
        <a:xfrm>
          <a:off x="0" y="0"/>
          <a:ext cx="10515600" cy="1305763"/>
        </a:xfrm>
        <a:prstGeom prst="rect">
          <a:avLst/>
        </a:prstGeom>
        <a:solidFill>
          <a:schemeClr val="accent2"/>
        </a:solidFill>
        <a:ln>
          <a:noFill/>
        </a:ln>
        <a:effectLst/>
      </dsp:spPr>
      <dsp:style>
        <a:lnRef idx="0">
          <a:scrgbClr r="0" g="0" b="0"/>
        </a:lnRef>
        <a:fillRef idx="1">
          <a:scrgbClr r="0" g="0" b="0"/>
        </a:fillRef>
        <a:effectRef idx="0">
          <a:scrgbClr r="0" g="0" b="0"/>
        </a:effectRef>
        <a:fontRef idx="minor"/>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endParaRPr lang="en-US" sz="6000" kern="1200" dirty="0"/>
        </a:p>
      </dsp:txBody>
      <dsp:txXfrm>
        <a:off x="0" y="0"/>
        <a:ext cx="10515600" cy="1305763"/>
      </dsp:txXfrm>
    </dsp:sp>
    <dsp:sp modelId="{ABCB5C16-78ED-4C06-8762-C2E784638AA3}">
      <dsp:nvSpPr>
        <dsp:cNvPr id="0" name=""/>
        <dsp:cNvSpPr/>
      </dsp:nvSpPr>
      <dsp:spPr>
        <a:xfrm>
          <a:off x="5134" y="1305763"/>
          <a:ext cx="3501776" cy="2742102"/>
        </a:xfrm>
        <a:prstGeom prst="rect">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a:t>
          </a:r>
          <a:r>
            <a:rPr lang="en-US" sz="1800" kern="1200" dirty="0" err="1"/>
            <a:t>risk_analysis</a:t>
          </a:r>
          <a:r>
            <a:rPr lang="en-US" sz="1800" kern="1200" dirty="0"/>
            <a:t>() function identifies critical reviewers whose removal would compromise the assignment. It performs a breadth-first search on the residual graph to determine which vertices are not reachable and derives the set of critical reviewers from this structure. </a:t>
          </a:r>
        </a:p>
      </dsp:txBody>
      <dsp:txXfrm>
        <a:off x="5134" y="1305763"/>
        <a:ext cx="3501776" cy="2742102"/>
      </dsp:txXfrm>
    </dsp:sp>
    <dsp:sp modelId="{C1EC92D5-ACE8-4640-A98A-3C7B980D12A8}">
      <dsp:nvSpPr>
        <dsp:cNvPr id="0" name=""/>
        <dsp:cNvSpPr/>
      </dsp:nvSpPr>
      <dsp:spPr>
        <a:xfrm>
          <a:off x="3506911" y="1305763"/>
          <a:ext cx="3501776" cy="2742102"/>
        </a:xfrm>
        <a:prstGeom prst="rect">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a:t>
          </a:r>
          <a:r>
            <a:rPr lang="en-US" sz="1800" kern="1200" dirty="0" err="1"/>
            <a:t>get_missing_output</a:t>
          </a:r>
          <a:r>
            <a:rPr lang="en-US" sz="1800" kern="1200" dirty="0"/>
            <a:t>() function identifies submissions that did not receive the required number of reviewers by inspecting edges whose flow does not meet their capacity. These are stored and sorted for reporting. </a:t>
          </a:r>
        </a:p>
      </dsp:txBody>
      <dsp:txXfrm>
        <a:off x="3506911" y="1305763"/>
        <a:ext cx="3501776" cy="2742102"/>
      </dsp:txXfrm>
    </dsp:sp>
    <dsp:sp modelId="{08960562-6990-4E35-98E2-011852C9534C}">
      <dsp:nvSpPr>
        <dsp:cNvPr id="0" name=""/>
        <dsp:cNvSpPr/>
      </dsp:nvSpPr>
      <dsp:spPr>
        <a:xfrm>
          <a:off x="7008688" y="1305763"/>
          <a:ext cx="3501776" cy="2742102"/>
        </a:xfrm>
        <a:prstGeom prst="rect">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class supports printing results to the console or saving them to a file. Outputs include the assignment results, missing assignments, and risk analysis.</a:t>
          </a:r>
        </a:p>
      </dsp:txBody>
      <dsp:txXfrm>
        <a:off x="7008688" y="1305763"/>
        <a:ext cx="3501776" cy="2742102"/>
      </dsp:txXfrm>
    </dsp:sp>
    <dsp:sp modelId="{F36D1CC7-DBEF-444A-ACBE-A8E6E5D684D9}">
      <dsp:nvSpPr>
        <dsp:cNvPr id="0" name=""/>
        <dsp:cNvSpPr/>
      </dsp:nvSpPr>
      <dsp:spPr>
        <a:xfrm>
          <a:off x="0" y="4047865"/>
          <a:ext cx="10515600" cy="304678"/>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A2334D-4F42-49C8-8348-4B0DB6BF217A}">
      <dsp:nvSpPr>
        <dsp:cNvPr id="0" name=""/>
        <dsp:cNvSpPr/>
      </dsp:nvSpPr>
      <dsp:spPr>
        <a:xfrm>
          <a:off x="6315" y="991726"/>
          <a:ext cx="1974242" cy="2369090"/>
        </a:xfrm>
        <a:prstGeom prst="rect">
          <a:avLst/>
        </a:prstGeom>
        <a:solidFill>
          <a:schemeClr val="accent4">
            <a:shade val="50000"/>
            <a:hueOff val="0"/>
            <a:satOff val="0"/>
            <a:lumOff val="0"/>
            <a:alphaOff val="0"/>
          </a:schemeClr>
        </a:solidFill>
        <a:ln w="19050" cap="flat" cmpd="sng" algn="ctr">
          <a:solidFill>
            <a:schemeClr val="accent4">
              <a:shade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5011" tIns="0" rIns="195011" bIns="330200" numCol="1" spcCol="1270" anchor="t" anchorCtr="0">
          <a:noAutofit/>
        </a:bodyPr>
        <a:lstStyle/>
        <a:p>
          <a:pPr marL="0" lvl="0" indent="0" algn="l" defTabSz="666750">
            <a:lnSpc>
              <a:spcPct val="90000"/>
            </a:lnSpc>
            <a:spcBef>
              <a:spcPct val="0"/>
            </a:spcBef>
            <a:spcAft>
              <a:spcPct val="35000"/>
            </a:spcAft>
            <a:buNone/>
          </a:pPr>
          <a:r>
            <a:rPr lang="en-US" sz="1500" kern="1200"/>
            <a:t>Integrating parsing, graph construction, and algorithm execution</a:t>
          </a:r>
          <a:endParaRPr lang="en-US" sz="1500" kern="1200" dirty="0"/>
        </a:p>
      </dsp:txBody>
      <dsp:txXfrm>
        <a:off x="6315" y="1939362"/>
        <a:ext cx="1974242" cy="1421454"/>
      </dsp:txXfrm>
    </dsp:sp>
    <dsp:sp modelId="{7AEF0FC6-54B3-4759-9569-4B10249615DE}">
      <dsp:nvSpPr>
        <dsp:cNvPr id="0" name=""/>
        <dsp:cNvSpPr/>
      </dsp:nvSpPr>
      <dsp:spPr>
        <a:xfrm>
          <a:off x="6315" y="991726"/>
          <a:ext cx="1974242" cy="94763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5011" tIns="165100" rIns="195011" bIns="165100" numCol="1" spcCol="1270" anchor="ctr" anchorCtr="0">
          <a:noAutofit/>
        </a:bodyPr>
        <a:lstStyle/>
        <a:p>
          <a:pPr marL="0" lvl="0" indent="0" algn="l" defTabSz="1911350">
            <a:lnSpc>
              <a:spcPct val="90000"/>
            </a:lnSpc>
            <a:spcBef>
              <a:spcPct val="0"/>
            </a:spcBef>
            <a:spcAft>
              <a:spcPct val="35000"/>
            </a:spcAft>
            <a:buNone/>
          </a:pPr>
          <a:r>
            <a:rPr lang="pt-PT" sz="4300" kern="1200"/>
            <a:t>01</a:t>
          </a:r>
        </a:p>
      </dsp:txBody>
      <dsp:txXfrm>
        <a:off x="6315" y="991726"/>
        <a:ext cx="1974242" cy="947636"/>
      </dsp:txXfrm>
    </dsp:sp>
    <dsp:sp modelId="{0F11D6FD-ED50-40A0-8B15-A589BE762ED0}">
      <dsp:nvSpPr>
        <dsp:cNvPr id="0" name=""/>
        <dsp:cNvSpPr/>
      </dsp:nvSpPr>
      <dsp:spPr>
        <a:xfrm>
          <a:off x="2138497" y="991726"/>
          <a:ext cx="1974242" cy="2369090"/>
        </a:xfrm>
        <a:prstGeom prst="rect">
          <a:avLst/>
        </a:prstGeom>
        <a:solidFill>
          <a:schemeClr val="accent4">
            <a:shade val="50000"/>
            <a:hueOff val="243813"/>
            <a:satOff val="-14088"/>
            <a:lumOff val="19493"/>
            <a:alphaOff val="0"/>
          </a:schemeClr>
        </a:solidFill>
        <a:ln w="19050" cap="flat" cmpd="sng" algn="ctr">
          <a:solidFill>
            <a:schemeClr val="accent4">
              <a:shade val="50000"/>
              <a:hueOff val="243813"/>
              <a:satOff val="-14088"/>
              <a:lumOff val="194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5011" tIns="0" rIns="195011" bIns="330200" numCol="1" spcCol="1270" anchor="t" anchorCtr="0">
          <a:noAutofit/>
        </a:bodyPr>
        <a:lstStyle/>
        <a:p>
          <a:pPr marL="0" lvl="0" indent="0" algn="l" defTabSz="666750">
            <a:lnSpc>
              <a:spcPct val="90000"/>
            </a:lnSpc>
            <a:spcBef>
              <a:spcPct val="0"/>
            </a:spcBef>
            <a:spcAft>
              <a:spcPct val="35000"/>
            </a:spcAft>
            <a:buNone/>
          </a:pPr>
          <a:r>
            <a:rPr lang="en-US" sz="1500" kern="1200"/>
            <a:t>Computing assignments using maximum flow algorithm (Edmonds-Karp)</a:t>
          </a:r>
          <a:endParaRPr lang="en-US" sz="1500" kern="1200" dirty="0"/>
        </a:p>
      </dsp:txBody>
      <dsp:txXfrm>
        <a:off x="2138497" y="1939362"/>
        <a:ext cx="1974242" cy="1421454"/>
      </dsp:txXfrm>
    </dsp:sp>
    <dsp:sp modelId="{561B2A15-BC08-41AF-9C92-AE686FED2D32}">
      <dsp:nvSpPr>
        <dsp:cNvPr id="0" name=""/>
        <dsp:cNvSpPr/>
      </dsp:nvSpPr>
      <dsp:spPr>
        <a:xfrm>
          <a:off x="2138497" y="991726"/>
          <a:ext cx="1974242" cy="94763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5011" tIns="165100" rIns="195011" bIns="165100" numCol="1" spcCol="1270" anchor="ctr" anchorCtr="0">
          <a:noAutofit/>
        </a:bodyPr>
        <a:lstStyle/>
        <a:p>
          <a:pPr marL="0" lvl="0" indent="0" algn="l" defTabSz="1911350">
            <a:lnSpc>
              <a:spcPct val="90000"/>
            </a:lnSpc>
            <a:spcBef>
              <a:spcPct val="0"/>
            </a:spcBef>
            <a:spcAft>
              <a:spcPct val="35000"/>
            </a:spcAft>
            <a:buNone/>
          </a:pPr>
          <a:r>
            <a:rPr lang="pt-PT" sz="4300" kern="1200"/>
            <a:t>02</a:t>
          </a:r>
        </a:p>
      </dsp:txBody>
      <dsp:txXfrm>
        <a:off x="2138497" y="991726"/>
        <a:ext cx="1974242" cy="947636"/>
      </dsp:txXfrm>
    </dsp:sp>
    <dsp:sp modelId="{2C8DC505-A8BF-4040-9D83-8DFCA657051A}">
      <dsp:nvSpPr>
        <dsp:cNvPr id="0" name=""/>
        <dsp:cNvSpPr/>
      </dsp:nvSpPr>
      <dsp:spPr>
        <a:xfrm>
          <a:off x="4270678" y="991726"/>
          <a:ext cx="1974242" cy="2369090"/>
        </a:xfrm>
        <a:prstGeom prst="rect">
          <a:avLst/>
        </a:prstGeom>
        <a:solidFill>
          <a:schemeClr val="accent4">
            <a:shade val="50000"/>
            <a:hueOff val="487627"/>
            <a:satOff val="-28175"/>
            <a:lumOff val="38986"/>
            <a:alphaOff val="0"/>
          </a:schemeClr>
        </a:solidFill>
        <a:ln w="19050" cap="flat" cmpd="sng" algn="ctr">
          <a:solidFill>
            <a:schemeClr val="accent4">
              <a:shade val="50000"/>
              <a:hueOff val="487627"/>
              <a:satOff val="-28175"/>
              <a:lumOff val="389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5011" tIns="0" rIns="195011" bIns="330200" numCol="1" spcCol="1270" anchor="t" anchorCtr="0">
          <a:noAutofit/>
        </a:bodyPr>
        <a:lstStyle/>
        <a:p>
          <a:pPr marL="0" lvl="0" indent="0" algn="l" defTabSz="666750">
            <a:lnSpc>
              <a:spcPct val="90000"/>
            </a:lnSpc>
            <a:spcBef>
              <a:spcPct val="0"/>
            </a:spcBef>
            <a:spcAft>
              <a:spcPct val="35000"/>
            </a:spcAft>
            <a:buNone/>
          </a:pPr>
          <a:r>
            <a:rPr lang="en-US" sz="1500" kern="1200"/>
            <a:t>Detecting incomplete assignments and reports missing allocations</a:t>
          </a:r>
          <a:endParaRPr lang="en-US" sz="1500" kern="1200" dirty="0"/>
        </a:p>
      </dsp:txBody>
      <dsp:txXfrm>
        <a:off x="4270678" y="1939362"/>
        <a:ext cx="1974242" cy="1421454"/>
      </dsp:txXfrm>
    </dsp:sp>
    <dsp:sp modelId="{E5ADA4A6-8F5B-48BC-A7E1-5CB1836A5A4B}">
      <dsp:nvSpPr>
        <dsp:cNvPr id="0" name=""/>
        <dsp:cNvSpPr/>
      </dsp:nvSpPr>
      <dsp:spPr>
        <a:xfrm>
          <a:off x="4270678" y="991726"/>
          <a:ext cx="1974242" cy="94763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5011" tIns="165100" rIns="195011" bIns="165100" numCol="1" spcCol="1270" anchor="ctr" anchorCtr="0">
          <a:noAutofit/>
        </a:bodyPr>
        <a:lstStyle/>
        <a:p>
          <a:pPr marL="0" lvl="0" indent="0" algn="l" defTabSz="1911350">
            <a:lnSpc>
              <a:spcPct val="90000"/>
            </a:lnSpc>
            <a:spcBef>
              <a:spcPct val="0"/>
            </a:spcBef>
            <a:spcAft>
              <a:spcPct val="35000"/>
            </a:spcAft>
            <a:buNone/>
          </a:pPr>
          <a:r>
            <a:rPr lang="pt-PT" sz="4300" kern="1200"/>
            <a:t>03</a:t>
          </a:r>
        </a:p>
      </dsp:txBody>
      <dsp:txXfrm>
        <a:off x="4270678" y="991726"/>
        <a:ext cx="1974242" cy="947636"/>
      </dsp:txXfrm>
    </dsp:sp>
    <dsp:sp modelId="{E97D3F71-EC74-49FD-B232-ECC8D63A3EC0}">
      <dsp:nvSpPr>
        <dsp:cNvPr id="0" name=""/>
        <dsp:cNvSpPr/>
      </dsp:nvSpPr>
      <dsp:spPr>
        <a:xfrm>
          <a:off x="6402860" y="991726"/>
          <a:ext cx="1974242" cy="2369090"/>
        </a:xfrm>
        <a:prstGeom prst="rect">
          <a:avLst/>
        </a:prstGeom>
        <a:solidFill>
          <a:schemeClr val="accent4">
            <a:shade val="50000"/>
            <a:hueOff val="487627"/>
            <a:satOff val="-28175"/>
            <a:lumOff val="38986"/>
            <a:alphaOff val="0"/>
          </a:schemeClr>
        </a:solidFill>
        <a:ln w="19050" cap="flat" cmpd="sng" algn="ctr">
          <a:solidFill>
            <a:schemeClr val="accent4">
              <a:shade val="50000"/>
              <a:hueOff val="487627"/>
              <a:satOff val="-28175"/>
              <a:lumOff val="389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5011" tIns="0" rIns="195011" bIns="330200" numCol="1" spcCol="1270" anchor="t" anchorCtr="0">
          <a:noAutofit/>
        </a:bodyPr>
        <a:lstStyle/>
        <a:p>
          <a:pPr marL="0" lvl="0" indent="0" algn="l" defTabSz="666750">
            <a:lnSpc>
              <a:spcPct val="90000"/>
            </a:lnSpc>
            <a:spcBef>
              <a:spcPct val="0"/>
            </a:spcBef>
            <a:spcAft>
              <a:spcPct val="35000"/>
            </a:spcAft>
            <a:buNone/>
          </a:pPr>
          <a:r>
            <a:rPr lang="en-US" sz="1500" kern="1200"/>
            <a:t>Perfoming a risk analysis for k=1</a:t>
          </a:r>
          <a:endParaRPr lang="en-US" sz="1500" kern="1200" dirty="0"/>
        </a:p>
      </dsp:txBody>
      <dsp:txXfrm>
        <a:off x="6402860" y="1939362"/>
        <a:ext cx="1974242" cy="1421454"/>
      </dsp:txXfrm>
    </dsp:sp>
    <dsp:sp modelId="{35FB8431-117F-4469-9759-51223652982D}">
      <dsp:nvSpPr>
        <dsp:cNvPr id="0" name=""/>
        <dsp:cNvSpPr/>
      </dsp:nvSpPr>
      <dsp:spPr>
        <a:xfrm>
          <a:off x="6402860" y="991726"/>
          <a:ext cx="1974242" cy="94763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5011" tIns="165100" rIns="195011" bIns="165100" numCol="1" spcCol="1270" anchor="ctr" anchorCtr="0">
          <a:noAutofit/>
        </a:bodyPr>
        <a:lstStyle/>
        <a:p>
          <a:pPr marL="0" lvl="0" indent="0" algn="l" defTabSz="1911350">
            <a:lnSpc>
              <a:spcPct val="90000"/>
            </a:lnSpc>
            <a:spcBef>
              <a:spcPct val="0"/>
            </a:spcBef>
            <a:spcAft>
              <a:spcPct val="35000"/>
            </a:spcAft>
            <a:buNone/>
          </a:pPr>
          <a:r>
            <a:rPr lang="pt-PT" sz="4300" kern="1200"/>
            <a:t>04</a:t>
          </a:r>
        </a:p>
      </dsp:txBody>
      <dsp:txXfrm>
        <a:off x="6402860" y="991726"/>
        <a:ext cx="1974242" cy="947636"/>
      </dsp:txXfrm>
    </dsp:sp>
    <dsp:sp modelId="{0748ADD3-A274-4194-A00E-EED86946D779}">
      <dsp:nvSpPr>
        <dsp:cNvPr id="0" name=""/>
        <dsp:cNvSpPr/>
      </dsp:nvSpPr>
      <dsp:spPr>
        <a:xfrm>
          <a:off x="8535042" y="991726"/>
          <a:ext cx="1974242" cy="2369090"/>
        </a:xfrm>
        <a:prstGeom prst="rect">
          <a:avLst/>
        </a:prstGeom>
        <a:solidFill>
          <a:schemeClr val="accent4">
            <a:shade val="50000"/>
            <a:hueOff val="243813"/>
            <a:satOff val="-14088"/>
            <a:lumOff val="19493"/>
            <a:alphaOff val="0"/>
          </a:schemeClr>
        </a:solidFill>
        <a:ln w="19050" cap="flat" cmpd="sng" algn="ctr">
          <a:solidFill>
            <a:schemeClr val="accent4">
              <a:shade val="50000"/>
              <a:hueOff val="243813"/>
              <a:satOff val="-14088"/>
              <a:lumOff val="194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5011" tIns="0" rIns="195011" bIns="330200" numCol="1" spcCol="1270" anchor="t" anchorCtr="0">
          <a:noAutofit/>
        </a:bodyPr>
        <a:lstStyle/>
        <a:p>
          <a:pPr marL="0" lvl="0" indent="0" algn="l" defTabSz="666750">
            <a:lnSpc>
              <a:spcPct val="90000"/>
            </a:lnSpc>
            <a:spcBef>
              <a:spcPct val="0"/>
            </a:spcBef>
            <a:spcAft>
              <a:spcPct val="35000"/>
            </a:spcAft>
            <a:buNone/>
          </a:pPr>
          <a:r>
            <a:rPr lang="en-US" sz="1500" kern="1200"/>
            <a:t>Supporting console output and file-based result storage</a:t>
          </a:r>
          <a:endParaRPr lang="en-US" sz="1500" kern="1200" dirty="0"/>
        </a:p>
      </dsp:txBody>
      <dsp:txXfrm>
        <a:off x="8535042" y="1939362"/>
        <a:ext cx="1974242" cy="1421454"/>
      </dsp:txXfrm>
    </dsp:sp>
    <dsp:sp modelId="{AC1C8E9B-F7A5-42B5-A16E-F909CF5DF822}">
      <dsp:nvSpPr>
        <dsp:cNvPr id="0" name=""/>
        <dsp:cNvSpPr/>
      </dsp:nvSpPr>
      <dsp:spPr>
        <a:xfrm>
          <a:off x="8535042" y="991726"/>
          <a:ext cx="1974242" cy="94763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5011" tIns="165100" rIns="195011" bIns="165100" numCol="1" spcCol="1270" anchor="ctr" anchorCtr="0">
          <a:noAutofit/>
        </a:bodyPr>
        <a:lstStyle/>
        <a:p>
          <a:pPr marL="0" lvl="0" indent="0" algn="l" defTabSz="1911350">
            <a:lnSpc>
              <a:spcPct val="90000"/>
            </a:lnSpc>
            <a:spcBef>
              <a:spcPct val="0"/>
            </a:spcBef>
            <a:spcAft>
              <a:spcPct val="35000"/>
            </a:spcAft>
            <a:buNone/>
          </a:pPr>
          <a:r>
            <a:rPr lang="pt-PT" sz="4300" kern="1200"/>
            <a:t>05</a:t>
          </a:r>
        </a:p>
      </dsp:txBody>
      <dsp:txXfrm>
        <a:off x="8535042" y="991726"/>
        <a:ext cx="1974242" cy="94763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4509BB-BA11-4317-BBC0-D896F9CF2D61}">
      <dsp:nvSpPr>
        <dsp:cNvPr id="0" name=""/>
        <dsp:cNvSpPr/>
      </dsp:nvSpPr>
      <dsp:spPr>
        <a:xfrm>
          <a:off x="0" y="450413"/>
          <a:ext cx="5374059" cy="863249"/>
        </a:xfrm>
        <a:prstGeom prst="round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The key to find the critical reviewers is to analyse the residual graph. </a:t>
          </a:r>
        </a:p>
      </dsp:txBody>
      <dsp:txXfrm>
        <a:off x="42140" y="492553"/>
        <a:ext cx="5289779" cy="778969"/>
      </dsp:txXfrm>
    </dsp:sp>
    <dsp:sp modelId="{72B39242-61D1-478D-A16A-C9171C7B5368}">
      <dsp:nvSpPr>
        <dsp:cNvPr id="0" name=""/>
        <dsp:cNvSpPr/>
      </dsp:nvSpPr>
      <dsp:spPr>
        <a:xfrm>
          <a:off x="0" y="1348222"/>
          <a:ext cx="5374059" cy="863249"/>
        </a:xfrm>
        <a:prstGeom prst="round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If we traverse the residual graph (using the augmented paths) from a node, we will have two types of nodes: visited and unvisited</a:t>
          </a:r>
        </a:p>
      </dsp:txBody>
      <dsp:txXfrm>
        <a:off x="42140" y="1390362"/>
        <a:ext cx="5289779" cy="778969"/>
      </dsp:txXfrm>
    </dsp:sp>
    <dsp:sp modelId="{F52EAA64-6640-4120-8911-ED10B57B31B1}">
      <dsp:nvSpPr>
        <dsp:cNvPr id="0" name=""/>
        <dsp:cNvSpPr/>
      </dsp:nvSpPr>
      <dsp:spPr>
        <a:xfrm>
          <a:off x="0" y="2246031"/>
          <a:ext cx="5374059" cy="863249"/>
        </a:xfrm>
        <a:prstGeom prst="round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a:t>And the key for the success is in the unvisited ones that tells us that all paths which are able to reach that node are saturated and there is no other path to reach it that starts from the starting node. </a:t>
          </a:r>
        </a:p>
      </dsp:txBody>
      <dsp:txXfrm>
        <a:off x="42140" y="2288171"/>
        <a:ext cx="5289779" cy="778969"/>
      </dsp:txXfrm>
    </dsp:sp>
    <dsp:sp modelId="{4E260C55-9601-49AF-9387-1253C9CBD339}">
      <dsp:nvSpPr>
        <dsp:cNvPr id="0" name=""/>
        <dsp:cNvSpPr/>
      </dsp:nvSpPr>
      <dsp:spPr>
        <a:xfrm>
          <a:off x="0" y="3143840"/>
          <a:ext cx="5374059" cy="863249"/>
        </a:xfrm>
        <a:prstGeom prst="round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US" sz="1200" kern="1200" dirty="0"/>
            <a:t>That means if we remove one incoming edge from the node, the maximum flow would decrease. </a:t>
          </a:r>
        </a:p>
      </dsp:txBody>
      <dsp:txXfrm>
        <a:off x="42140" y="3185980"/>
        <a:ext cx="5289779" cy="778969"/>
      </dsp:txXfrm>
    </dsp:sp>
    <dsp:sp modelId="{71D4C73F-B12D-458A-8E56-AC7399AA8DED}">
      <dsp:nvSpPr>
        <dsp:cNvPr id="0" name=""/>
        <dsp:cNvSpPr/>
      </dsp:nvSpPr>
      <dsp:spPr>
        <a:xfrm>
          <a:off x="0" y="4041649"/>
          <a:ext cx="5374059" cy="863249"/>
        </a:xfrm>
        <a:prstGeom prst="roundRect">
          <a:avLst/>
        </a:prstGeom>
        <a:solidFill>
          <a:schemeClr val="lt1">
            <a:hueOff val="0"/>
            <a:satOff val="0"/>
            <a:lumOff val="0"/>
            <a:alphaOff val="0"/>
          </a:schemeClr>
        </a:solidFill>
        <a:ln w="19050" cap="flat" cmpd="sng" algn="ctr">
          <a:solidFill>
            <a:schemeClr val="accent6">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br>
            <a:rPr lang="en-US" sz="1200" kern="1200"/>
          </a:br>
          <a:r>
            <a:rPr lang="en-US" sz="1200" kern="1200"/>
            <a:t>With that idea in thought, we just need to traverse the graph from source through the residual graph, then we filter from all unvisited nodes the articles and we know that all reviewers who are reviewing the article are critical.</a:t>
          </a:r>
          <a:endParaRPr lang="en-US" sz="1200" kern="1200" dirty="0"/>
        </a:p>
      </dsp:txBody>
      <dsp:txXfrm>
        <a:off x="42140" y="4083789"/>
        <a:ext cx="5289779" cy="778969"/>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ACE8AB-5870-4DD6-8B9E-2338396F6520}">
      <dsp:nvSpPr>
        <dsp:cNvPr id="0" name=""/>
        <dsp:cNvSpPr/>
      </dsp:nvSpPr>
      <dsp:spPr>
        <a:xfrm>
          <a:off x="2006055" y="39593"/>
          <a:ext cx="1900491" cy="190049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Francisca Baldaia da Silveira</a:t>
          </a:r>
          <a:endParaRPr lang="pt-PT" sz="1800" kern="1200"/>
        </a:p>
      </dsp:txBody>
      <dsp:txXfrm>
        <a:off x="2259454" y="372179"/>
        <a:ext cx="1393693" cy="855221"/>
      </dsp:txXfrm>
    </dsp:sp>
    <dsp:sp modelId="{4153729E-B092-436A-A892-BC7CAF33DDA6}">
      <dsp:nvSpPr>
        <dsp:cNvPr id="0" name=""/>
        <dsp:cNvSpPr/>
      </dsp:nvSpPr>
      <dsp:spPr>
        <a:xfrm>
          <a:off x="2691815" y="1227400"/>
          <a:ext cx="1900491" cy="190049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Tiago Alexandre Rodrigues Botelho</a:t>
          </a:r>
          <a:endParaRPr lang="pt-PT" sz="1800" kern="1200"/>
        </a:p>
      </dsp:txBody>
      <dsp:txXfrm>
        <a:off x="3273049" y="1718361"/>
        <a:ext cx="1140294" cy="1045270"/>
      </dsp:txXfrm>
    </dsp:sp>
    <dsp:sp modelId="{01F911BD-3798-40C2-900C-580A1A0C0C6A}">
      <dsp:nvSpPr>
        <dsp:cNvPr id="0" name=""/>
        <dsp:cNvSpPr/>
      </dsp:nvSpPr>
      <dsp:spPr>
        <a:xfrm>
          <a:off x="1320294" y="1227400"/>
          <a:ext cx="1900491" cy="1900491"/>
        </a:xfrm>
        <a:prstGeom prst="ellipse">
          <a:avLst/>
        </a:prstGeom>
        <a:solidFill>
          <a:schemeClr val="accent1">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a:t>Tiago Su</a:t>
          </a:r>
          <a:endParaRPr lang="pt-PT" sz="1800" kern="1200"/>
        </a:p>
      </dsp:txBody>
      <dsp:txXfrm>
        <a:off x="1499257" y="1718361"/>
        <a:ext cx="1140294" cy="104527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9.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24.png"/><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32.jpeg"/><Relationship Id="rId1" Type="http://schemas.openxmlformats.org/officeDocument/2006/relationships/slideLayout" Target="../slideLayouts/slideLayout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diagramLayout" Target="../diagrams/layout11.xml"/><Relationship Id="rId7" Type="http://schemas.openxmlformats.org/officeDocument/2006/relationships/image" Target="../media/image43.png"/><Relationship Id="rId2" Type="http://schemas.openxmlformats.org/officeDocument/2006/relationships/diagramData" Target="../diagrams/data11.xml"/><Relationship Id="rId1" Type="http://schemas.openxmlformats.org/officeDocument/2006/relationships/slideLayout" Target="../slideLayouts/slideLayout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45.png"/><Relationship Id="rId1" Type="http://schemas.openxmlformats.org/officeDocument/2006/relationships/slideLayout" Target="../slideLayouts/slideLayout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A4026A73-1F7F-49F2-B319-8CA3B3D53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Right Triangle 2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44EF684-0CC5-51B8-B00C-C98BAC35D3AC}"/>
              </a:ext>
            </a:extLst>
          </p:cNvPr>
          <p:cNvSpPr>
            <a:spLocks noGrp="1"/>
          </p:cNvSpPr>
          <p:nvPr>
            <p:ph type="ctrTitle"/>
          </p:nvPr>
        </p:nvSpPr>
        <p:spPr>
          <a:xfrm>
            <a:off x="1006900" y="1188637"/>
            <a:ext cx="3141430" cy="4480726"/>
          </a:xfrm>
        </p:spPr>
        <p:txBody>
          <a:bodyPr vert="horz" lIns="91440" tIns="45720" rIns="91440" bIns="45720" rtlCol="0" anchor="ctr">
            <a:normAutofit/>
          </a:bodyPr>
          <a:lstStyle/>
          <a:p>
            <a:pPr algn="r"/>
            <a:r>
              <a:rPr lang="en-US" sz="4600" kern="1200">
                <a:solidFill>
                  <a:schemeClr val="tx1"/>
                </a:solidFill>
                <a:latin typeface="+mj-lt"/>
                <a:ea typeface="+mj-ea"/>
                <a:cs typeface="+mj-cs"/>
              </a:rPr>
              <a:t>Scientific Conference Organization Tool</a:t>
            </a:r>
          </a:p>
        </p:txBody>
      </p:sp>
      <p:cxnSp>
        <p:nvCxnSpPr>
          <p:cNvPr id="30" name="Straight Connector 29">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A805DF65-99DC-9ADD-8121-815598B55352}"/>
              </a:ext>
            </a:extLst>
          </p:cNvPr>
          <p:cNvSpPr>
            <a:spLocks noGrp="1"/>
          </p:cNvSpPr>
          <p:nvPr>
            <p:ph type="subTitle" idx="1"/>
          </p:nvPr>
        </p:nvSpPr>
        <p:spPr>
          <a:xfrm>
            <a:off x="5138928" y="1338729"/>
            <a:ext cx="4795584" cy="4180542"/>
          </a:xfrm>
        </p:spPr>
        <p:txBody>
          <a:bodyPr vert="horz" lIns="91440" tIns="45720" rIns="91440" bIns="45720" rtlCol="0" anchor="ctr">
            <a:normAutofit/>
          </a:bodyPr>
          <a:lstStyle/>
          <a:p>
            <a:pPr algn="l"/>
            <a:r>
              <a:rPr lang="en-US" dirty="0"/>
              <a:t>DA – </a:t>
            </a:r>
            <a:r>
              <a:rPr lang="en-US" dirty="0" err="1"/>
              <a:t>Turma</a:t>
            </a:r>
            <a:r>
              <a:rPr lang="en-US" dirty="0"/>
              <a:t> 13</a:t>
            </a:r>
          </a:p>
          <a:p>
            <a:pPr indent="-228600" algn="l">
              <a:buFont typeface="Arial" panose="020B0604020202020204" pitchFamily="34" charset="0"/>
              <a:buChar char="•"/>
            </a:pPr>
            <a:r>
              <a:rPr lang="en-US" dirty="0"/>
              <a:t>Francisc Silveira</a:t>
            </a:r>
          </a:p>
          <a:p>
            <a:pPr indent="-228600" algn="l">
              <a:buFont typeface="Arial" panose="020B0604020202020204" pitchFamily="34" charset="0"/>
              <a:buChar char="•"/>
            </a:pPr>
            <a:r>
              <a:rPr lang="en-US" dirty="0"/>
              <a:t>Tiago Botelho</a:t>
            </a:r>
          </a:p>
          <a:p>
            <a:pPr indent="-228600" algn="l">
              <a:buFont typeface="Arial" panose="020B0604020202020204" pitchFamily="34" charset="0"/>
              <a:buChar char="•"/>
            </a:pPr>
            <a:r>
              <a:rPr lang="en-US" dirty="0"/>
              <a:t>Tiago Su</a:t>
            </a:r>
          </a:p>
          <a:p>
            <a:pPr indent="-228600" algn="l">
              <a:buFont typeface="Arial" panose="020B0604020202020204" pitchFamily="34" charset="0"/>
              <a:buChar char="•"/>
            </a:pPr>
            <a:endParaRPr lang="en-US" dirty="0"/>
          </a:p>
        </p:txBody>
      </p:sp>
    </p:spTree>
    <p:extLst>
      <p:ext uri="{BB962C8B-B14F-4D97-AF65-F5344CB8AC3E}">
        <p14:creationId xmlns:p14="http://schemas.microsoft.com/office/powerpoint/2010/main" val="2334794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901162" y="3050434"/>
            <a:ext cx="3722933" cy="757130"/>
          </a:xfrm>
          <a:ln w="25400" cap="sq">
            <a:solidFill>
              <a:srgbClr val="FFFFFF"/>
            </a:solidFill>
            <a:miter lim="800000"/>
          </a:ln>
        </p:spPr>
        <p:txBody>
          <a:bodyPr vert="horz" wrap="square" lIns="91440" tIns="45720" rIns="91440" bIns="45720" rtlCol="0" anchor="ctr">
            <a:normAutofit/>
          </a:bodyPr>
          <a:lstStyle/>
          <a:p>
            <a:r>
              <a:rPr lang="en-US" sz="2400" kern="1200" dirty="0">
                <a:solidFill>
                  <a:srgbClr val="FFFFFF"/>
                </a:solidFill>
                <a:latin typeface="+mj-lt"/>
                <a:ea typeface="+mj-ea"/>
                <a:cs typeface="+mj-cs"/>
              </a:rPr>
              <a:t>Scientific Conference Organization Tool</a:t>
            </a:r>
          </a:p>
        </p:txBody>
      </p:sp>
      <p:sp>
        <p:nvSpPr>
          <p:cNvPr id="21" name="Rectangle 20">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574536" y="640080"/>
            <a:ext cx="5053066" cy="723247"/>
          </a:xfrm>
        </p:spPr>
        <p:txBody>
          <a:bodyPr vert="horz" lIns="91440" tIns="45720" rIns="91440" bIns="45720" rtlCol="0" anchor="t">
            <a:normAutofit/>
          </a:bodyPr>
          <a:lstStyle/>
          <a:p>
            <a:pPr algn="l"/>
            <a:r>
              <a:rPr lang="en-US" sz="2000" b="1"/>
              <a:t>         Description</a:t>
            </a:r>
            <a:endParaRPr lang="en-US" b="1"/>
          </a:p>
        </p:txBody>
      </p:sp>
      <p:graphicFrame>
        <p:nvGraphicFramePr>
          <p:cNvPr id="23" name="TextBox 3">
            <a:extLst>
              <a:ext uri="{FF2B5EF4-FFF2-40B4-BE49-F238E27FC236}">
                <a16:creationId xmlns:a16="http://schemas.microsoft.com/office/drawing/2014/main" id="{447B2B45-F855-D3BC-74A3-2E31D07DF800}"/>
              </a:ext>
            </a:extLst>
          </p:cNvPr>
          <p:cNvGraphicFramePr/>
          <p:nvPr>
            <p:extLst>
              <p:ext uri="{D42A27DB-BD31-4B8C-83A1-F6EECF244321}">
                <p14:modId xmlns:p14="http://schemas.microsoft.com/office/powerpoint/2010/main" val="3889859530"/>
              </p:ext>
            </p:extLst>
          </p:nvPr>
        </p:nvGraphicFramePr>
        <p:xfrm>
          <a:off x="6570204" y="1875172"/>
          <a:ext cx="5057398" cy="4623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97" name="Rectangle 696">
            <a:extLst>
              <a:ext uri="{FF2B5EF4-FFF2-40B4-BE49-F238E27FC236}">
                <a16:creationId xmlns:a16="http://schemas.microsoft.com/office/drawing/2014/main" id="{1CC35047-3122-C831-DFC7-7F10FD0B47F1}"/>
              </a:ext>
            </a:extLst>
          </p:cNvPr>
          <p:cNvSpPr/>
          <p:nvPr/>
        </p:nvSpPr>
        <p:spPr>
          <a:xfrm>
            <a:off x="6629564" y="364506"/>
            <a:ext cx="4938155" cy="989610"/>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8FBF8B-150C-AED3-F9B3-B754574B91F3}"/>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Freeform: Shape 5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5821833-B8A6-B41D-0056-B34BDD56379E}"/>
              </a:ext>
            </a:extLst>
          </p:cNvPr>
          <p:cNvSpPr>
            <a:spLocks noGrp="1"/>
          </p:cNvSpPr>
          <p:nvPr>
            <p:ph type="ctrTitle"/>
          </p:nvPr>
        </p:nvSpPr>
        <p:spPr>
          <a:xfrm>
            <a:off x="660041" y="2767106"/>
            <a:ext cx="2880828" cy="3071906"/>
          </a:xfrm>
        </p:spPr>
        <p:txBody>
          <a:bodyPr anchor="t">
            <a:normAutofit/>
          </a:bodyPr>
          <a:lstStyle/>
          <a:p>
            <a:pPr algn="l"/>
            <a:r>
              <a:rPr lang="en-US" sz="4000" dirty="0">
                <a:solidFill>
                  <a:srgbClr val="FFFFFF"/>
                </a:solidFill>
                <a:ea typeface="+mj-lt"/>
                <a:cs typeface="+mj-lt"/>
              </a:rPr>
              <a:t>Scientific Conference Organization Tool</a:t>
            </a:r>
            <a:endParaRPr lang="en-US" sz="4000" dirty="0">
              <a:solidFill>
                <a:srgbClr val="FFFFFF"/>
              </a:solidFill>
            </a:endParaRPr>
          </a:p>
        </p:txBody>
      </p:sp>
      <p:sp>
        <p:nvSpPr>
          <p:cNvPr id="3" name="Subtitle 2">
            <a:extLst>
              <a:ext uri="{FF2B5EF4-FFF2-40B4-BE49-F238E27FC236}">
                <a16:creationId xmlns:a16="http://schemas.microsoft.com/office/drawing/2014/main" id="{01894D84-1F27-0990-F00A-60D669249439}"/>
              </a:ext>
            </a:extLst>
          </p:cNvPr>
          <p:cNvSpPr>
            <a:spLocks noGrp="1"/>
          </p:cNvSpPr>
          <p:nvPr>
            <p:ph type="subTitle" idx="1"/>
          </p:nvPr>
        </p:nvSpPr>
        <p:spPr>
          <a:xfrm>
            <a:off x="660042" y="806824"/>
            <a:ext cx="2919738" cy="1494117"/>
          </a:xfrm>
        </p:spPr>
        <p:txBody>
          <a:bodyPr vert="horz" lIns="91440" tIns="45720" rIns="91440" bIns="45720" rtlCol="0" anchor="b">
            <a:normAutofit/>
          </a:bodyPr>
          <a:lstStyle/>
          <a:p>
            <a:pPr algn="l"/>
            <a:r>
              <a:rPr lang="en-US" sz="2000" dirty="0">
                <a:solidFill>
                  <a:srgbClr val="FFFFFF"/>
                </a:solidFill>
              </a:rPr>
              <a:t>Project structure</a:t>
            </a:r>
          </a:p>
        </p:txBody>
      </p:sp>
      <p:pic>
        <p:nvPicPr>
          <p:cNvPr id="6" name="Picture 5" descr="A diagram of a tool&#10;&#10;AI-generated content may be incorrect.">
            <a:extLst>
              <a:ext uri="{FF2B5EF4-FFF2-40B4-BE49-F238E27FC236}">
                <a16:creationId xmlns:a16="http://schemas.microsoft.com/office/drawing/2014/main" id="{F17E000B-A619-C772-E25D-48847DC430CE}"/>
              </a:ext>
            </a:extLst>
          </p:cNvPr>
          <p:cNvPicPr>
            <a:picLocks noChangeAspect="1"/>
          </p:cNvPicPr>
          <p:nvPr/>
        </p:nvPicPr>
        <p:blipFill>
          <a:blip r:embed="rId2"/>
          <a:srcRect l="5609" r="5534"/>
          <a:stretch>
            <a:fillRect/>
          </a:stretch>
        </p:blipFill>
        <p:spPr>
          <a:xfrm>
            <a:off x="4038604" y="695381"/>
            <a:ext cx="7950558" cy="5748817"/>
          </a:xfrm>
          <a:prstGeom prst="rect">
            <a:avLst/>
          </a:prstGeom>
        </p:spPr>
      </p:pic>
    </p:spTree>
    <p:extLst>
      <p:ext uri="{BB962C8B-B14F-4D97-AF65-F5344CB8AC3E}">
        <p14:creationId xmlns:p14="http://schemas.microsoft.com/office/powerpoint/2010/main" val="2330098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ítulo 1">
            <a:extLst>
              <a:ext uri="{FF2B5EF4-FFF2-40B4-BE49-F238E27FC236}">
                <a16:creationId xmlns:a16="http://schemas.microsoft.com/office/drawing/2014/main" id="{961A50B6-BF76-B8E3-0DFE-BD49D75C5F3F}"/>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TUI</a:t>
            </a:r>
          </a:p>
        </p:txBody>
      </p:sp>
    </p:spTree>
    <p:extLst>
      <p:ext uri="{BB962C8B-B14F-4D97-AF65-F5344CB8AC3E}">
        <p14:creationId xmlns:p14="http://schemas.microsoft.com/office/powerpoint/2010/main" val="3787254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BA49487-3FDB-4FB7-9D50-2B4F9454D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C938212-FA12-4FF1-87C8-ACDE99D06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F34328EC-ECBD-AD48-F2B3-5830847BC8B9}"/>
              </a:ext>
            </a:extLst>
          </p:cNvPr>
          <p:cNvSpPr>
            <a:spLocks noGrp="1"/>
          </p:cNvSpPr>
          <p:nvPr>
            <p:ph type="title"/>
          </p:nvPr>
        </p:nvSpPr>
        <p:spPr>
          <a:xfrm>
            <a:off x="838200" y="4440602"/>
            <a:ext cx="3300663" cy="1645920"/>
          </a:xfrm>
        </p:spPr>
        <p:txBody>
          <a:bodyPr>
            <a:normAutofit/>
          </a:bodyPr>
          <a:lstStyle/>
          <a:p>
            <a:r>
              <a:rPr lang="en-US" sz="2800">
                <a:ea typeface="+mj-lt"/>
                <a:cs typeface="+mj-lt"/>
              </a:rPr>
              <a:t>TUI walkthrough</a:t>
            </a:r>
            <a:br>
              <a:rPr lang="en-US" sz="2800">
                <a:ea typeface="+mj-lt"/>
                <a:cs typeface="+mj-lt"/>
              </a:rPr>
            </a:br>
            <a:endParaRPr lang="pt-PT" sz="2800"/>
          </a:p>
        </p:txBody>
      </p:sp>
      <p:pic>
        <p:nvPicPr>
          <p:cNvPr id="5" name="Picture 6" descr="A screenshot of a computer&#10;&#10;AI-generated content may be incorrect.">
            <a:extLst>
              <a:ext uri="{FF2B5EF4-FFF2-40B4-BE49-F238E27FC236}">
                <a16:creationId xmlns:a16="http://schemas.microsoft.com/office/drawing/2014/main" id="{AE48AB40-28C3-5BFD-CAC2-7C678C27DAB2}"/>
              </a:ext>
            </a:extLst>
          </p:cNvPr>
          <p:cNvPicPr>
            <a:picLocks noChangeAspect="1"/>
          </p:cNvPicPr>
          <p:nvPr/>
        </p:nvPicPr>
        <p:blipFill>
          <a:blip r:embed="rId2"/>
          <a:stretch>
            <a:fillRect/>
          </a:stretch>
        </p:blipFill>
        <p:spPr>
          <a:xfrm>
            <a:off x="554415" y="1133551"/>
            <a:ext cx="3584448" cy="2104352"/>
          </a:xfrm>
          <a:prstGeom prst="rect">
            <a:avLst/>
          </a:prstGeom>
        </p:spPr>
      </p:pic>
      <p:pic>
        <p:nvPicPr>
          <p:cNvPr id="6" name="Picture 9" descr="A screenshot of a computer&#10;&#10;AI-generated content may be incorrect.">
            <a:extLst>
              <a:ext uri="{FF2B5EF4-FFF2-40B4-BE49-F238E27FC236}">
                <a16:creationId xmlns:a16="http://schemas.microsoft.com/office/drawing/2014/main" id="{3AC67EA6-B218-E92F-EEE6-3B8522878B01}"/>
              </a:ext>
            </a:extLst>
          </p:cNvPr>
          <p:cNvPicPr>
            <a:picLocks noChangeAspect="1"/>
          </p:cNvPicPr>
          <p:nvPr/>
        </p:nvPicPr>
        <p:blipFill>
          <a:blip r:embed="rId3"/>
          <a:stretch>
            <a:fillRect/>
          </a:stretch>
        </p:blipFill>
        <p:spPr>
          <a:xfrm>
            <a:off x="4345915" y="1133239"/>
            <a:ext cx="3584448" cy="2104352"/>
          </a:xfrm>
          <a:prstGeom prst="rect">
            <a:avLst/>
          </a:prstGeom>
        </p:spPr>
      </p:pic>
      <p:pic>
        <p:nvPicPr>
          <p:cNvPr id="4" name="Picture 8" descr="A screenshot of a computer&#10;&#10;AI-generated content may be incorrect.">
            <a:extLst>
              <a:ext uri="{FF2B5EF4-FFF2-40B4-BE49-F238E27FC236}">
                <a16:creationId xmlns:a16="http://schemas.microsoft.com/office/drawing/2014/main" id="{0D3ABAB4-0816-C004-966D-CA1C4A7305AE}"/>
              </a:ext>
            </a:extLst>
          </p:cNvPr>
          <p:cNvPicPr>
            <a:picLocks noChangeAspect="1"/>
          </p:cNvPicPr>
          <p:nvPr/>
        </p:nvPicPr>
        <p:blipFill>
          <a:blip r:embed="rId4"/>
          <a:stretch>
            <a:fillRect/>
          </a:stretch>
        </p:blipFill>
        <p:spPr>
          <a:xfrm>
            <a:off x="8137415" y="1133239"/>
            <a:ext cx="3584448" cy="2104352"/>
          </a:xfrm>
          <a:prstGeom prst="rect">
            <a:avLst/>
          </a:prstGeom>
        </p:spPr>
      </p:pic>
      <p:sp>
        <p:nvSpPr>
          <p:cNvPr id="15" name="Rectangle 14">
            <a:extLst>
              <a:ext uri="{FF2B5EF4-FFF2-40B4-BE49-F238E27FC236}">
                <a16:creationId xmlns:a16="http://schemas.microsoft.com/office/drawing/2014/main" id="{369F152D-E540-4B48-BA11-2ADF043C6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C059F7E-04C4-4C46-9B3E-E5CE267E3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2098"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Posição de Conteúdo 2">
            <a:extLst>
              <a:ext uri="{FF2B5EF4-FFF2-40B4-BE49-F238E27FC236}">
                <a16:creationId xmlns:a16="http://schemas.microsoft.com/office/drawing/2014/main" id="{75106ED4-2E1E-5C6B-D4A8-894367E20FA9}"/>
              </a:ext>
            </a:extLst>
          </p:cNvPr>
          <p:cNvSpPr>
            <a:spLocks noGrp="1"/>
          </p:cNvSpPr>
          <p:nvPr>
            <p:ph idx="1"/>
          </p:nvPr>
        </p:nvSpPr>
        <p:spPr>
          <a:xfrm>
            <a:off x="4578824" y="4440602"/>
            <a:ext cx="6860184" cy="1645920"/>
          </a:xfrm>
        </p:spPr>
        <p:txBody>
          <a:bodyPr anchor="ctr">
            <a:normAutofit/>
          </a:bodyPr>
          <a:lstStyle/>
          <a:p>
            <a:r>
              <a:rPr lang="en-US" sz="1800">
                <a:ea typeface="+mn-lt"/>
                <a:cs typeface="+mn-lt"/>
              </a:rPr>
              <a:t>1º Press 2 in the main menu to select the dataset</a:t>
            </a:r>
            <a:endParaRPr lang="en-US" sz="1800"/>
          </a:p>
          <a:p>
            <a:r>
              <a:rPr lang="en-US" sz="1800">
                <a:ea typeface="+mn-lt"/>
                <a:cs typeface="+mn-lt"/>
              </a:rPr>
              <a:t> 2º Write the relative path to the dataset</a:t>
            </a:r>
            <a:endParaRPr lang="en-US" sz="1800"/>
          </a:p>
          <a:p>
            <a:r>
              <a:rPr lang="en-US" sz="1800">
                <a:ea typeface="+mn-lt"/>
                <a:cs typeface="+mn-lt"/>
              </a:rPr>
              <a:t> 3º Press 3 to run</a:t>
            </a:r>
            <a:endParaRPr lang="en-US" sz="1800"/>
          </a:p>
          <a:p>
            <a:endParaRPr lang="pt-PT" sz="1800"/>
          </a:p>
        </p:txBody>
      </p:sp>
    </p:spTree>
    <p:extLst>
      <p:ext uri="{BB962C8B-B14F-4D97-AF65-F5344CB8AC3E}">
        <p14:creationId xmlns:p14="http://schemas.microsoft.com/office/powerpoint/2010/main" val="19670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E9BD3-9CCC-2AB9-9C88-C80E31AB0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D565D-E3CD-B0D3-4852-1BBA90D73260}"/>
              </a:ext>
            </a:extLst>
          </p:cNvPr>
          <p:cNvSpPr>
            <a:spLocks noGrp="1"/>
          </p:cNvSpPr>
          <p:nvPr>
            <p:ph type="ctrTitle"/>
          </p:nvPr>
        </p:nvSpPr>
        <p:spPr>
          <a:xfrm>
            <a:off x="1524000" y="216429"/>
            <a:ext cx="9144000" cy="668867"/>
          </a:xfrm>
        </p:spPr>
        <p:txBody>
          <a:bodyPr>
            <a:normAutofit/>
          </a:bodyPr>
          <a:lstStyle/>
          <a:p>
            <a:r>
              <a:rPr lang="en-US" sz="4000">
                <a:ea typeface="+mj-lt"/>
                <a:cs typeface="+mj-lt"/>
              </a:rPr>
              <a:t>TUI (menu)</a:t>
            </a:r>
            <a:endParaRPr lang="en-US" sz="4000"/>
          </a:p>
        </p:txBody>
      </p:sp>
      <p:sp>
        <p:nvSpPr>
          <p:cNvPr id="4" name="TextBox 3">
            <a:extLst>
              <a:ext uri="{FF2B5EF4-FFF2-40B4-BE49-F238E27FC236}">
                <a16:creationId xmlns:a16="http://schemas.microsoft.com/office/drawing/2014/main" id="{46EAE028-DD38-C4DA-BFCC-4D468E03960B}"/>
              </a:ext>
            </a:extLst>
          </p:cNvPr>
          <p:cNvSpPr txBox="1"/>
          <p:nvPr/>
        </p:nvSpPr>
        <p:spPr>
          <a:xfrm>
            <a:off x="726068" y="2055746"/>
            <a:ext cx="1074523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dirty="0">
                <a:ea typeface="+mn-lt"/>
                <a:cs typeface="+mn-lt"/>
              </a:rPr>
              <a:t>Responsible for the terminal interface</a:t>
            </a:r>
          </a:p>
          <a:p>
            <a:pPr marL="285750" indent="-285750">
              <a:buFont typeface="Arial" panose="020B0604020202020204" pitchFamily="34" charset="0"/>
              <a:buChar char="•"/>
            </a:pPr>
            <a:r>
              <a:rPr lang="en-US" dirty="0">
                <a:ea typeface="+mn-lt"/>
                <a:cs typeface="+mn-lt"/>
              </a:rPr>
              <a:t>Handles user inputs</a:t>
            </a:r>
          </a:p>
          <a:p>
            <a:pPr marL="285750" indent="-285750">
              <a:buFont typeface="Arial" panose="020B0604020202020204" pitchFamily="34" charset="0"/>
              <a:buChar char="•"/>
            </a:pPr>
            <a:r>
              <a:rPr lang="en-US" dirty="0">
                <a:ea typeface="+mn-lt"/>
                <a:cs typeface="+mn-lt"/>
              </a:rPr>
              <a:t>Calls the respective tool methods for running the algorithms and showing outputs</a:t>
            </a:r>
          </a:p>
          <a:p>
            <a:endParaRPr lang="en-US" dirty="0"/>
          </a:p>
        </p:txBody>
      </p:sp>
    </p:spTree>
    <p:extLst>
      <p:ext uri="{BB962C8B-B14F-4D97-AF65-F5344CB8AC3E}">
        <p14:creationId xmlns:p14="http://schemas.microsoft.com/office/powerpoint/2010/main" val="3791368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97374-769B-AFCB-00CA-385A5AE4FE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1BF8C-F8ED-54B6-E5E7-BAE9CE5D63F0}"/>
              </a:ext>
            </a:extLst>
          </p:cNvPr>
          <p:cNvSpPr>
            <a:spLocks noGrp="1"/>
          </p:cNvSpPr>
          <p:nvPr>
            <p:ph type="ctrTitle"/>
          </p:nvPr>
        </p:nvSpPr>
        <p:spPr>
          <a:xfrm>
            <a:off x="1524000" y="216429"/>
            <a:ext cx="9144000" cy="668867"/>
          </a:xfrm>
        </p:spPr>
        <p:txBody>
          <a:bodyPr>
            <a:normAutofit/>
          </a:bodyPr>
          <a:lstStyle/>
          <a:p>
            <a:r>
              <a:rPr lang="en-US" sz="4000">
                <a:ea typeface="+mj-lt"/>
                <a:cs typeface="+mj-lt"/>
              </a:rPr>
              <a:t>TUI (menu)</a:t>
            </a:r>
            <a:endParaRPr lang="en-US" sz="4000"/>
          </a:p>
        </p:txBody>
      </p:sp>
      <p:sp>
        <p:nvSpPr>
          <p:cNvPr id="3" name="Subtitle 2">
            <a:extLst>
              <a:ext uri="{FF2B5EF4-FFF2-40B4-BE49-F238E27FC236}">
                <a16:creationId xmlns:a16="http://schemas.microsoft.com/office/drawing/2014/main" id="{4F0E30E0-F99E-4444-0312-BB98A33E52C7}"/>
              </a:ext>
            </a:extLst>
          </p:cNvPr>
          <p:cNvSpPr>
            <a:spLocks noGrp="1"/>
          </p:cNvSpPr>
          <p:nvPr>
            <p:ph type="subTitle" idx="1"/>
          </p:nvPr>
        </p:nvSpPr>
        <p:spPr>
          <a:xfrm>
            <a:off x="1524000" y="1019705"/>
            <a:ext cx="9144000" cy="512762"/>
          </a:xfrm>
        </p:spPr>
        <p:txBody>
          <a:bodyPr vert="horz" lIns="91440" tIns="45720" rIns="91440" bIns="45720" rtlCol="0" anchor="t">
            <a:normAutofit/>
          </a:bodyPr>
          <a:lstStyle/>
          <a:p>
            <a:r>
              <a:rPr lang="en-US" sz="3000"/>
              <a:t>How it works</a:t>
            </a:r>
          </a:p>
        </p:txBody>
      </p:sp>
      <p:sp>
        <p:nvSpPr>
          <p:cNvPr id="4" name="TextBox 3">
            <a:extLst>
              <a:ext uri="{FF2B5EF4-FFF2-40B4-BE49-F238E27FC236}">
                <a16:creationId xmlns:a16="http://schemas.microsoft.com/office/drawing/2014/main" id="{58D5C101-D193-DA86-CB6B-11B5B65B4017}"/>
              </a:ext>
            </a:extLst>
          </p:cNvPr>
          <p:cNvSpPr txBox="1"/>
          <p:nvPr/>
        </p:nvSpPr>
        <p:spPr>
          <a:xfrm>
            <a:off x="726068" y="2055746"/>
            <a:ext cx="617323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The </a:t>
            </a:r>
            <a:r>
              <a:rPr lang="en-US" dirty="0" err="1">
                <a:ea typeface="+mn-lt"/>
                <a:cs typeface="+mn-lt"/>
              </a:rPr>
              <a:t>runHandler</a:t>
            </a:r>
            <a:r>
              <a:rPr lang="en-US" dirty="0">
                <a:ea typeface="+mn-lt"/>
                <a:cs typeface="+mn-lt"/>
              </a:rPr>
              <a:t>() is the method responsible for the main loop, displaying the current state's menu, and handling user input</a:t>
            </a:r>
          </a:p>
          <a:p>
            <a:endParaRPr lang="en-US" dirty="0"/>
          </a:p>
        </p:txBody>
      </p:sp>
      <p:pic>
        <p:nvPicPr>
          <p:cNvPr id="6" name="Picture 5" descr="A screen shot of a computer code&#10;&#10;AI-generated content may be incorrect.">
            <a:extLst>
              <a:ext uri="{FF2B5EF4-FFF2-40B4-BE49-F238E27FC236}">
                <a16:creationId xmlns:a16="http://schemas.microsoft.com/office/drawing/2014/main" id="{1E5758F6-E37E-6EEB-46E7-CD2B23464FE1}"/>
              </a:ext>
            </a:extLst>
          </p:cNvPr>
          <p:cNvPicPr>
            <a:picLocks noChangeAspect="1"/>
          </p:cNvPicPr>
          <p:nvPr/>
        </p:nvPicPr>
        <p:blipFill>
          <a:blip r:embed="rId2"/>
          <a:stretch>
            <a:fillRect/>
          </a:stretch>
        </p:blipFill>
        <p:spPr>
          <a:xfrm>
            <a:off x="8143527" y="2057749"/>
            <a:ext cx="3171825" cy="1571625"/>
          </a:xfrm>
          <a:prstGeom prst="rect">
            <a:avLst/>
          </a:prstGeom>
        </p:spPr>
      </p:pic>
    </p:spTree>
    <p:extLst>
      <p:ext uri="{BB962C8B-B14F-4D97-AF65-F5344CB8AC3E}">
        <p14:creationId xmlns:p14="http://schemas.microsoft.com/office/powerpoint/2010/main" val="1813558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ítulo 1">
            <a:extLst>
              <a:ext uri="{FF2B5EF4-FFF2-40B4-BE49-F238E27FC236}">
                <a16:creationId xmlns:a16="http://schemas.microsoft.com/office/drawing/2014/main" id="{707D84D5-CAC3-734A-350D-0502024269EE}"/>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Parser</a:t>
            </a:r>
          </a:p>
        </p:txBody>
      </p:sp>
    </p:spTree>
    <p:extLst>
      <p:ext uri="{BB962C8B-B14F-4D97-AF65-F5344CB8AC3E}">
        <p14:creationId xmlns:p14="http://schemas.microsoft.com/office/powerpoint/2010/main" val="4164393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5" name="Straight Connector 24">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0" name="Rectangle 29">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3" name="Straight Connector 32">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4C6B210C-3D42-0FFA-4C85-3AC99EC94C2B}"/>
              </a:ext>
            </a:extLst>
          </p:cNvPr>
          <p:cNvSpPr>
            <a:spLocks noGrp="1"/>
          </p:cNvSpPr>
          <p:nvPr>
            <p:ph type="title"/>
          </p:nvPr>
        </p:nvSpPr>
        <p:spPr>
          <a:xfrm>
            <a:off x="630935" y="4018137"/>
            <a:ext cx="5071221" cy="2129586"/>
          </a:xfrm>
          <a:noFill/>
        </p:spPr>
        <p:txBody>
          <a:bodyPr anchor="t">
            <a:normAutofit/>
          </a:bodyPr>
          <a:lstStyle/>
          <a:p>
            <a:r>
              <a:rPr lang="pt-PT" sz="4800" dirty="0" err="1">
                <a:solidFill>
                  <a:schemeClr val="bg1"/>
                </a:solidFill>
              </a:rPr>
              <a:t>Parser</a:t>
            </a:r>
            <a:r>
              <a:rPr lang="pt-PT" sz="4800" dirty="0">
                <a:solidFill>
                  <a:schemeClr val="bg1"/>
                </a:solidFill>
              </a:rPr>
              <a:t>  </a:t>
            </a:r>
            <a:br>
              <a:rPr lang="pt-PT" sz="4800" dirty="0">
                <a:solidFill>
                  <a:schemeClr val="bg1"/>
                </a:solidFill>
              </a:rPr>
            </a:br>
            <a:r>
              <a:rPr lang="pt-PT" sz="3600" dirty="0" err="1">
                <a:solidFill>
                  <a:schemeClr val="bg1"/>
                </a:solidFill>
              </a:rPr>
              <a:t>How</a:t>
            </a:r>
            <a:r>
              <a:rPr lang="pt-PT" sz="3600" dirty="0">
                <a:solidFill>
                  <a:schemeClr val="bg1"/>
                </a:solidFill>
              </a:rPr>
              <a:t> </a:t>
            </a:r>
            <a:r>
              <a:rPr lang="pt-PT" sz="3600" dirty="0" err="1">
                <a:solidFill>
                  <a:schemeClr val="bg1"/>
                </a:solidFill>
              </a:rPr>
              <a:t>it</a:t>
            </a:r>
            <a:r>
              <a:rPr lang="pt-PT" sz="3600" dirty="0">
                <a:solidFill>
                  <a:schemeClr val="bg1"/>
                </a:solidFill>
              </a:rPr>
              <a:t> </a:t>
            </a:r>
            <a:r>
              <a:rPr lang="pt-PT" sz="3600" dirty="0" err="1">
                <a:solidFill>
                  <a:schemeClr val="bg1"/>
                </a:solidFill>
              </a:rPr>
              <a:t>works</a:t>
            </a:r>
            <a:endParaRPr lang="pt-PT" sz="4800" dirty="0">
              <a:solidFill>
                <a:schemeClr val="bg1"/>
              </a:solidFill>
            </a:endParaRPr>
          </a:p>
        </p:txBody>
      </p:sp>
      <p:pic>
        <p:nvPicPr>
          <p:cNvPr id="5" name="Picture 4" descr="A screenshot of a computer program&#10;&#10;AI-generated content may be incorrect.">
            <a:extLst>
              <a:ext uri="{FF2B5EF4-FFF2-40B4-BE49-F238E27FC236}">
                <a16:creationId xmlns:a16="http://schemas.microsoft.com/office/drawing/2014/main" id="{6CFD8B00-EF10-20C3-FF72-94DD9A628E8D}"/>
              </a:ext>
            </a:extLst>
          </p:cNvPr>
          <p:cNvPicPr>
            <a:picLocks noChangeAspect="1"/>
          </p:cNvPicPr>
          <p:nvPr/>
        </p:nvPicPr>
        <p:blipFill>
          <a:blip r:embed="rId2"/>
          <a:stretch>
            <a:fillRect/>
          </a:stretch>
        </p:blipFill>
        <p:spPr>
          <a:xfrm>
            <a:off x="631359" y="1071219"/>
            <a:ext cx="10843065" cy="2358367"/>
          </a:xfrm>
          <a:prstGeom prst="rect">
            <a:avLst/>
          </a:prstGeom>
        </p:spPr>
      </p:pic>
      <p:grpSp>
        <p:nvGrpSpPr>
          <p:cNvPr id="38" name="Group 37">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39" name="Straight Connector 38">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4" name="Oval 43">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Posição de Conteúdo 2">
            <a:extLst>
              <a:ext uri="{FF2B5EF4-FFF2-40B4-BE49-F238E27FC236}">
                <a16:creationId xmlns:a16="http://schemas.microsoft.com/office/drawing/2014/main" id="{FA519151-6657-AD36-0F10-784CD946E913}"/>
              </a:ext>
            </a:extLst>
          </p:cNvPr>
          <p:cNvSpPr>
            <a:spLocks noGrp="1"/>
          </p:cNvSpPr>
          <p:nvPr>
            <p:ph idx="1"/>
          </p:nvPr>
        </p:nvSpPr>
        <p:spPr>
          <a:xfrm>
            <a:off x="3659943" y="4018130"/>
            <a:ext cx="8009047" cy="2129599"/>
          </a:xfrm>
          <a:noFill/>
        </p:spPr>
        <p:txBody>
          <a:bodyPr anchor="t">
            <a:normAutofit/>
          </a:bodyPr>
          <a:lstStyle/>
          <a:p>
            <a:pPr marL="285750" indent="-285750"/>
            <a:r>
              <a:rPr lang="en-US" sz="1700" dirty="0">
                <a:solidFill>
                  <a:schemeClr val="bg1"/>
                </a:solidFill>
                <a:ea typeface="+mn-lt"/>
                <a:cs typeface="+mn-lt"/>
              </a:rPr>
              <a:t>Responsible for reading and extracting structured data from the input file</a:t>
            </a:r>
          </a:p>
          <a:p>
            <a:pPr marL="285750" indent="-285750"/>
            <a:r>
              <a:rPr lang="en-US" sz="1700" dirty="0">
                <a:solidFill>
                  <a:schemeClr val="bg1"/>
                </a:solidFill>
                <a:ea typeface="+mn-lt"/>
                <a:cs typeface="+mn-lt"/>
              </a:rPr>
              <a:t>Input file is divided into clearly marked sections (#Submissions, #Reviewers, #Parameters, #Control) </a:t>
            </a:r>
          </a:p>
          <a:p>
            <a:pPr marL="285750" indent="-285750"/>
            <a:r>
              <a:rPr lang="en-US" sz="1700" dirty="0">
                <a:solidFill>
                  <a:schemeClr val="bg1"/>
                </a:solidFill>
                <a:ea typeface="+mn-lt"/>
                <a:cs typeface="+mn-lt"/>
              </a:rPr>
              <a:t>Parser reads each section to populate the corresponding internal data structures to be later handled by algorithms</a:t>
            </a:r>
            <a:endParaRPr lang="en-US" sz="1700" dirty="0">
              <a:solidFill>
                <a:schemeClr val="bg1"/>
              </a:solidFill>
            </a:endParaRPr>
          </a:p>
          <a:p>
            <a:endParaRPr lang="pt-PT" sz="1700" dirty="0">
              <a:solidFill>
                <a:schemeClr val="bg1"/>
              </a:solidFill>
            </a:endParaRPr>
          </a:p>
        </p:txBody>
      </p:sp>
    </p:spTree>
    <p:extLst>
      <p:ext uri="{BB962C8B-B14F-4D97-AF65-F5344CB8AC3E}">
        <p14:creationId xmlns:p14="http://schemas.microsoft.com/office/powerpoint/2010/main" val="3307801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C7A3068A-F792-570B-73FB-2B1940D3F7BC}"/>
            </a:ext>
          </a:extLst>
        </p:cNvPr>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2" name="Rectangle 51">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3EDCB86-70FB-83D2-FD25-31F7A28D63FF}"/>
              </a:ext>
            </a:extLst>
          </p:cNvPr>
          <p:cNvSpPr>
            <a:spLocks noGrp="1"/>
          </p:cNvSpPr>
          <p:nvPr>
            <p:ph type="ctrTitle"/>
          </p:nvPr>
        </p:nvSpPr>
        <p:spPr>
          <a:xfrm>
            <a:off x="841247" y="978619"/>
            <a:ext cx="3410712" cy="1106424"/>
          </a:xfrm>
        </p:spPr>
        <p:txBody>
          <a:bodyPr vert="horz" lIns="91440" tIns="45720" rIns="91440" bIns="45720" rtlCol="0" anchor="ctr">
            <a:normAutofit/>
          </a:bodyPr>
          <a:lstStyle/>
          <a:p>
            <a:pPr algn="l"/>
            <a:r>
              <a:rPr lang="en-US" sz="2800" kern="1200">
                <a:solidFill>
                  <a:schemeClr val="tx1"/>
                </a:solidFill>
                <a:latin typeface="+mj-lt"/>
                <a:ea typeface="+mj-ea"/>
                <a:cs typeface="+mj-cs"/>
              </a:rPr>
              <a:t>Parser</a:t>
            </a:r>
          </a:p>
        </p:txBody>
      </p:sp>
      <p:sp>
        <p:nvSpPr>
          <p:cNvPr id="54" name="Rectangle 53">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2" name="Rectangle 55">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descr="A screen shot of a computer program&#10;&#10;AI-generated content may be incorrect.">
            <a:extLst>
              <a:ext uri="{FF2B5EF4-FFF2-40B4-BE49-F238E27FC236}">
                <a16:creationId xmlns:a16="http://schemas.microsoft.com/office/drawing/2014/main" id="{039CAB99-61A3-592B-D7BE-1C7617B0A684}"/>
              </a:ext>
            </a:extLst>
          </p:cNvPr>
          <p:cNvPicPr>
            <a:picLocks noChangeAspect="1"/>
          </p:cNvPicPr>
          <p:nvPr/>
        </p:nvPicPr>
        <p:blipFill>
          <a:blip r:embed="rId2"/>
          <a:stretch>
            <a:fillRect/>
          </a:stretch>
        </p:blipFill>
        <p:spPr>
          <a:xfrm>
            <a:off x="5120640" y="1040496"/>
            <a:ext cx="6656832" cy="4676424"/>
          </a:xfrm>
          <a:prstGeom prst="rect">
            <a:avLst/>
          </a:prstGeom>
        </p:spPr>
      </p:pic>
      <p:graphicFrame>
        <p:nvGraphicFramePr>
          <p:cNvPr id="8" name="TextBox 3">
            <a:extLst>
              <a:ext uri="{FF2B5EF4-FFF2-40B4-BE49-F238E27FC236}">
                <a16:creationId xmlns:a16="http://schemas.microsoft.com/office/drawing/2014/main" id="{2950C598-6F47-3244-4BA9-27029A1BCBDE}"/>
              </a:ext>
            </a:extLst>
          </p:cNvPr>
          <p:cNvGraphicFramePr/>
          <p:nvPr>
            <p:extLst>
              <p:ext uri="{D42A27DB-BD31-4B8C-83A1-F6EECF244321}">
                <p14:modId xmlns:p14="http://schemas.microsoft.com/office/powerpoint/2010/main" val="3636573391"/>
              </p:ext>
            </p:extLst>
          </p:nvPr>
        </p:nvGraphicFramePr>
        <p:xfrm>
          <a:off x="665018" y="1875388"/>
          <a:ext cx="3823855" cy="41409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46410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5C3BA0-DD5E-1B30-B066-69DE4B2D2D1C}"/>
            </a:ext>
          </a:extLst>
        </p:cNvPr>
        <p:cNvGrpSpPr/>
        <p:nvPr/>
      </p:nvGrpSpPr>
      <p:grpSpPr>
        <a:xfrm>
          <a:off x="0" y="0"/>
          <a:ext cx="0" cy="0"/>
          <a:chOff x="0" y="0"/>
          <a:chExt cx="0" cy="0"/>
        </a:xfrm>
      </p:grpSpPr>
      <p:sp useBgFill="1">
        <p:nvSpPr>
          <p:cNvPr id="17" name="Rectangle 12">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33C181-1F65-B86A-3981-517DA240E4EC}"/>
              </a:ext>
            </a:extLst>
          </p:cNvPr>
          <p:cNvSpPr>
            <a:spLocks noGrp="1"/>
          </p:cNvSpPr>
          <p:nvPr>
            <p:ph type="ctrTitle"/>
          </p:nvPr>
        </p:nvSpPr>
        <p:spPr>
          <a:xfrm>
            <a:off x="-138619" y="445770"/>
            <a:ext cx="4818888" cy="1481328"/>
          </a:xfrm>
        </p:spPr>
        <p:txBody>
          <a:bodyPr vert="horz" lIns="91440" tIns="45720" rIns="91440" bIns="45720" rtlCol="0" anchor="b">
            <a:normAutofit/>
          </a:bodyPr>
          <a:lstStyle/>
          <a:p>
            <a:r>
              <a:rPr lang="en-US" sz="5400" kern="1200" dirty="0">
                <a:solidFill>
                  <a:schemeClr val="tx1"/>
                </a:solidFill>
                <a:latin typeface="+mj-lt"/>
                <a:ea typeface="+mj-ea"/>
                <a:cs typeface="+mj-cs"/>
              </a:rPr>
              <a:t>Parser</a:t>
            </a:r>
          </a:p>
        </p:txBody>
      </p:sp>
      <p:sp>
        <p:nvSpPr>
          <p:cNvPr id="1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 shot of a computer code&#10;&#10;AI-generated content may be incorrect.">
            <a:extLst>
              <a:ext uri="{FF2B5EF4-FFF2-40B4-BE49-F238E27FC236}">
                <a16:creationId xmlns:a16="http://schemas.microsoft.com/office/drawing/2014/main" id="{34729D54-68C7-F4B0-14A6-66ED70FDD4DC}"/>
              </a:ext>
            </a:extLst>
          </p:cNvPr>
          <p:cNvPicPr>
            <a:picLocks noChangeAspect="1"/>
          </p:cNvPicPr>
          <p:nvPr/>
        </p:nvPicPr>
        <p:blipFill>
          <a:blip r:embed="rId2"/>
          <a:stretch>
            <a:fillRect/>
          </a:stretch>
        </p:blipFill>
        <p:spPr>
          <a:xfrm>
            <a:off x="210805" y="2911827"/>
            <a:ext cx="5458968" cy="3425502"/>
          </a:xfrm>
          <a:prstGeom prst="rect">
            <a:avLst/>
          </a:prstGeom>
        </p:spPr>
      </p:pic>
      <p:graphicFrame>
        <p:nvGraphicFramePr>
          <p:cNvPr id="8" name="Diagrama 7">
            <a:extLst>
              <a:ext uri="{FF2B5EF4-FFF2-40B4-BE49-F238E27FC236}">
                <a16:creationId xmlns:a16="http://schemas.microsoft.com/office/drawing/2014/main" id="{55270A76-98D4-DCF8-DD8C-985E37FEF5B4}"/>
              </a:ext>
            </a:extLst>
          </p:cNvPr>
          <p:cNvGraphicFramePr/>
          <p:nvPr>
            <p:extLst>
              <p:ext uri="{D42A27DB-BD31-4B8C-83A1-F6EECF244321}">
                <p14:modId xmlns:p14="http://schemas.microsoft.com/office/powerpoint/2010/main" val="2311081021"/>
              </p:ext>
            </p:extLst>
          </p:nvPr>
        </p:nvGraphicFramePr>
        <p:xfrm>
          <a:off x="5880578" y="256032"/>
          <a:ext cx="6200708" cy="613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0076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9DACEC-4368-D328-62E1-5CF580983C69}"/>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DFE2CE-93F1-39A6-754F-26361055FC2F}"/>
              </a:ext>
            </a:extLst>
          </p:cNvPr>
          <p:cNvSpPr>
            <a:spLocks noGrp="1"/>
          </p:cNvSpPr>
          <p:nvPr>
            <p:ph type="ctrTitle"/>
          </p:nvPr>
        </p:nvSpPr>
        <p:spPr>
          <a:xfrm>
            <a:off x="838200" y="557188"/>
            <a:ext cx="10515600" cy="1133499"/>
          </a:xfrm>
        </p:spPr>
        <p:txBody>
          <a:bodyPr vert="horz" lIns="91440" tIns="45720" rIns="91440" bIns="45720" rtlCol="0" anchor="ctr">
            <a:normAutofit fontScale="90000"/>
          </a:bodyPr>
          <a:lstStyle/>
          <a:p>
            <a:r>
              <a:rPr lang="en-US" sz="5200" kern="1200" dirty="0">
                <a:solidFill>
                  <a:schemeClr val="tx1"/>
                </a:solidFill>
                <a:latin typeface="+mj-lt"/>
                <a:ea typeface="+mj-ea"/>
                <a:cs typeface="+mj-cs"/>
              </a:rPr>
              <a:t>Parser</a:t>
            </a:r>
            <a:br>
              <a:rPr lang="en-US" sz="5200" kern="1200" dirty="0">
                <a:solidFill>
                  <a:schemeClr val="tx1"/>
                </a:solidFill>
                <a:latin typeface="+mj-lt"/>
                <a:ea typeface="+mj-ea"/>
                <a:cs typeface="+mj-cs"/>
              </a:rPr>
            </a:br>
            <a:r>
              <a:rPr lang="en-US" sz="3600" kern="1200" dirty="0">
                <a:solidFill>
                  <a:schemeClr val="tx1"/>
                </a:solidFill>
                <a:latin typeface="+mj-lt"/>
                <a:ea typeface="+mj-ea"/>
                <a:cs typeface="+mj-cs"/>
              </a:rPr>
              <a:t>Responsibilities</a:t>
            </a:r>
            <a:endParaRPr lang="en-US" sz="4400" kern="1200" dirty="0">
              <a:solidFill>
                <a:schemeClr val="tx1"/>
              </a:solidFill>
              <a:latin typeface="+mj-lt"/>
              <a:ea typeface="+mj-ea"/>
              <a:cs typeface="+mj-cs"/>
            </a:endParaRPr>
          </a:p>
        </p:txBody>
      </p:sp>
      <p:graphicFrame>
        <p:nvGraphicFramePr>
          <p:cNvPr id="6" name="TextBox 3">
            <a:extLst>
              <a:ext uri="{FF2B5EF4-FFF2-40B4-BE49-F238E27FC236}">
                <a16:creationId xmlns:a16="http://schemas.microsoft.com/office/drawing/2014/main" id="{077CB3D0-ED0B-904A-DFC8-60A535987059}"/>
              </a:ext>
            </a:extLst>
          </p:cNvPr>
          <p:cNvGraphicFramePr/>
          <p:nvPr>
            <p:extLst>
              <p:ext uri="{D42A27DB-BD31-4B8C-83A1-F6EECF244321}">
                <p14:modId xmlns:p14="http://schemas.microsoft.com/office/powerpoint/2010/main" val="108486622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8000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C44ACF-5129-3431-3379-838A0413EF8F}"/>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1D377EB-C9D2-4ED0-86A6-740A297E3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72D0CF-7DBC-059B-6681-27195D13F06E}"/>
              </a:ext>
            </a:extLst>
          </p:cNvPr>
          <p:cNvSpPr>
            <a:spLocks noGrp="1"/>
          </p:cNvSpPr>
          <p:nvPr>
            <p:ph type="ctrTitle"/>
          </p:nvPr>
        </p:nvSpPr>
        <p:spPr>
          <a:xfrm>
            <a:off x="838200" y="107297"/>
            <a:ext cx="10506456" cy="1157005"/>
          </a:xfrm>
        </p:spPr>
        <p:txBody>
          <a:bodyPr vert="horz" lIns="91440" tIns="45720" rIns="91440" bIns="45720" rtlCol="0" anchor="b">
            <a:normAutofit/>
          </a:bodyPr>
          <a:lstStyle/>
          <a:p>
            <a:pPr algn="l"/>
            <a:r>
              <a:rPr lang="en-US" sz="4800" kern="1200" dirty="0">
                <a:solidFill>
                  <a:schemeClr val="tx1"/>
                </a:solidFill>
                <a:latin typeface="+mj-lt"/>
                <a:ea typeface="+mj-ea"/>
                <a:cs typeface="+mj-cs"/>
              </a:rPr>
              <a:t>Parser</a:t>
            </a:r>
          </a:p>
        </p:txBody>
      </p:sp>
      <p:sp>
        <p:nvSpPr>
          <p:cNvPr id="18" name="Rectangle 17">
            <a:extLst>
              <a:ext uri="{FF2B5EF4-FFF2-40B4-BE49-F238E27FC236}">
                <a16:creationId xmlns:a16="http://schemas.microsoft.com/office/drawing/2014/main" id="{066346BE-FDB4-4772-A696-0719490AB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093"/>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95805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graphicFrame>
        <p:nvGraphicFramePr>
          <p:cNvPr id="5" name="Diagrama 4">
            <a:extLst>
              <a:ext uri="{FF2B5EF4-FFF2-40B4-BE49-F238E27FC236}">
                <a16:creationId xmlns:a16="http://schemas.microsoft.com/office/drawing/2014/main" id="{82DACBE4-9BA4-CB87-C4E8-ABD30BC84116}"/>
              </a:ext>
            </a:extLst>
          </p:cNvPr>
          <p:cNvGraphicFramePr/>
          <p:nvPr>
            <p:extLst>
              <p:ext uri="{D42A27DB-BD31-4B8C-83A1-F6EECF244321}">
                <p14:modId xmlns:p14="http://schemas.microsoft.com/office/powerpoint/2010/main" val="4102359849"/>
              </p:ext>
            </p:extLst>
          </p:nvPr>
        </p:nvGraphicFramePr>
        <p:xfrm>
          <a:off x="838200" y="2295252"/>
          <a:ext cx="10506456" cy="38769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aixaDeTexto 6">
            <a:extLst>
              <a:ext uri="{FF2B5EF4-FFF2-40B4-BE49-F238E27FC236}">
                <a16:creationId xmlns:a16="http://schemas.microsoft.com/office/drawing/2014/main" id="{E569184F-53DB-378D-EF71-EB7DE0158F59}"/>
              </a:ext>
            </a:extLst>
          </p:cNvPr>
          <p:cNvSpPr txBox="1"/>
          <p:nvPr/>
        </p:nvSpPr>
        <p:spPr>
          <a:xfrm>
            <a:off x="1093612" y="1398544"/>
            <a:ext cx="7915305" cy="461665"/>
          </a:xfrm>
          <a:prstGeom prst="rect">
            <a:avLst/>
          </a:prstGeom>
          <a:noFill/>
        </p:spPr>
        <p:txBody>
          <a:bodyPr wrap="square">
            <a:spAutoFit/>
          </a:bodyPr>
          <a:lstStyle/>
          <a:p>
            <a:pPr algn="l"/>
            <a:r>
              <a:rPr lang="en-US" sz="2400" dirty="0"/>
              <a:t>Why it needs to read the file from the start for each header</a:t>
            </a:r>
          </a:p>
        </p:txBody>
      </p:sp>
    </p:spTree>
    <p:extLst>
      <p:ext uri="{BB962C8B-B14F-4D97-AF65-F5344CB8AC3E}">
        <p14:creationId xmlns:p14="http://schemas.microsoft.com/office/powerpoint/2010/main" val="1781105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EC3670-619A-97DC-6C2B-272EBC8D1FF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0E874B-561E-2F3B-3540-72184106D3B6}"/>
              </a:ext>
            </a:extLst>
          </p:cNvPr>
          <p:cNvSpPr>
            <a:spLocks noGrp="1"/>
          </p:cNvSpPr>
          <p:nvPr>
            <p:ph type="ctrTitle"/>
          </p:nvPr>
        </p:nvSpPr>
        <p:spPr>
          <a:xfrm>
            <a:off x="838200" y="963507"/>
            <a:ext cx="3494362" cy="4930986"/>
          </a:xfrm>
        </p:spPr>
        <p:txBody>
          <a:bodyPr vert="horz" lIns="91440" tIns="45720" rIns="91440" bIns="45720" rtlCol="0" anchor="ctr">
            <a:normAutofit/>
          </a:bodyPr>
          <a:lstStyle/>
          <a:p>
            <a:pPr algn="r"/>
            <a:r>
              <a:rPr lang="en-US" sz="4400" kern="1200" dirty="0">
                <a:solidFill>
                  <a:schemeClr val="accent1"/>
                </a:solidFill>
                <a:latin typeface="+mj-lt"/>
                <a:ea typeface="+mj-ea"/>
                <a:cs typeface="+mj-cs"/>
              </a:rPr>
              <a:t>Parser</a:t>
            </a:r>
          </a:p>
        </p:txBody>
      </p:sp>
      <p:cxnSp>
        <p:nvCxnSpPr>
          <p:cNvPr id="11" name="Straight Connector 10">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81664839-6FA2-A523-BBD1-E881B2C474FA}"/>
              </a:ext>
            </a:extLst>
          </p:cNvPr>
          <p:cNvSpPr>
            <a:spLocks noGrp="1"/>
          </p:cNvSpPr>
          <p:nvPr>
            <p:ph type="subTitle" idx="1"/>
          </p:nvPr>
        </p:nvSpPr>
        <p:spPr>
          <a:xfrm>
            <a:off x="4976030" y="916941"/>
            <a:ext cx="6250940" cy="2304627"/>
          </a:xfrm>
        </p:spPr>
        <p:txBody>
          <a:bodyPr vert="horz" lIns="91440" tIns="45720" rIns="91440" bIns="45720" rtlCol="0" anchor="b">
            <a:normAutofit/>
          </a:bodyPr>
          <a:lstStyle/>
          <a:p>
            <a:pPr algn="l"/>
            <a:r>
              <a:rPr lang="en-US" sz="2000" b="1" dirty="0"/>
              <a:t>Time complexity</a:t>
            </a:r>
          </a:p>
        </p:txBody>
      </p:sp>
      <p:sp>
        <p:nvSpPr>
          <p:cNvPr id="4" name="TextBox 3">
            <a:extLst>
              <a:ext uri="{FF2B5EF4-FFF2-40B4-BE49-F238E27FC236}">
                <a16:creationId xmlns:a16="http://schemas.microsoft.com/office/drawing/2014/main" id="{9A0E3988-416C-A0E5-6E47-8D3E1C72D2FE}"/>
              </a:ext>
            </a:extLst>
          </p:cNvPr>
          <p:cNvSpPr txBox="1"/>
          <p:nvPr/>
        </p:nvSpPr>
        <p:spPr>
          <a:xfrm>
            <a:off x="4976030" y="3589866"/>
            <a:ext cx="6250940" cy="230462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a:t>Let l be the number of lines and h be the number of headers, the upper bound can be defined to be O(l * h). So in this project, the time complexity to parse the dataset is O(4 * l) = O(l)</a:t>
            </a:r>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36704561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6" name="Freeform: Shape 15">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ítulo 1">
            <a:extLst>
              <a:ext uri="{FF2B5EF4-FFF2-40B4-BE49-F238E27FC236}">
                <a16:creationId xmlns:a16="http://schemas.microsoft.com/office/drawing/2014/main" id="{C6DBEC6D-E6A5-0D67-12AE-A6F24B1C623B}"/>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a:solidFill>
                  <a:schemeClr val="bg1"/>
                </a:solidFill>
                <a:latin typeface="+mj-lt"/>
                <a:ea typeface="+mj-ea"/>
                <a:cs typeface="+mj-cs"/>
              </a:rPr>
              <a:t>Adapter</a:t>
            </a:r>
          </a:p>
        </p:txBody>
      </p:sp>
    </p:spTree>
    <p:extLst>
      <p:ext uri="{BB962C8B-B14F-4D97-AF65-F5344CB8AC3E}">
        <p14:creationId xmlns:p14="http://schemas.microsoft.com/office/powerpoint/2010/main" val="2998412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4EB92A-437E-D041-1EB6-8F953C16561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2EC2D1-2AF1-283A-DD34-9AF79BDB32E5}"/>
              </a:ext>
            </a:extLst>
          </p:cNvPr>
          <p:cNvSpPr>
            <a:spLocks noGrp="1"/>
          </p:cNvSpPr>
          <p:nvPr>
            <p:ph type="ctrTitle"/>
          </p:nvPr>
        </p:nvSpPr>
        <p:spPr>
          <a:xfrm>
            <a:off x="720213" y="4782950"/>
            <a:ext cx="3876086" cy="1556907"/>
          </a:xfrm>
          <a:custGeom>
            <a:avLst/>
            <a:gdLst>
              <a:gd name="csX0" fmla="*/ 0 w 3876086"/>
              <a:gd name="csY0" fmla="*/ 0 h 1556907"/>
              <a:gd name="csX1" fmla="*/ 592487 w 3876086"/>
              <a:gd name="csY1" fmla="*/ 0 h 1556907"/>
              <a:gd name="csX2" fmla="*/ 1107453 w 3876086"/>
              <a:gd name="csY2" fmla="*/ 0 h 1556907"/>
              <a:gd name="csX3" fmla="*/ 1699941 w 3876086"/>
              <a:gd name="csY3" fmla="*/ 0 h 1556907"/>
              <a:gd name="csX4" fmla="*/ 2253667 w 3876086"/>
              <a:gd name="csY4" fmla="*/ 0 h 1556907"/>
              <a:gd name="csX5" fmla="*/ 2884915 w 3876086"/>
              <a:gd name="csY5" fmla="*/ 0 h 1556907"/>
              <a:gd name="csX6" fmla="*/ 3322359 w 3876086"/>
              <a:gd name="csY6" fmla="*/ 0 h 1556907"/>
              <a:gd name="csX7" fmla="*/ 3876086 w 3876086"/>
              <a:gd name="csY7" fmla="*/ 0 h 1556907"/>
              <a:gd name="csX8" fmla="*/ 3876086 w 3876086"/>
              <a:gd name="csY8" fmla="*/ 472262 h 1556907"/>
              <a:gd name="csX9" fmla="*/ 3876086 w 3876086"/>
              <a:gd name="csY9" fmla="*/ 991231 h 1556907"/>
              <a:gd name="csX10" fmla="*/ 3876086 w 3876086"/>
              <a:gd name="csY10" fmla="*/ 1556907 h 1556907"/>
              <a:gd name="csX11" fmla="*/ 3399881 w 3876086"/>
              <a:gd name="csY11" fmla="*/ 1556907 h 1556907"/>
              <a:gd name="csX12" fmla="*/ 2846155 w 3876086"/>
              <a:gd name="csY12" fmla="*/ 1556907 h 1556907"/>
              <a:gd name="csX13" fmla="*/ 2253667 w 3876086"/>
              <a:gd name="csY13" fmla="*/ 1556907 h 1556907"/>
              <a:gd name="csX14" fmla="*/ 1816223 w 3876086"/>
              <a:gd name="csY14" fmla="*/ 1556907 h 1556907"/>
              <a:gd name="csX15" fmla="*/ 1301257 w 3876086"/>
              <a:gd name="csY15" fmla="*/ 1556907 h 1556907"/>
              <a:gd name="csX16" fmla="*/ 786292 w 3876086"/>
              <a:gd name="csY16" fmla="*/ 1556907 h 1556907"/>
              <a:gd name="csX17" fmla="*/ 0 w 3876086"/>
              <a:gd name="csY17" fmla="*/ 1556907 h 1556907"/>
              <a:gd name="csX18" fmla="*/ 0 w 3876086"/>
              <a:gd name="csY18" fmla="*/ 1069076 h 1556907"/>
              <a:gd name="csX19" fmla="*/ 0 w 3876086"/>
              <a:gd name="csY19" fmla="*/ 581245 h 1556907"/>
              <a:gd name="csX20" fmla="*/ 0 w 3876086"/>
              <a:gd name="csY20" fmla="*/ 0 h 15569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3876086" h="1556907" fill="none" extrusionOk="0">
                <a:moveTo>
                  <a:pt x="0" y="0"/>
                </a:moveTo>
                <a:cubicBezTo>
                  <a:pt x="179086" y="-7136"/>
                  <a:pt x="339447" y="3512"/>
                  <a:pt x="592487" y="0"/>
                </a:cubicBezTo>
                <a:cubicBezTo>
                  <a:pt x="845527" y="-3512"/>
                  <a:pt x="967984" y="13844"/>
                  <a:pt x="1107453" y="0"/>
                </a:cubicBezTo>
                <a:cubicBezTo>
                  <a:pt x="1246922" y="-13844"/>
                  <a:pt x="1507782" y="18158"/>
                  <a:pt x="1699941" y="0"/>
                </a:cubicBezTo>
                <a:cubicBezTo>
                  <a:pt x="1892100" y="-18158"/>
                  <a:pt x="2123215" y="20187"/>
                  <a:pt x="2253667" y="0"/>
                </a:cubicBezTo>
                <a:cubicBezTo>
                  <a:pt x="2384119" y="-20187"/>
                  <a:pt x="2605795" y="11680"/>
                  <a:pt x="2884915" y="0"/>
                </a:cubicBezTo>
                <a:cubicBezTo>
                  <a:pt x="3164035" y="-11680"/>
                  <a:pt x="3131579" y="21083"/>
                  <a:pt x="3322359" y="0"/>
                </a:cubicBezTo>
                <a:cubicBezTo>
                  <a:pt x="3513139" y="-21083"/>
                  <a:pt x="3765035" y="58458"/>
                  <a:pt x="3876086" y="0"/>
                </a:cubicBezTo>
                <a:cubicBezTo>
                  <a:pt x="3878963" y="113954"/>
                  <a:pt x="3875753" y="309095"/>
                  <a:pt x="3876086" y="472262"/>
                </a:cubicBezTo>
                <a:cubicBezTo>
                  <a:pt x="3876419" y="635429"/>
                  <a:pt x="3829138" y="830331"/>
                  <a:pt x="3876086" y="991231"/>
                </a:cubicBezTo>
                <a:cubicBezTo>
                  <a:pt x="3923034" y="1152131"/>
                  <a:pt x="3835113" y="1345545"/>
                  <a:pt x="3876086" y="1556907"/>
                </a:cubicBezTo>
                <a:cubicBezTo>
                  <a:pt x="3662045" y="1606707"/>
                  <a:pt x="3597522" y="1500137"/>
                  <a:pt x="3399881" y="1556907"/>
                </a:cubicBezTo>
                <a:cubicBezTo>
                  <a:pt x="3202240" y="1613677"/>
                  <a:pt x="3039025" y="1491674"/>
                  <a:pt x="2846155" y="1556907"/>
                </a:cubicBezTo>
                <a:cubicBezTo>
                  <a:pt x="2653285" y="1622140"/>
                  <a:pt x="2485376" y="1553964"/>
                  <a:pt x="2253667" y="1556907"/>
                </a:cubicBezTo>
                <a:cubicBezTo>
                  <a:pt x="2021958" y="1559850"/>
                  <a:pt x="2028887" y="1553240"/>
                  <a:pt x="1816223" y="1556907"/>
                </a:cubicBezTo>
                <a:cubicBezTo>
                  <a:pt x="1603559" y="1560574"/>
                  <a:pt x="1531208" y="1549806"/>
                  <a:pt x="1301257" y="1556907"/>
                </a:cubicBezTo>
                <a:cubicBezTo>
                  <a:pt x="1071306" y="1564008"/>
                  <a:pt x="926741" y="1514616"/>
                  <a:pt x="786292" y="1556907"/>
                </a:cubicBezTo>
                <a:cubicBezTo>
                  <a:pt x="645844" y="1599198"/>
                  <a:pt x="326484" y="1469001"/>
                  <a:pt x="0" y="1556907"/>
                </a:cubicBezTo>
                <a:cubicBezTo>
                  <a:pt x="-16977" y="1365065"/>
                  <a:pt x="21660" y="1203997"/>
                  <a:pt x="0" y="1069076"/>
                </a:cubicBezTo>
                <a:cubicBezTo>
                  <a:pt x="-21660" y="934155"/>
                  <a:pt x="22899" y="773281"/>
                  <a:pt x="0" y="581245"/>
                </a:cubicBezTo>
                <a:cubicBezTo>
                  <a:pt x="-22899" y="389209"/>
                  <a:pt x="13391" y="166144"/>
                  <a:pt x="0" y="0"/>
                </a:cubicBezTo>
                <a:close/>
              </a:path>
              <a:path w="3876086" h="1556907" stroke="0" extrusionOk="0">
                <a:moveTo>
                  <a:pt x="0" y="0"/>
                </a:moveTo>
                <a:cubicBezTo>
                  <a:pt x="243942" y="-58"/>
                  <a:pt x="333141" y="12474"/>
                  <a:pt x="553727" y="0"/>
                </a:cubicBezTo>
                <a:cubicBezTo>
                  <a:pt x="774313" y="-12474"/>
                  <a:pt x="925015" y="35374"/>
                  <a:pt x="1146214" y="0"/>
                </a:cubicBezTo>
                <a:cubicBezTo>
                  <a:pt x="1367413" y="-35374"/>
                  <a:pt x="1546278" y="65482"/>
                  <a:pt x="1738701" y="0"/>
                </a:cubicBezTo>
                <a:cubicBezTo>
                  <a:pt x="1931124" y="-65482"/>
                  <a:pt x="2033069" y="15174"/>
                  <a:pt x="2253667" y="0"/>
                </a:cubicBezTo>
                <a:cubicBezTo>
                  <a:pt x="2474265" y="-15174"/>
                  <a:pt x="2573137" y="19786"/>
                  <a:pt x="2729872" y="0"/>
                </a:cubicBezTo>
                <a:cubicBezTo>
                  <a:pt x="2886607" y="-19786"/>
                  <a:pt x="3079343" y="18450"/>
                  <a:pt x="3322359" y="0"/>
                </a:cubicBezTo>
                <a:cubicBezTo>
                  <a:pt x="3565375" y="-18450"/>
                  <a:pt x="3621109" y="30396"/>
                  <a:pt x="3876086" y="0"/>
                </a:cubicBezTo>
                <a:cubicBezTo>
                  <a:pt x="3900230" y="245458"/>
                  <a:pt x="3852802" y="330519"/>
                  <a:pt x="3876086" y="503400"/>
                </a:cubicBezTo>
                <a:cubicBezTo>
                  <a:pt x="3899370" y="676281"/>
                  <a:pt x="3826294" y="821870"/>
                  <a:pt x="3876086" y="1022369"/>
                </a:cubicBezTo>
                <a:cubicBezTo>
                  <a:pt x="3925878" y="1222868"/>
                  <a:pt x="3812083" y="1419393"/>
                  <a:pt x="3876086" y="1556907"/>
                </a:cubicBezTo>
                <a:cubicBezTo>
                  <a:pt x="3747356" y="1588545"/>
                  <a:pt x="3436830" y="1541137"/>
                  <a:pt x="3283599" y="1556907"/>
                </a:cubicBezTo>
                <a:cubicBezTo>
                  <a:pt x="3130368" y="1572677"/>
                  <a:pt x="2923949" y="1527104"/>
                  <a:pt x="2807394" y="1556907"/>
                </a:cubicBezTo>
                <a:cubicBezTo>
                  <a:pt x="2690839" y="1586710"/>
                  <a:pt x="2482428" y="1523454"/>
                  <a:pt x="2176145" y="1556907"/>
                </a:cubicBezTo>
                <a:cubicBezTo>
                  <a:pt x="1869862" y="1590360"/>
                  <a:pt x="1944834" y="1521458"/>
                  <a:pt x="1738701" y="1556907"/>
                </a:cubicBezTo>
                <a:cubicBezTo>
                  <a:pt x="1532568" y="1592356"/>
                  <a:pt x="1418061" y="1506106"/>
                  <a:pt x="1107453" y="1556907"/>
                </a:cubicBezTo>
                <a:cubicBezTo>
                  <a:pt x="796845" y="1607708"/>
                  <a:pt x="851083" y="1528884"/>
                  <a:pt x="670009" y="1556907"/>
                </a:cubicBezTo>
                <a:cubicBezTo>
                  <a:pt x="488935" y="1584930"/>
                  <a:pt x="307528" y="1513225"/>
                  <a:pt x="0" y="1556907"/>
                </a:cubicBezTo>
                <a:cubicBezTo>
                  <a:pt x="-27120" y="1318882"/>
                  <a:pt x="11568" y="1281461"/>
                  <a:pt x="0" y="1069076"/>
                </a:cubicBezTo>
                <a:cubicBezTo>
                  <a:pt x="-11568" y="856691"/>
                  <a:pt x="9983" y="786995"/>
                  <a:pt x="0" y="565676"/>
                </a:cubicBezTo>
                <a:cubicBezTo>
                  <a:pt x="-9983" y="344357"/>
                  <a:pt x="36655" y="256343"/>
                  <a:pt x="0" y="0"/>
                </a:cubicBezTo>
                <a:close/>
              </a:path>
            </a:pathLst>
          </a:custGeom>
          <a:ln w="57150">
            <a:solidFill>
              <a:schemeClr val="tx1"/>
            </a:solidFill>
            <a:extLst>
              <a:ext uri="{C807C97D-BFC1-408E-A445-0C87EB9F89A2}">
                <ask:lineSketchStyleProps xmlns:ask="http://schemas.microsoft.com/office/drawing/2018/sketchyshapes" sd="2310636758">
                  <ask:type>
                    <ask:lineSketchScribble/>
                  </ask:type>
                </ask:lineSketchStyleProps>
              </a:ext>
            </a:extLst>
          </a:ln>
        </p:spPr>
        <p:txBody>
          <a:bodyPr vert="horz" lIns="91440" tIns="45720" rIns="91440" bIns="45720" rtlCol="0" anchor="ctr">
            <a:normAutofit/>
          </a:bodyPr>
          <a:lstStyle/>
          <a:p>
            <a:pPr algn="l"/>
            <a:r>
              <a:rPr lang="en-US" sz="3200" kern="1200" dirty="0">
                <a:solidFill>
                  <a:schemeClr val="tx1"/>
                </a:solidFill>
                <a:latin typeface="+mj-lt"/>
                <a:ea typeface="+mj-ea"/>
                <a:cs typeface="+mj-cs"/>
              </a:rPr>
              <a:t>Adapter</a:t>
            </a:r>
          </a:p>
        </p:txBody>
      </p:sp>
      <p:sp>
        <p:nvSpPr>
          <p:cNvPr id="13" name="Rectangle 12">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program&#10;&#10;AI-generated content may be incorrect.">
            <a:extLst>
              <a:ext uri="{FF2B5EF4-FFF2-40B4-BE49-F238E27FC236}">
                <a16:creationId xmlns:a16="http://schemas.microsoft.com/office/drawing/2014/main" id="{E4B45170-81E3-354D-9647-9121840B90AB}"/>
              </a:ext>
            </a:extLst>
          </p:cNvPr>
          <p:cNvPicPr>
            <a:picLocks noChangeAspect="1"/>
          </p:cNvPicPr>
          <p:nvPr/>
        </p:nvPicPr>
        <p:blipFill>
          <a:blip r:embed="rId2"/>
          <a:stretch>
            <a:fillRect/>
          </a:stretch>
        </p:blipFill>
        <p:spPr>
          <a:xfrm>
            <a:off x="959205" y="1131553"/>
            <a:ext cx="10369645" cy="2333170"/>
          </a:xfrm>
          <a:prstGeom prst="rect">
            <a:avLst/>
          </a:prstGeom>
        </p:spPr>
      </p:pic>
      <p:sp>
        <p:nvSpPr>
          <p:cNvPr id="28" name="Rectangle 16">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154F0ED-35CD-796C-0255-76CED54134E9}"/>
              </a:ext>
            </a:extLst>
          </p:cNvPr>
          <p:cNvSpPr txBox="1"/>
          <p:nvPr/>
        </p:nvSpPr>
        <p:spPr>
          <a:xfrm>
            <a:off x="5162719" y="4883544"/>
            <a:ext cx="6586915" cy="155690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400" dirty="0"/>
              <a:t>Responsible for transforming the data processed by the parser into a graph structure</a:t>
            </a:r>
          </a:p>
          <a:p>
            <a:pPr marL="285750" indent="-228600">
              <a:lnSpc>
                <a:spcPct val="90000"/>
              </a:lnSpc>
              <a:spcAft>
                <a:spcPts val="600"/>
              </a:spcAft>
              <a:buFont typeface="Arial" panose="020B0604020202020204" pitchFamily="34" charset="0"/>
              <a:buChar char="•"/>
            </a:pPr>
            <a:r>
              <a:rPr lang="en-US" sz="1400" dirty="0"/>
              <a:t> The data in the parser is divided into 4 different attributes: reviewers, submissions, parameters and control. </a:t>
            </a:r>
          </a:p>
          <a:p>
            <a:pPr marL="285750" indent="-228600">
              <a:lnSpc>
                <a:spcPct val="90000"/>
              </a:lnSpc>
              <a:spcAft>
                <a:spcPts val="600"/>
              </a:spcAft>
              <a:buFont typeface="Arial" panose="020B0604020202020204" pitchFamily="34" charset="0"/>
              <a:buChar char="•"/>
            </a:pPr>
            <a:r>
              <a:rPr lang="en-US" sz="1400" dirty="0"/>
              <a:t>The adapter's goal is to create a bipartite graph which separates the reviewers and the submissions, to be later handled by a max flow algorithm.</a:t>
            </a:r>
          </a:p>
          <a:p>
            <a:pPr indent="-228600">
              <a:lnSpc>
                <a:spcPct val="90000"/>
              </a:lnSpc>
              <a:spcAft>
                <a:spcPts val="600"/>
              </a:spcAft>
              <a:buFont typeface="Arial" panose="020B0604020202020204" pitchFamily="34" charset="0"/>
              <a:buChar char="•"/>
            </a:pPr>
            <a:endParaRPr lang="en-US" sz="1400" dirty="0"/>
          </a:p>
        </p:txBody>
      </p:sp>
      <p:sp>
        <p:nvSpPr>
          <p:cNvPr id="9" name="CaixaDeTexto 8">
            <a:extLst>
              <a:ext uri="{FF2B5EF4-FFF2-40B4-BE49-F238E27FC236}">
                <a16:creationId xmlns:a16="http://schemas.microsoft.com/office/drawing/2014/main" id="{1553947F-4190-5FD4-59DA-B1299253187C}"/>
              </a:ext>
            </a:extLst>
          </p:cNvPr>
          <p:cNvSpPr txBox="1"/>
          <p:nvPr/>
        </p:nvSpPr>
        <p:spPr>
          <a:xfrm>
            <a:off x="959205" y="5648802"/>
            <a:ext cx="6094268" cy="369332"/>
          </a:xfrm>
          <a:prstGeom prst="rect">
            <a:avLst/>
          </a:prstGeom>
          <a:noFill/>
        </p:spPr>
        <p:txBody>
          <a:bodyPr wrap="square">
            <a:spAutoFit/>
          </a:bodyPr>
          <a:lstStyle/>
          <a:p>
            <a:r>
              <a:rPr lang="en-US" sz="1800" dirty="0"/>
              <a:t>How it works</a:t>
            </a:r>
          </a:p>
        </p:txBody>
      </p:sp>
    </p:spTree>
    <p:extLst>
      <p:ext uri="{BB962C8B-B14F-4D97-AF65-F5344CB8AC3E}">
        <p14:creationId xmlns:p14="http://schemas.microsoft.com/office/powerpoint/2010/main" val="174540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48891C-913C-D91A-AC83-BA50A0B772B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A4EA83-5F57-128B-CDB2-F2C07AE78ED5}"/>
              </a:ext>
            </a:extLst>
          </p:cNvPr>
          <p:cNvSpPr>
            <a:spLocks noGrp="1"/>
          </p:cNvSpPr>
          <p:nvPr>
            <p:ph type="ctrTitle"/>
          </p:nvPr>
        </p:nvSpPr>
        <p:spPr>
          <a:xfrm>
            <a:off x="793662" y="386930"/>
            <a:ext cx="10066122" cy="1298448"/>
          </a:xfrm>
          <a:custGeom>
            <a:avLst/>
            <a:gdLst>
              <a:gd name="csX0" fmla="*/ 0 w 10066122"/>
              <a:gd name="csY0" fmla="*/ 0 h 1298448"/>
              <a:gd name="csX1" fmla="*/ 10066122 w 10066122"/>
              <a:gd name="csY1" fmla="*/ 0 h 1298448"/>
              <a:gd name="csX2" fmla="*/ 10066122 w 10066122"/>
              <a:gd name="csY2" fmla="*/ 1298448 h 1298448"/>
              <a:gd name="csX3" fmla="*/ 0 w 10066122"/>
              <a:gd name="csY3" fmla="*/ 1298448 h 1298448"/>
              <a:gd name="csX4" fmla="*/ 0 w 10066122"/>
              <a:gd name="csY4" fmla="*/ 0 h 1298448"/>
            </a:gdLst>
            <a:ahLst/>
            <a:cxnLst>
              <a:cxn ang="0">
                <a:pos x="csX0" y="csY0"/>
              </a:cxn>
              <a:cxn ang="0">
                <a:pos x="csX1" y="csY1"/>
              </a:cxn>
              <a:cxn ang="0">
                <a:pos x="csX2" y="csY2"/>
              </a:cxn>
              <a:cxn ang="0">
                <a:pos x="csX3" y="csY3"/>
              </a:cxn>
              <a:cxn ang="0">
                <a:pos x="csX4" y="csY4"/>
              </a:cxn>
            </a:cxnLst>
            <a:rect l="l" t="t" r="r" b="b"/>
            <a:pathLst>
              <a:path w="10066122" h="1298448" fill="none" extrusionOk="0">
                <a:moveTo>
                  <a:pt x="0" y="0"/>
                </a:moveTo>
                <a:cubicBezTo>
                  <a:pt x="2910881" y="61690"/>
                  <a:pt x="7260915" y="-42733"/>
                  <a:pt x="10066122" y="0"/>
                </a:cubicBezTo>
                <a:cubicBezTo>
                  <a:pt x="10164567" y="606755"/>
                  <a:pt x="10158165" y="1131788"/>
                  <a:pt x="10066122" y="1298448"/>
                </a:cubicBezTo>
                <a:cubicBezTo>
                  <a:pt x="8324279" y="1191984"/>
                  <a:pt x="3668648" y="1403392"/>
                  <a:pt x="0" y="1298448"/>
                </a:cubicBezTo>
                <a:cubicBezTo>
                  <a:pt x="47629" y="947669"/>
                  <a:pt x="-21247" y="517356"/>
                  <a:pt x="0" y="0"/>
                </a:cubicBezTo>
                <a:close/>
              </a:path>
              <a:path w="10066122" h="1298448" stroke="0" extrusionOk="0">
                <a:moveTo>
                  <a:pt x="0" y="0"/>
                </a:moveTo>
                <a:cubicBezTo>
                  <a:pt x="4607387" y="-148419"/>
                  <a:pt x="7488964" y="37883"/>
                  <a:pt x="10066122" y="0"/>
                </a:cubicBezTo>
                <a:cubicBezTo>
                  <a:pt x="10152041" y="504433"/>
                  <a:pt x="10073492" y="1069429"/>
                  <a:pt x="10066122" y="1298448"/>
                </a:cubicBezTo>
                <a:cubicBezTo>
                  <a:pt x="7547746" y="1361684"/>
                  <a:pt x="2751300" y="1348675"/>
                  <a:pt x="0" y="1298448"/>
                </a:cubicBezTo>
                <a:cubicBezTo>
                  <a:pt x="55154" y="892957"/>
                  <a:pt x="-88910" y="165144"/>
                  <a:pt x="0" y="0"/>
                </a:cubicBezTo>
                <a:close/>
              </a:path>
            </a:pathLst>
          </a:custGeom>
          <a:solidFill>
            <a:schemeClr val="tx2">
              <a:lumMod val="10000"/>
              <a:lumOff val="90000"/>
            </a:schemeClr>
          </a:solidFill>
          <a:ln w="38100">
            <a:solidFill>
              <a:schemeClr val="accent1">
                <a:lumMod val="50000"/>
              </a:schemeClr>
            </a:solidFill>
            <a:extLst>
              <a:ext uri="{C807C97D-BFC1-408E-A445-0C87EB9F89A2}">
                <ask:lineSketchStyleProps xmlns:ask="http://schemas.microsoft.com/office/drawing/2018/sketchyshapes" sd="677769509">
                  <ask:type>
                    <ask:lineSketchCurved/>
                  </ask:type>
                </ask:lineSketchStyleProps>
              </a:ext>
            </a:extLst>
          </a:ln>
        </p:spPr>
        <p:txBody>
          <a:bodyPr vert="horz" lIns="91440" tIns="45720" rIns="91440" bIns="45720" rtlCol="0" anchor="b">
            <a:normAutofit/>
          </a:bodyPr>
          <a:lstStyle/>
          <a:p>
            <a:pPr algn="l"/>
            <a:r>
              <a:rPr lang="en-US" sz="4800" kern="1200" dirty="0">
                <a:solidFill>
                  <a:schemeClr val="tx1"/>
                </a:solidFill>
                <a:latin typeface="+mj-lt"/>
                <a:ea typeface="+mj-ea"/>
                <a:cs typeface="+mj-cs"/>
              </a:rPr>
              <a:t>Adapter</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Diagrama 7">
            <a:extLst>
              <a:ext uri="{FF2B5EF4-FFF2-40B4-BE49-F238E27FC236}">
                <a16:creationId xmlns:a16="http://schemas.microsoft.com/office/drawing/2014/main" id="{A62BA3B3-F9AC-7015-63EA-DB462FA50144}"/>
              </a:ext>
            </a:extLst>
          </p:cNvPr>
          <p:cNvGraphicFramePr/>
          <p:nvPr>
            <p:extLst>
              <p:ext uri="{D42A27DB-BD31-4B8C-83A1-F6EECF244321}">
                <p14:modId xmlns:p14="http://schemas.microsoft.com/office/powerpoint/2010/main" val="185875104"/>
              </p:ext>
            </p:extLst>
          </p:nvPr>
        </p:nvGraphicFramePr>
        <p:xfrm>
          <a:off x="793661" y="2599509"/>
          <a:ext cx="4530898" cy="3639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A screen shot of a computer code&#10;&#10;AI-generated content may be incorrect.">
            <a:extLst>
              <a:ext uri="{FF2B5EF4-FFF2-40B4-BE49-F238E27FC236}">
                <a16:creationId xmlns:a16="http://schemas.microsoft.com/office/drawing/2014/main" id="{99C87B0E-9A14-61F1-7A14-DFF4B23A370B}"/>
              </a:ext>
            </a:extLst>
          </p:cNvPr>
          <p:cNvPicPr>
            <a:picLocks noChangeAspect="1"/>
          </p:cNvPicPr>
          <p:nvPr/>
        </p:nvPicPr>
        <p:blipFill>
          <a:blip r:embed="rId7"/>
          <a:srcRect l="6295" t="-180" r="5569" b="617"/>
          <a:stretch>
            <a:fillRect/>
          </a:stretch>
        </p:blipFill>
        <p:spPr>
          <a:xfrm>
            <a:off x="5911532" y="3200873"/>
            <a:ext cx="5150277" cy="2281008"/>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6815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255DF1-B46B-8990-D238-A361FE391945}"/>
            </a:ext>
          </a:extLst>
        </p:cNvPr>
        <p:cNvGrpSpPr/>
        <p:nvPr/>
      </p:nvGrpSpPr>
      <p:grpSpPr>
        <a:xfrm>
          <a:off x="0" y="0"/>
          <a:ext cx="0" cy="0"/>
          <a:chOff x="0" y="0"/>
          <a:chExt cx="0" cy="0"/>
        </a:xfrm>
      </p:grpSpPr>
      <p:sp useBgFill="1">
        <p:nvSpPr>
          <p:cNvPr id="11"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3" name="Rectangle 12">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B343F0-A31D-AC6E-F9B8-8744EC855060}"/>
              </a:ext>
            </a:extLst>
          </p:cNvPr>
          <p:cNvSpPr>
            <a:spLocks noGrp="1"/>
          </p:cNvSpPr>
          <p:nvPr>
            <p:ph type="ctrTitle"/>
          </p:nvPr>
        </p:nvSpPr>
        <p:spPr>
          <a:xfrm>
            <a:off x="761995" y="307446"/>
            <a:ext cx="10693884" cy="1325823"/>
          </a:xfrm>
          <a:solidFill>
            <a:schemeClr val="accent3">
              <a:lumMod val="40000"/>
              <a:lumOff val="60000"/>
            </a:schemeClr>
          </a:solidFill>
        </p:spPr>
        <p:txBody>
          <a:bodyPr vert="horz" lIns="91440" tIns="45720" rIns="91440" bIns="45720" rtlCol="0" anchor="ctr">
            <a:normAutofit/>
          </a:bodyPr>
          <a:lstStyle/>
          <a:p>
            <a:pPr algn="l"/>
            <a:r>
              <a:rPr lang="en-US" sz="4000" kern="1200" dirty="0">
                <a:solidFill>
                  <a:schemeClr val="tx1"/>
                </a:solidFill>
                <a:latin typeface="+mj-lt"/>
                <a:ea typeface="+mj-ea"/>
                <a:cs typeface="+mj-cs"/>
              </a:rPr>
              <a:t>				        Adapter </a:t>
            </a:r>
          </a:p>
        </p:txBody>
      </p:sp>
      <p:pic>
        <p:nvPicPr>
          <p:cNvPr id="5" name="Picture 4" descr="A screen shot of a computer code&#10;&#10;AI-generated content may be incorrect.">
            <a:extLst>
              <a:ext uri="{FF2B5EF4-FFF2-40B4-BE49-F238E27FC236}">
                <a16:creationId xmlns:a16="http://schemas.microsoft.com/office/drawing/2014/main" id="{EB584121-9255-CB31-D35A-21599C140F2C}"/>
              </a:ext>
            </a:extLst>
          </p:cNvPr>
          <p:cNvPicPr>
            <a:picLocks noChangeAspect="1"/>
          </p:cNvPicPr>
          <p:nvPr/>
        </p:nvPicPr>
        <p:blipFill>
          <a:blip r:embed="rId2"/>
          <a:stretch>
            <a:fillRect/>
          </a:stretch>
        </p:blipFill>
        <p:spPr>
          <a:xfrm>
            <a:off x="754954" y="2357888"/>
            <a:ext cx="5767290" cy="3775494"/>
          </a:xfrm>
          <a:prstGeom prst="rect">
            <a:avLst/>
          </a:prstGeom>
        </p:spPr>
      </p:pic>
      <p:graphicFrame>
        <p:nvGraphicFramePr>
          <p:cNvPr id="6" name="Diagrama 5">
            <a:extLst>
              <a:ext uri="{FF2B5EF4-FFF2-40B4-BE49-F238E27FC236}">
                <a16:creationId xmlns:a16="http://schemas.microsoft.com/office/drawing/2014/main" id="{70570AA8-DEB0-B047-E33A-111568424A49}"/>
              </a:ext>
            </a:extLst>
          </p:cNvPr>
          <p:cNvGraphicFramePr/>
          <p:nvPr>
            <p:extLst>
              <p:ext uri="{D42A27DB-BD31-4B8C-83A1-F6EECF244321}">
                <p14:modId xmlns:p14="http://schemas.microsoft.com/office/powerpoint/2010/main" val="4046722471"/>
              </p:ext>
            </p:extLst>
          </p:nvPr>
        </p:nvGraphicFramePr>
        <p:xfrm>
          <a:off x="6733308" y="1940715"/>
          <a:ext cx="4966856" cy="4730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Subtitle 2">
            <a:extLst>
              <a:ext uri="{FF2B5EF4-FFF2-40B4-BE49-F238E27FC236}">
                <a16:creationId xmlns:a16="http://schemas.microsoft.com/office/drawing/2014/main" id="{4F2B9FE3-05C7-F023-B215-C2F142A8D4B3}"/>
              </a:ext>
            </a:extLst>
          </p:cNvPr>
          <p:cNvSpPr>
            <a:spLocks noGrp="1"/>
          </p:cNvSpPr>
          <p:nvPr>
            <p:ph type="subTitle" idx="1"/>
          </p:nvPr>
        </p:nvSpPr>
        <p:spPr>
          <a:xfrm>
            <a:off x="1524000" y="1019705"/>
            <a:ext cx="9144000" cy="512762"/>
          </a:xfrm>
        </p:spPr>
        <p:txBody>
          <a:bodyPr vert="horz" lIns="91440" tIns="45720" rIns="91440" bIns="45720" rtlCol="0" anchor="t">
            <a:normAutofit/>
          </a:bodyPr>
          <a:lstStyle/>
          <a:p>
            <a:r>
              <a:rPr lang="en-US" sz="3000" dirty="0"/>
              <a:t>How it works</a:t>
            </a:r>
          </a:p>
        </p:txBody>
      </p:sp>
    </p:spTree>
    <p:extLst>
      <p:ext uri="{BB962C8B-B14F-4D97-AF65-F5344CB8AC3E}">
        <p14:creationId xmlns:p14="http://schemas.microsoft.com/office/powerpoint/2010/main" val="163199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9D29DE4-3A0C-72D8-2F8B-5549AE836AA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E214AA7-F028-4A0D-8698-61AEC754D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598340"/>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E6B4E83-6EAD-6541-A5FA-19CB0EE0060E}"/>
              </a:ext>
            </a:extLst>
          </p:cNvPr>
          <p:cNvSpPr>
            <a:spLocks noGrp="1"/>
          </p:cNvSpPr>
          <p:nvPr>
            <p:ph type="ctrTitle"/>
          </p:nvPr>
        </p:nvSpPr>
        <p:spPr>
          <a:xfrm>
            <a:off x="1159933" y="995318"/>
            <a:ext cx="9872134" cy="1193968"/>
          </a:xfrm>
          <a:custGeom>
            <a:avLst/>
            <a:gdLst>
              <a:gd name="csX0" fmla="*/ 0 w 9872134"/>
              <a:gd name="csY0" fmla="*/ 0 h 1193968"/>
              <a:gd name="csX1" fmla="*/ 9872134 w 9872134"/>
              <a:gd name="csY1" fmla="*/ 0 h 1193968"/>
              <a:gd name="csX2" fmla="*/ 9872134 w 9872134"/>
              <a:gd name="csY2" fmla="*/ 1193968 h 1193968"/>
              <a:gd name="csX3" fmla="*/ 0 w 9872134"/>
              <a:gd name="csY3" fmla="*/ 1193968 h 1193968"/>
              <a:gd name="csX4" fmla="*/ 0 w 9872134"/>
              <a:gd name="csY4" fmla="*/ 0 h 1193968"/>
            </a:gdLst>
            <a:ahLst/>
            <a:cxnLst>
              <a:cxn ang="0">
                <a:pos x="csX0" y="csY0"/>
              </a:cxn>
              <a:cxn ang="0">
                <a:pos x="csX1" y="csY1"/>
              </a:cxn>
              <a:cxn ang="0">
                <a:pos x="csX2" y="csY2"/>
              </a:cxn>
              <a:cxn ang="0">
                <a:pos x="csX3" y="csY3"/>
              </a:cxn>
              <a:cxn ang="0">
                <a:pos x="csX4" y="csY4"/>
              </a:cxn>
            </a:cxnLst>
            <a:rect l="l" t="t" r="r" b="b"/>
            <a:pathLst>
              <a:path w="9872134" h="1193968" fill="none" extrusionOk="0">
                <a:moveTo>
                  <a:pt x="0" y="0"/>
                </a:moveTo>
                <a:cubicBezTo>
                  <a:pt x="1322130" y="119774"/>
                  <a:pt x="8288333" y="3812"/>
                  <a:pt x="9872134" y="0"/>
                </a:cubicBezTo>
                <a:cubicBezTo>
                  <a:pt x="9917481" y="569766"/>
                  <a:pt x="9819214" y="662768"/>
                  <a:pt x="9872134" y="1193968"/>
                </a:cubicBezTo>
                <a:cubicBezTo>
                  <a:pt x="5687206" y="1167544"/>
                  <a:pt x="1767178" y="1239145"/>
                  <a:pt x="0" y="1193968"/>
                </a:cubicBezTo>
                <a:cubicBezTo>
                  <a:pt x="-106877" y="866264"/>
                  <a:pt x="57071" y="333651"/>
                  <a:pt x="0" y="0"/>
                </a:cubicBezTo>
                <a:close/>
              </a:path>
              <a:path w="9872134" h="1193968" stroke="0" extrusionOk="0">
                <a:moveTo>
                  <a:pt x="0" y="0"/>
                </a:moveTo>
                <a:cubicBezTo>
                  <a:pt x="4618369" y="28861"/>
                  <a:pt x="7167787" y="-168762"/>
                  <a:pt x="9872134" y="0"/>
                </a:cubicBezTo>
                <a:cubicBezTo>
                  <a:pt x="9860282" y="577371"/>
                  <a:pt x="9849034" y="781069"/>
                  <a:pt x="9872134" y="1193968"/>
                </a:cubicBezTo>
                <a:cubicBezTo>
                  <a:pt x="7148618" y="1182553"/>
                  <a:pt x="4770562" y="1111500"/>
                  <a:pt x="0" y="1193968"/>
                </a:cubicBezTo>
                <a:cubicBezTo>
                  <a:pt x="95140" y="893011"/>
                  <a:pt x="19436" y="133329"/>
                  <a:pt x="0" y="0"/>
                </a:cubicBezTo>
                <a:close/>
              </a:path>
            </a:pathLst>
          </a:custGeom>
          <a:solidFill>
            <a:schemeClr val="bg2">
              <a:lumMod val="25000"/>
              <a:lumOff val="75000"/>
            </a:schemeClr>
          </a:solidFill>
          <a:ln w="57150">
            <a:solidFill>
              <a:srgbClr val="7F7F7F"/>
            </a:solidFill>
            <a:miter lim="800000"/>
            <a:extLst>
              <a:ext uri="{C807C97D-BFC1-408E-A445-0C87EB9F89A2}">
                <ask:lineSketchStyleProps xmlns:ask="http://schemas.microsoft.com/office/drawing/2018/sketchyshapes" sd="417420128">
                  <ask:type>
                    <ask:lineSketchCurved/>
                  </ask:type>
                </ask:lineSketchStyleProps>
              </a:ext>
            </a:extLst>
          </a:ln>
        </p:spPr>
        <p:txBody>
          <a:bodyPr vert="horz" lIns="91440" tIns="45720" rIns="91440" bIns="45720" rtlCol="0" anchor="ctr">
            <a:normAutofit/>
          </a:bodyPr>
          <a:lstStyle/>
          <a:p>
            <a:r>
              <a:rPr lang="en-US" sz="3600" kern="1200" dirty="0">
                <a:solidFill>
                  <a:srgbClr val="3F3F3F"/>
                </a:solidFill>
                <a:latin typeface="+mj-lt"/>
                <a:ea typeface="+mj-ea"/>
                <a:cs typeface="+mj-cs"/>
              </a:rPr>
              <a:t>Adapter</a:t>
            </a:r>
          </a:p>
        </p:txBody>
      </p:sp>
      <p:sp>
        <p:nvSpPr>
          <p:cNvPr id="3" name="Subtitle 2">
            <a:extLst>
              <a:ext uri="{FF2B5EF4-FFF2-40B4-BE49-F238E27FC236}">
                <a16:creationId xmlns:a16="http://schemas.microsoft.com/office/drawing/2014/main" id="{67DB347F-B79C-108A-0EEF-BE43CC242DF8}"/>
              </a:ext>
            </a:extLst>
          </p:cNvPr>
          <p:cNvSpPr>
            <a:spLocks noGrp="1"/>
          </p:cNvSpPr>
          <p:nvPr>
            <p:ph type="subTitle" idx="1"/>
          </p:nvPr>
        </p:nvSpPr>
        <p:spPr>
          <a:xfrm>
            <a:off x="4612342" y="1789791"/>
            <a:ext cx="4297351" cy="2959777"/>
          </a:xfrm>
        </p:spPr>
        <p:txBody>
          <a:bodyPr vert="horz" lIns="91440" tIns="45720" rIns="91440" bIns="45720" rtlCol="0" anchor="t">
            <a:normAutofit/>
          </a:bodyPr>
          <a:lstStyle/>
          <a:p>
            <a:pPr algn="l"/>
            <a:r>
              <a:rPr lang="en-US" sz="2000" dirty="0">
                <a:solidFill>
                  <a:schemeClr val="bg1"/>
                </a:solidFill>
              </a:rPr>
              <a:t>What it  is responsible for</a:t>
            </a:r>
          </a:p>
        </p:txBody>
      </p:sp>
      <p:cxnSp>
        <p:nvCxnSpPr>
          <p:cNvPr id="11" name="Straight Connector 10">
            <a:extLst>
              <a:ext uri="{FF2B5EF4-FFF2-40B4-BE49-F238E27FC236}">
                <a16:creationId xmlns:a16="http://schemas.microsoft.com/office/drawing/2014/main" id="{D6206FDC-2777-4D7F-AF9C-73413DA664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2888250"/>
            <a:ext cx="0" cy="2769135"/>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graphicFrame>
        <p:nvGraphicFramePr>
          <p:cNvPr id="5" name="TextBox 3">
            <a:extLst>
              <a:ext uri="{FF2B5EF4-FFF2-40B4-BE49-F238E27FC236}">
                <a16:creationId xmlns:a16="http://schemas.microsoft.com/office/drawing/2014/main" id="{055542E1-6E71-CA64-B5BA-372875A904E9}"/>
              </a:ext>
            </a:extLst>
          </p:cNvPr>
          <p:cNvGraphicFramePr/>
          <p:nvPr>
            <p:extLst>
              <p:ext uri="{D42A27DB-BD31-4B8C-83A1-F6EECF244321}">
                <p14:modId xmlns:p14="http://schemas.microsoft.com/office/powerpoint/2010/main" val="1666441945"/>
              </p:ext>
            </p:extLst>
          </p:nvPr>
        </p:nvGraphicFramePr>
        <p:xfrm>
          <a:off x="838200" y="2189286"/>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267404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60271E-1B06-29DE-E421-F450D3A935B8}"/>
            </a:ext>
          </a:extLst>
        </p:cNvPr>
        <p:cNvGrpSpPr/>
        <p:nvPr/>
      </p:nvGrpSpPr>
      <p:grpSpPr>
        <a:xfrm>
          <a:off x="0" y="0"/>
          <a:ext cx="0" cy="0"/>
          <a:chOff x="0" y="0"/>
          <a:chExt cx="0" cy="0"/>
        </a:xfrm>
      </p:grpSpPr>
      <p:sp>
        <p:nvSpPr>
          <p:cNvPr id="14" name="Rectangle 8">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0">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B76DA3-4255-23CB-7AF4-23D99EE1F7E2}"/>
              </a:ext>
            </a:extLst>
          </p:cNvPr>
          <p:cNvSpPr>
            <a:spLocks noGrp="1"/>
          </p:cNvSpPr>
          <p:nvPr>
            <p:ph type="ctrTitle"/>
          </p:nvPr>
        </p:nvSpPr>
        <p:spPr>
          <a:xfrm>
            <a:off x="1901162" y="3050434"/>
            <a:ext cx="3722933" cy="757130"/>
          </a:xfrm>
          <a:ln w="25400" cap="sq">
            <a:solidFill>
              <a:srgbClr val="FFFFFF"/>
            </a:solidFill>
            <a:miter lim="800000"/>
          </a:ln>
        </p:spPr>
        <p:txBody>
          <a:bodyPr vert="horz" wrap="square" lIns="91440" tIns="45720" rIns="91440" bIns="45720" rtlCol="0" anchor="ctr">
            <a:normAutofit/>
          </a:bodyPr>
          <a:lstStyle/>
          <a:p>
            <a:r>
              <a:rPr lang="en-US" sz="2800" kern="1200">
                <a:solidFill>
                  <a:srgbClr val="FFFFFF"/>
                </a:solidFill>
                <a:latin typeface="+mj-lt"/>
                <a:ea typeface="+mj-ea"/>
                <a:cs typeface="+mj-cs"/>
              </a:rPr>
              <a:t>Adapter</a:t>
            </a:r>
          </a:p>
        </p:txBody>
      </p:sp>
      <p:sp>
        <p:nvSpPr>
          <p:cNvPr id="13" name="Rectangle 12">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983D336A-E6EA-E481-FBB6-76DD154B590A}"/>
              </a:ext>
            </a:extLst>
          </p:cNvPr>
          <p:cNvSpPr>
            <a:spLocks noGrp="1"/>
          </p:cNvSpPr>
          <p:nvPr>
            <p:ph type="subTitle" idx="1"/>
          </p:nvPr>
        </p:nvSpPr>
        <p:spPr>
          <a:xfrm>
            <a:off x="6574536" y="640080"/>
            <a:ext cx="5053066" cy="2546604"/>
          </a:xfrm>
        </p:spPr>
        <p:txBody>
          <a:bodyPr vert="horz" lIns="91440" tIns="45720" rIns="91440" bIns="45720" rtlCol="0">
            <a:normAutofit/>
          </a:bodyPr>
          <a:lstStyle/>
          <a:p>
            <a:pPr indent="-228600" algn="l">
              <a:buFont typeface="Arial" panose="020B0604020202020204" pitchFamily="34" charset="0"/>
              <a:buChar char="•"/>
            </a:pPr>
            <a:endParaRPr lang="en-US" sz="2000" dirty="0"/>
          </a:p>
          <a:p>
            <a:pPr indent="-228600" algn="l">
              <a:buFont typeface="Arial" panose="020B0604020202020204" pitchFamily="34" charset="0"/>
              <a:buChar char="•"/>
            </a:pPr>
            <a:endParaRPr lang="en-US" sz="2000" dirty="0"/>
          </a:p>
          <a:p>
            <a:pPr indent="-228600" algn="l">
              <a:buFont typeface="Arial" panose="020B0604020202020204" pitchFamily="34" charset="0"/>
              <a:buChar char="•"/>
            </a:pPr>
            <a:endParaRPr lang="en-US" sz="2000" dirty="0"/>
          </a:p>
          <a:p>
            <a:pPr indent="-228600" algn="l">
              <a:buFont typeface="Arial" panose="020B0604020202020204" pitchFamily="34" charset="0"/>
              <a:buChar char="•"/>
            </a:pPr>
            <a:endParaRPr lang="en-US" sz="2000" dirty="0"/>
          </a:p>
          <a:p>
            <a:pPr indent="-228600" algn="l">
              <a:buFont typeface="Arial" panose="020B0604020202020204" pitchFamily="34" charset="0"/>
              <a:buChar char="•"/>
            </a:pPr>
            <a:endParaRPr lang="en-US" sz="2000" dirty="0"/>
          </a:p>
          <a:p>
            <a:pPr algn="l"/>
            <a:r>
              <a:rPr lang="en-US" sz="2000" dirty="0"/>
              <a:t>Time complexity</a:t>
            </a:r>
          </a:p>
        </p:txBody>
      </p:sp>
      <p:sp>
        <p:nvSpPr>
          <p:cNvPr id="4" name="TextBox 3">
            <a:extLst>
              <a:ext uri="{FF2B5EF4-FFF2-40B4-BE49-F238E27FC236}">
                <a16:creationId xmlns:a16="http://schemas.microsoft.com/office/drawing/2014/main" id="{57994E19-E3EA-D48B-B526-92A4270EFC53}"/>
              </a:ext>
            </a:extLst>
          </p:cNvPr>
          <p:cNvSpPr txBox="1"/>
          <p:nvPr/>
        </p:nvSpPr>
        <p:spPr>
          <a:xfrm>
            <a:off x="6570204" y="3186684"/>
            <a:ext cx="5057398" cy="2546605"/>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dirty="0"/>
              <a:t>Because it creates the graph, the time complexity is O(V + E) </a:t>
            </a:r>
          </a:p>
          <a:p>
            <a:pPr indent="-228600">
              <a:lnSpc>
                <a:spcPct val="90000"/>
              </a:lnSpc>
              <a:spcAft>
                <a:spcPts val="600"/>
              </a:spcAft>
              <a:buFont typeface="Arial" panose="020B0604020202020204" pitchFamily="34" charset="0"/>
              <a:buChar char="•"/>
            </a:pPr>
            <a:r>
              <a:rPr lang="en-US" sz="2000" dirty="0"/>
              <a:t>V: number of vertices </a:t>
            </a:r>
          </a:p>
          <a:p>
            <a:pPr indent="-228600">
              <a:lnSpc>
                <a:spcPct val="90000"/>
              </a:lnSpc>
              <a:spcAft>
                <a:spcPts val="600"/>
              </a:spcAft>
              <a:buFont typeface="Arial" panose="020B0604020202020204" pitchFamily="34" charset="0"/>
              <a:buChar char="•"/>
            </a:pPr>
            <a:r>
              <a:rPr lang="en-US" sz="2000" dirty="0"/>
              <a:t>E: number of edges</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1046922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1A847A-39EF-EF68-E71F-35A83A65F963}"/>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B1D604B3-B0AA-4F06-10D7-A45B9ED45832}"/>
              </a:ext>
            </a:extLst>
          </p:cNvPr>
          <p:cNvPicPr>
            <a:picLocks noChangeAspect="1"/>
          </p:cNvPicPr>
          <p:nvPr/>
        </p:nvPicPr>
        <p:blipFill>
          <a:blip r:embed="rId2">
            <a:alphaModFix amt="35000"/>
          </a:blip>
          <a:srcRect t="17582"/>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6E9C128F-2B08-38B0-2242-27A361769B10}"/>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4400" dirty="0" err="1">
                <a:solidFill>
                  <a:srgbClr val="FFFFFF"/>
                </a:solidFill>
              </a:rPr>
              <a:t>MaxFlow</a:t>
            </a:r>
            <a:r>
              <a:rPr lang="en-US" sz="4400" dirty="0">
                <a:solidFill>
                  <a:srgbClr val="FFFFFF"/>
                </a:solidFill>
              </a:rPr>
              <a:t> </a:t>
            </a:r>
            <a:br>
              <a:rPr lang="en-US" sz="4400" dirty="0">
                <a:solidFill>
                  <a:srgbClr val="FFFFFF"/>
                </a:solidFill>
              </a:rPr>
            </a:br>
            <a:r>
              <a:rPr lang="en-US" sz="2800" dirty="0">
                <a:solidFill>
                  <a:srgbClr val="FFFFFF"/>
                </a:solidFill>
              </a:rPr>
              <a:t>How it works</a:t>
            </a:r>
            <a:endParaRPr lang="en-US" sz="4400" dirty="0">
              <a:solidFill>
                <a:srgbClr val="FFFFFF"/>
              </a:solidFill>
            </a:endParaRPr>
          </a:p>
        </p:txBody>
      </p:sp>
      <p:graphicFrame>
        <p:nvGraphicFramePr>
          <p:cNvPr id="21" name="TextBox 3">
            <a:extLst>
              <a:ext uri="{FF2B5EF4-FFF2-40B4-BE49-F238E27FC236}">
                <a16:creationId xmlns:a16="http://schemas.microsoft.com/office/drawing/2014/main" id="{DE1CCC52-19DB-5932-E486-08748C76F695}"/>
              </a:ext>
            </a:extLst>
          </p:cNvPr>
          <p:cNvGraphicFramePr/>
          <p:nvPr>
            <p:extLst>
              <p:ext uri="{D42A27DB-BD31-4B8C-83A1-F6EECF244321}">
                <p14:modId xmlns:p14="http://schemas.microsoft.com/office/powerpoint/2010/main" val="1625039633"/>
              </p:ext>
            </p:extLst>
          </p:nvPr>
        </p:nvGraphicFramePr>
        <p:xfrm>
          <a:off x="301335" y="1444336"/>
          <a:ext cx="11637819" cy="5143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6943536"/>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1D87F6A-8E20-BFD1-4865-055E288B4412}"/>
              </a:ext>
            </a:extLst>
          </p:cNvPr>
          <p:cNvSpPr>
            <a:spLocks noGrp="1"/>
          </p:cNvSpPr>
          <p:nvPr>
            <p:ph type="title"/>
          </p:nvPr>
        </p:nvSpPr>
        <p:spPr>
          <a:xfrm>
            <a:off x="838200" y="365125"/>
            <a:ext cx="10515600" cy="1325563"/>
          </a:xfrm>
        </p:spPr>
        <p:txBody>
          <a:bodyPr>
            <a:normAutofit/>
          </a:bodyPr>
          <a:lstStyle/>
          <a:p>
            <a:r>
              <a:rPr lang="pt-PT" sz="5400">
                <a:solidFill>
                  <a:schemeClr val="bg1"/>
                </a:solidFill>
              </a:rPr>
              <a:t>	Max Flow – How it works</a:t>
            </a:r>
          </a:p>
        </p:txBody>
      </p:sp>
      <p:sp>
        <p:nvSpPr>
          <p:cNvPr id="15"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sX0" fmla="*/ 0 w 9692640"/>
              <a:gd name="csY0" fmla="*/ 0 h 18288"/>
              <a:gd name="csX1" fmla="*/ 401552 w 9692640"/>
              <a:gd name="csY1" fmla="*/ 0 h 18288"/>
              <a:gd name="csX2" fmla="*/ 996957 w 9692640"/>
              <a:gd name="csY2" fmla="*/ 0 h 18288"/>
              <a:gd name="csX3" fmla="*/ 1398509 w 9692640"/>
              <a:gd name="csY3" fmla="*/ 0 h 18288"/>
              <a:gd name="csX4" fmla="*/ 2090841 w 9692640"/>
              <a:gd name="csY4" fmla="*/ 0 h 18288"/>
              <a:gd name="csX5" fmla="*/ 2686246 w 9692640"/>
              <a:gd name="csY5" fmla="*/ 0 h 18288"/>
              <a:gd name="csX6" fmla="*/ 3475504 w 9692640"/>
              <a:gd name="csY6" fmla="*/ 0 h 18288"/>
              <a:gd name="csX7" fmla="*/ 4361688 w 9692640"/>
              <a:gd name="csY7" fmla="*/ 0 h 18288"/>
              <a:gd name="csX8" fmla="*/ 5054019 w 9692640"/>
              <a:gd name="csY8" fmla="*/ 0 h 18288"/>
              <a:gd name="csX9" fmla="*/ 5940204 w 9692640"/>
              <a:gd name="csY9" fmla="*/ 0 h 18288"/>
              <a:gd name="csX10" fmla="*/ 6632535 w 9692640"/>
              <a:gd name="csY10" fmla="*/ 0 h 18288"/>
              <a:gd name="csX11" fmla="*/ 7034087 w 9692640"/>
              <a:gd name="csY11" fmla="*/ 0 h 18288"/>
              <a:gd name="csX12" fmla="*/ 7532566 w 9692640"/>
              <a:gd name="csY12" fmla="*/ 0 h 18288"/>
              <a:gd name="csX13" fmla="*/ 8418750 w 9692640"/>
              <a:gd name="csY13" fmla="*/ 0 h 18288"/>
              <a:gd name="csX14" fmla="*/ 9692640 w 9692640"/>
              <a:gd name="csY14" fmla="*/ 0 h 18288"/>
              <a:gd name="csX15" fmla="*/ 9692640 w 9692640"/>
              <a:gd name="csY15" fmla="*/ 18288 h 18288"/>
              <a:gd name="csX16" fmla="*/ 9000309 w 9692640"/>
              <a:gd name="csY16" fmla="*/ 18288 h 18288"/>
              <a:gd name="csX17" fmla="*/ 8307977 w 9692640"/>
              <a:gd name="csY17" fmla="*/ 18288 h 18288"/>
              <a:gd name="csX18" fmla="*/ 7712572 w 9692640"/>
              <a:gd name="csY18" fmla="*/ 18288 h 18288"/>
              <a:gd name="csX19" fmla="*/ 7214093 w 9692640"/>
              <a:gd name="csY19" fmla="*/ 18288 h 18288"/>
              <a:gd name="csX20" fmla="*/ 6327909 w 9692640"/>
              <a:gd name="csY20" fmla="*/ 18288 h 18288"/>
              <a:gd name="csX21" fmla="*/ 5635578 w 9692640"/>
              <a:gd name="csY21" fmla="*/ 18288 h 18288"/>
              <a:gd name="csX22" fmla="*/ 4846320 w 9692640"/>
              <a:gd name="csY22" fmla="*/ 18288 h 18288"/>
              <a:gd name="csX23" fmla="*/ 4444768 w 9692640"/>
              <a:gd name="csY23" fmla="*/ 18288 h 18288"/>
              <a:gd name="csX24" fmla="*/ 3946289 w 9692640"/>
              <a:gd name="csY24" fmla="*/ 18288 h 18288"/>
              <a:gd name="csX25" fmla="*/ 3253958 w 9692640"/>
              <a:gd name="csY25" fmla="*/ 18288 h 18288"/>
              <a:gd name="csX26" fmla="*/ 2464700 w 9692640"/>
              <a:gd name="csY26" fmla="*/ 18288 h 18288"/>
              <a:gd name="csX27" fmla="*/ 2063148 w 9692640"/>
              <a:gd name="csY27" fmla="*/ 18288 h 18288"/>
              <a:gd name="csX28" fmla="*/ 1661595 w 9692640"/>
              <a:gd name="csY28" fmla="*/ 18288 h 18288"/>
              <a:gd name="csX29" fmla="*/ 969264 w 9692640"/>
              <a:gd name="csY29" fmla="*/ 18288 h 18288"/>
              <a:gd name="csX30" fmla="*/ 0 w 9692640"/>
              <a:gd name="csY30" fmla="*/ 18288 h 18288"/>
              <a:gd name="csX31" fmla="*/ 0 w 9692640"/>
              <a:gd name="csY3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extBox 3">
            <a:extLst>
              <a:ext uri="{FF2B5EF4-FFF2-40B4-BE49-F238E27FC236}">
                <a16:creationId xmlns:a16="http://schemas.microsoft.com/office/drawing/2014/main" id="{643CBEEC-360A-5AAD-7BD2-5EC42968B90B}"/>
              </a:ext>
            </a:extLst>
          </p:cNvPr>
          <p:cNvGraphicFramePr/>
          <p:nvPr>
            <p:extLst>
              <p:ext uri="{D42A27DB-BD31-4B8C-83A1-F6EECF244321}">
                <p14:modId xmlns:p14="http://schemas.microsoft.com/office/powerpoint/2010/main" val="1054583480"/>
              </p:ext>
            </p:extLst>
          </p:nvPr>
        </p:nvGraphicFramePr>
        <p:xfrm>
          <a:off x="838200" y="2004446"/>
          <a:ext cx="10515600" cy="4176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3333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D23261-4A6D-2D46-91E0-EC1500809D1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567D4-1E2E-33BF-188A-8F1DFE1F728D}"/>
              </a:ext>
            </a:extLst>
          </p:cNvPr>
          <p:cNvSpPr>
            <a:spLocks noGrp="1"/>
          </p:cNvSpPr>
          <p:nvPr>
            <p:ph type="ctrTitle"/>
          </p:nvPr>
        </p:nvSpPr>
        <p:spPr>
          <a:xfrm>
            <a:off x="1901162" y="3050434"/>
            <a:ext cx="3722933" cy="757130"/>
          </a:xfrm>
          <a:ln w="25400" cap="sq">
            <a:solidFill>
              <a:srgbClr val="FFFFFF"/>
            </a:solidFill>
            <a:miter lim="800000"/>
          </a:ln>
        </p:spPr>
        <p:txBody>
          <a:bodyPr vert="horz" wrap="square" lIns="91440" tIns="45720" rIns="91440" bIns="45720" rtlCol="0" anchor="ctr">
            <a:normAutofit/>
          </a:bodyPr>
          <a:lstStyle/>
          <a:p>
            <a:r>
              <a:rPr lang="en-US" sz="2800" kern="1200">
                <a:solidFill>
                  <a:srgbClr val="FFFFFF"/>
                </a:solidFill>
                <a:latin typeface="+mj-lt"/>
                <a:ea typeface="+mj-ea"/>
                <a:cs typeface="+mj-cs"/>
              </a:rPr>
              <a:t>MaxFlow</a:t>
            </a:r>
          </a:p>
        </p:txBody>
      </p:sp>
      <p:sp>
        <p:nvSpPr>
          <p:cNvPr id="13" name="Rectangle 12">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FF94A84-1FBF-BF90-6214-985E0AA6C864}"/>
              </a:ext>
            </a:extLst>
          </p:cNvPr>
          <p:cNvSpPr>
            <a:spLocks noGrp="1"/>
          </p:cNvSpPr>
          <p:nvPr>
            <p:ph type="subTitle" idx="1"/>
          </p:nvPr>
        </p:nvSpPr>
        <p:spPr>
          <a:xfrm>
            <a:off x="6574536" y="640080"/>
            <a:ext cx="5053066" cy="2546604"/>
          </a:xfrm>
        </p:spPr>
        <p:txBody>
          <a:bodyPr vert="horz" lIns="91440" tIns="45720" rIns="91440" bIns="45720" rtlCol="0">
            <a:normAutofit/>
          </a:bodyPr>
          <a:lstStyle/>
          <a:p>
            <a:pPr algn="l"/>
            <a:endParaRPr lang="en-US" sz="2000" dirty="0"/>
          </a:p>
          <a:p>
            <a:pPr algn="l"/>
            <a:endParaRPr lang="en-US" sz="2000" dirty="0"/>
          </a:p>
          <a:p>
            <a:pPr algn="l"/>
            <a:endParaRPr lang="en-US" sz="2000" dirty="0"/>
          </a:p>
          <a:p>
            <a:pPr algn="l"/>
            <a:endParaRPr lang="en-US" sz="2000" dirty="0"/>
          </a:p>
          <a:p>
            <a:pPr algn="l"/>
            <a:endParaRPr lang="en-US" sz="2000" dirty="0"/>
          </a:p>
          <a:p>
            <a:pPr algn="l"/>
            <a:r>
              <a:rPr lang="en-US" sz="2000" dirty="0"/>
              <a:t>Time complexity</a:t>
            </a:r>
          </a:p>
        </p:txBody>
      </p:sp>
      <p:sp>
        <p:nvSpPr>
          <p:cNvPr id="4" name="TextBox 3">
            <a:extLst>
              <a:ext uri="{FF2B5EF4-FFF2-40B4-BE49-F238E27FC236}">
                <a16:creationId xmlns:a16="http://schemas.microsoft.com/office/drawing/2014/main" id="{6CF5FE66-F462-80DF-65D5-47270D016249}"/>
              </a:ext>
            </a:extLst>
          </p:cNvPr>
          <p:cNvSpPr txBox="1"/>
          <p:nvPr/>
        </p:nvSpPr>
        <p:spPr>
          <a:xfrm>
            <a:off x="6570204" y="3671315"/>
            <a:ext cx="5057398" cy="2546605"/>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000"/>
              <a:t>Because it creates the graph, the time complexity is O(V * E²) </a:t>
            </a:r>
          </a:p>
          <a:p>
            <a:pPr indent="-228600">
              <a:lnSpc>
                <a:spcPct val="90000"/>
              </a:lnSpc>
              <a:spcAft>
                <a:spcPts val="600"/>
              </a:spcAft>
              <a:buFont typeface="Arial" panose="020B0604020202020204" pitchFamily="34" charset="0"/>
              <a:buChar char="•"/>
            </a:pPr>
            <a:r>
              <a:rPr lang="en-US" sz="2000"/>
              <a:t>V: number of vertices </a:t>
            </a:r>
          </a:p>
          <a:p>
            <a:pPr indent="-228600">
              <a:lnSpc>
                <a:spcPct val="90000"/>
              </a:lnSpc>
              <a:spcAft>
                <a:spcPts val="600"/>
              </a:spcAft>
              <a:buFont typeface="Arial" panose="020B0604020202020204" pitchFamily="34" charset="0"/>
              <a:buChar char="•"/>
            </a:pPr>
            <a:r>
              <a:rPr lang="en-US" sz="2000"/>
              <a:t>E: number of edges</a:t>
            </a:r>
          </a:p>
          <a:p>
            <a:pPr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endParaRPr lang="en-US" sz="2000"/>
          </a:p>
        </p:txBody>
      </p:sp>
    </p:spTree>
    <p:extLst>
      <p:ext uri="{BB962C8B-B14F-4D97-AF65-F5344CB8AC3E}">
        <p14:creationId xmlns:p14="http://schemas.microsoft.com/office/powerpoint/2010/main" val="3801795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18077A-4E37-4A87-2800-FC753F5D9D7B}"/>
            </a:ext>
          </a:extLst>
        </p:cNvPr>
        <p:cNvGrpSpPr/>
        <p:nvPr/>
      </p:nvGrpSpPr>
      <p:grpSpPr>
        <a:xfrm>
          <a:off x="0" y="0"/>
          <a:ext cx="0" cy="0"/>
          <a:chOff x="0" y="0"/>
          <a:chExt cx="0" cy="0"/>
        </a:xfrm>
      </p:grpSpPr>
      <p:sp useBgFill="1">
        <p:nvSpPr>
          <p:cNvPr id="8" name="Slide Background Fill">
            <a:extLst>
              <a:ext uri="{FF2B5EF4-FFF2-40B4-BE49-F238E27FC236}">
                <a16:creationId xmlns:a16="http://schemas.microsoft.com/office/drawing/2014/main" id="{A2A4D1A1-543D-E7F5-4CF9-8B769EF68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nvGrpSpPr>
          <p:cNvPr id="10" name="Group 9">
            <a:extLst>
              <a:ext uri="{FF2B5EF4-FFF2-40B4-BE49-F238E27FC236}">
                <a16:creationId xmlns:a16="http://schemas.microsoft.com/office/drawing/2014/main" id="{520307B8-420D-A7C0-4E20-B1B69A34F7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1" name="Color">
              <a:extLst>
                <a:ext uri="{FF2B5EF4-FFF2-40B4-BE49-F238E27FC236}">
                  <a16:creationId xmlns:a16="http://schemas.microsoft.com/office/drawing/2014/main" id="{E501B5EE-7DC9-B1C9-F2D3-6F13123AA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sp>
          <p:nvSpPr>
            <p:cNvPr id="12" name="Color">
              <a:extLst>
                <a:ext uri="{FF2B5EF4-FFF2-40B4-BE49-F238E27FC236}">
                  <a16:creationId xmlns:a16="http://schemas.microsoft.com/office/drawing/2014/main" id="{C32477CA-7E9D-A09B-913D-2C78E23EFF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0B0004020202020204"/>
                <a:ea typeface="+mn-ea"/>
                <a:cs typeface="+mn-cs"/>
              </a:endParaRPr>
            </a:p>
          </p:txBody>
        </p:sp>
      </p:grpSp>
      <p:grpSp>
        <p:nvGrpSpPr>
          <p:cNvPr id="14" name="Group 13">
            <a:extLst>
              <a:ext uri="{FF2B5EF4-FFF2-40B4-BE49-F238E27FC236}">
                <a16:creationId xmlns:a16="http://schemas.microsoft.com/office/drawing/2014/main" id="{BB2FC0F8-C6F5-286C-A99C-E8728FD8AA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5" name="Freeform: Shape 14">
              <a:extLst>
                <a:ext uri="{FF2B5EF4-FFF2-40B4-BE49-F238E27FC236}">
                  <a16:creationId xmlns:a16="http://schemas.microsoft.com/office/drawing/2014/main" id="{5FEC1951-1F02-D070-821E-254465756F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6" name="Freeform: Shape 15">
              <a:extLst>
                <a:ext uri="{FF2B5EF4-FFF2-40B4-BE49-F238E27FC236}">
                  <a16:creationId xmlns:a16="http://schemas.microsoft.com/office/drawing/2014/main" id="{95ABE563-8C76-DE14-B8EB-28B2C160F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7" name="Freeform: Shape 16">
              <a:extLst>
                <a:ext uri="{FF2B5EF4-FFF2-40B4-BE49-F238E27FC236}">
                  <a16:creationId xmlns:a16="http://schemas.microsoft.com/office/drawing/2014/main" id="{243869CA-9E6D-E5BF-A281-F669491B3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8" name="Freeform: Shape 17">
              <a:extLst>
                <a:ext uri="{FF2B5EF4-FFF2-40B4-BE49-F238E27FC236}">
                  <a16:creationId xmlns:a16="http://schemas.microsoft.com/office/drawing/2014/main" id="{A4431E95-E2E3-C578-C3AE-BF285D34A2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19" name="Freeform: Shape 18">
              <a:extLst>
                <a:ext uri="{FF2B5EF4-FFF2-40B4-BE49-F238E27FC236}">
                  <a16:creationId xmlns:a16="http://schemas.microsoft.com/office/drawing/2014/main" id="{1029FF32-E521-E18B-1377-656E23F2B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0" name="Freeform: Shape 19">
              <a:extLst>
                <a:ext uri="{FF2B5EF4-FFF2-40B4-BE49-F238E27FC236}">
                  <a16:creationId xmlns:a16="http://schemas.microsoft.com/office/drawing/2014/main" id="{1DC980FB-FE68-AE10-A883-CC5110ADCC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21" name="Freeform: Shape 20">
              <a:extLst>
                <a:ext uri="{FF2B5EF4-FFF2-40B4-BE49-F238E27FC236}">
                  <a16:creationId xmlns:a16="http://schemas.microsoft.com/office/drawing/2014/main" id="{E1C2280A-955F-B5DE-F345-90ED7ECAA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grpSp>
      <p:sp>
        <p:nvSpPr>
          <p:cNvPr id="2" name="Título 1">
            <a:extLst>
              <a:ext uri="{FF2B5EF4-FFF2-40B4-BE49-F238E27FC236}">
                <a16:creationId xmlns:a16="http://schemas.microsoft.com/office/drawing/2014/main" id="{46D41D62-EA0E-3EB6-108F-4B8C274BEAA7}"/>
              </a:ext>
            </a:extLst>
          </p:cNvPr>
          <p:cNvSpPr>
            <a:spLocks noGrp="1"/>
          </p:cNvSpPr>
          <p:nvPr>
            <p:ph type="title"/>
          </p:nvPr>
        </p:nvSpPr>
        <p:spPr>
          <a:xfrm>
            <a:off x="789708" y="666351"/>
            <a:ext cx="10558405" cy="3044335"/>
          </a:xfrm>
        </p:spPr>
        <p:txBody>
          <a:bodyPr vert="horz" lIns="91440" tIns="45720" rIns="91440" bIns="45720" rtlCol="0" anchor="b">
            <a:normAutofit/>
          </a:bodyPr>
          <a:lstStyle/>
          <a:p>
            <a:pPr algn="ctr"/>
            <a:r>
              <a:rPr lang="en-US" sz="4800" kern="1200" dirty="0">
                <a:solidFill>
                  <a:schemeClr val="bg1"/>
                </a:solidFill>
                <a:latin typeface="+mj-lt"/>
                <a:ea typeface="+mj-ea"/>
                <a:cs typeface="+mj-cs"/>
              </a:rPr>
              <a:t>Tool</a:t>
            </a:r>
          </a:p>
        </p:txBody>
      </p:sp>
    </p:spTree>
    <p:extLst>
      <p:ext uri="{BB962C8B-B14F-4D97-AF65-F5344CB8AC3E}">
        <p14:creationId xmlns:p14="http://schemas.microsoft.com/office/powerpoint/2010/main" val="1008738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2CE689-C4C3-77B6-58F7-2CA6F670809D}"/>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9" name="Rectangle 1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A20D0E-8C74-062D-6D22-AA65C434AE45}"/>
              </a:ext>
            </a:extLst>
          </p:cNvPr>
          <p:cNvSpPr>
            <a:spLocks noGrp="1"/>
          </p:cNvSpPr>
          <p:nvPr>
            <p:ph type="ctrTitle"/>
          </p:nvPr>
        </p:nvSpPr>
        <p:spPr>
          <a:xfrm>
            <a:off x="1043631" y="809898"/>
            <a:ext cx="9942716" cy="1554480"/>
          </a:xfrm>
          <a:solidFill>
            <a:schemeClr val="accent1">
              <a:lumMod val="20000"/>
              <a:lumOff val="80000"/>
            </a:schemeClr>
          </a:solidFill>
        </p:spPr>
        <p:txBody>
          <a:bodyPr vert="horz" lIns="91440" tIns="45720" rIns="91440" bIns="45720" rtlCol="0" anchor="ctr">
            <a:normAutofit/>
          </a:bodyPr>
          <a:lstStyle/>
          <a:p>
            <a:pPr algn="l"/>
            <a:r>
              <a:rPr lang="en-US" sz="4800" kern="1200" dirty="0">
                <a:solidFill>
                  <a:schemeClr val="tx1"/>
                </a:solidFill>
                <a:latin typeface="+mj-lt"/>
                <a:ea typeface="+mj-ea"/>
                <a:cs typeface="+mj-cs"/>
              </a:rPr>
              <a:t>Tool</a:t>
            </a:r>
          </a:p>
        </p:txBody>
      </p:sp>
      <p:sp>
        <p:nvSpPr>
          <p:cNvPr id="4" name="TextBox 3">
            <a:extLst>
              <a:ext uri="{FF2B5EF4-FFF2-40B4-BE49-F238E27FC236}">
                <a16:creationId xmlns:a16="http://schemas.microsoft.com/office/drawing/2014/main" id="{9CF2A9DA-C857-3310-2A92-9B16B6657B61}"/>
              </a:ext>
            </a:extLst>
          </p:cNvPr>
          <p:cNvSpPr txBox="1"/>
          <p:nvPr/>
        </p:nvSpPr>
        <p:spPr>
          <a:xfrm>
            <a:off x="1045028" y="3017522"/>
            <a:ext cx="9941319" cy="3124658"/>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a:t>The Tool class is responsible for executing the core workflow of the system, meaning: </a:t>
            </a:r>
          </a:p>
          <a:p>
            <a:pPr lvl="1" indent="-228600">
              <a:lnSpc>
                <a:spcPct val="90000"/>
              </a:lnSpc>
              <a:spcAft>
                <a:spcPts val="600"/>
              </a:spcAft>
              <a:buFont typeface="Arial" panose="020B0604020202020204" pitchFamily="34" charset="0"/>
              <a:buChar char="•"/>
            </a:pPr>
            <a:r>
              <a:rPr lang="en-US" sz="2400"/>
              <a:t>Transforming parsed input data into a graph representation,</a:t>
            </a:r>
          </a:p>
          <a:p>
            <a:pPr lvl="1" indent="-228600">
              <a:lnSpc>
                <a:spcPct val="90000"/>
              </a:lnSpc>
              <a:spcAft>
                <a:spcPts val="600"/>
              </a:spcAft>
              <a:buFont typeface="Arial" panose="020B0604020202020204" pitchFamily="34" charset="0"/>
              <a:buChar char="•"/>
            </a:pPr>
            <a:r>
              <a:rPr lang="en-US" sz="2400"/>
              <a:t>Running the assignment algorithm, and the corresponding outputs. </a:t>
            </a:r>
          </a:p>
          <a:p>
            <a:pPr marL="228600" lvl="1" indent="-228600">
              <a:lnSpc>
                <a:spcPct val="90000"/>
              </a:lnSpc>
              <a:spcAft>
                <a:spcPts val="600"/>
              </a:spcAft>
              <a:buFont typeface="Arial" panose="020B0604020202020204" pitchFamily="34" charset="0"/>
              <a:buChar char="•"/>
            </a:pPr>
            <a:r>
              <a:rPr lang="en-US" sz="2400"/>
              <a:t>It is responsible for data preparation, algorithm execution, and result generation.</a:t>
            </a:r>
          </a:p>
          <a:p>
            <a:pPr indent="-228600">
              <a:lnSpc>
                <a:spcPct val="90000"/>
              </a:lnSpc>
              <a:spcAft>
                <a:spcPts val="600"/>
              </a:spcAft>
              <a:buFont typeface="Arial" panose="020B0604020202020204" pitchFamily="34" charset="0"/>
              <a:buChar char="•"/>
            </a:pPr>
            <a:endParaRPr lang="en-US" sz="2400"/>
          </a:p>
          <a:p>
            <a:pPr indent="-228600">
              <a:lnSpc>
                <a:spcPct val="90000"/>
              </a:lnSpc>
              <a:spcAft>
                <a:spcPts val="600"/>
              </a:spcAft>
              <a:buFont typeface="Arial" panose="020B0604020202020204" pitchFamily="34" charset="0"/>
              <a:buChar char="•"/>
            </a:pPr>
            <a:endParaRPr lang="en-US" sz="2400"/>
          </a:p>
        </p:txBody>
      </p:sp>
      <p:cxnSp>
        <p:nvCxnSpPr>
          <p:cNvPr id="25" name="Straight Connector 24">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aixaDeTexto 7">
            <a:extLst>
              <a:ext uri="{FF2B5EF4-FFF2-40B4-BE49-F238E27FC236}">
                <a16:creationId xmlns:a16="http://schemas.microsoft.com/office/drawing/2014/main" id="{D216C1FD-7CC5-AC6E-1260-6772C159F5F8}"/>
              </a:ext>
            </a:extLst>
          </p:cNvPr>
          <p:cNvSpPr txBox="1"/>
          <p:nvPr/>
        </p:nvSpPr>
        <p:spPr>
          <a:xfrm>
            <a:off x="1043631" y="1913004"/>
            <a:ext cx="6094206" cy="523220"/>
          </a:xfrm>
          <a:prstGeom prst="rect">
            <a:avLst/>
          </a:prstGeom>
          <a:noFill/>
        </p:spPr>
        <p:txBody>
          <a:bodyPr wrap="square">
            <a:spAutoFit/>
          </a:bodyPr>
          <a:lstStyle/>
          <a:p>
            <a:pPr indent="-228600" algn="l">
              <a:buFont typeface="Arial" panose="020B0604020202020204" pitchFamily="34" charset="0"/>
              <a:buChar char="•"/>
            </a:pPr>
            <a:r>
              <a:rPr lang="en-US" sz="2800" dirty="0"/>
              <a:t>How it works</a:t>
            </a:r>
          </a:p>
        </p:txBody>
      </p:sp>
    </p:spTree>
    <p:extLst>
      <p:ext uri="{BB962C8B-B14F-4D97-AF65-F5344CB8AC3E}">
        <p14:creationId xmlns:p14="http://schemas.microsoft.com/office/powerpoint/2010/main" val="2014364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D9F8DB-99C0-44B4-5504-FD99FB7AE3F0}"/>
            </a:ext>
          </a:extLst>
        </p:cNvPr>
        <p:cNvGrpSpPr/>
        <p:nvPr/>
      </p:nvGrpSpPr>
      <p:grpSpPr>
        <a:xfrm>
          <a:off x="0" y="0"/>
          <a:ext cx="0" cy="0"/>
          <a:chOff x="0" y="0"/>
          <a:chExt cx="0" cy="0"/>
        </a:xfrm>
      </p:grpSpPr>
      <p:sp useBgFill="1">
        <p:nvSpPr>
          <p:cNvPr id="22" name="Rectangle 10">
            <a:extLst>
              <a:ext uri="{FF2B5EF4-FFF2-40B4-BE49-F238E27FC236}">
                <a16:creationId xmlns:a16="http://schemas.microsoft.com/office/drawing/2014/main" id="{EEEEAA75-AA19-426C-A43C-35F6F9119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2">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6D2B4F-448F-3FDA-4D59-AF9BC070BC75}"/>
              </a:ext>
            </a:extLst>
          </p:cNvPr>
          <p:cNvSpPr>
            <a:spLocks noGrp="1"/>
          </p:cNvSpPr>
          <p:nvPr>
            <p:ph type="ctrTitle"/>
          </p:nvPr>
        </p:nvSpPr>
        <p:spPr>
          <a:xfrm>
            <a:off x="511792" y="194590"/>
            <a:ext cx="5562868" cy="1638377"/>
          </a:xfrm>
        </p:spPr>
        <p:txBody>
          <a:bodyPr vert="horz" lIns="91440" tIns="45720" rIns="91440" bIns="45720" rtlCol="0" anchor="b">
            <a:normAutofit/>
          </a:bodyPr>
          <a:lstStyle/>
          <a:p>
            <a:pPr algn="l"/>
            <a:r>
              <a:rPr lang="en-US" sz="4800" dirty="0"/>
              <a:t>Tool</a:t>
            </a:r>
            <a:br>
              <a:rPr lang="en-US" sz="4800" dirty="0"/>
            </a:br>
            <a:r>
              <a:rPr lang="en-US" sz="3600" dirty="0"/>
              <a:t>How it works</a:t>
            </a:r>
          </a:p>
        </p:txBody>
      </p:sp>
      <p:graphicFrame>
        <p:nvGraphicFramePr>
          <p:cNvPr id="9" name="Diagrama 8">
            <a:extLst>
              <a:ext uri="{FF2B5EF4-FFF2-40B4-BE49-F238E27FC236}">
                <a16:creationId xmlns:a16="http://schemas.microsoft.com/office/drawing/2014/main" id="{640D04D9-676B-9D96-6FC3-FAD55198C237}"/>
              </a:ext>
            </a:extLst>
          </p:cNvPr>
          <p:cNvGraphicFramePr/>
          <p:nvPr>
            <p:extLst>
              <p:ext uri="{D42A27DB-BD31-4B8C-83A1-F6EECF244321}">
                <p14:modId xmlns:p14="http://schemas.microsoft.com/office/powerpoint/2010/main" val="2027471244"/>
              </p:ext>
            </p:extLst>
          </p:nvPr>
        </p:nvGraphicFramePr>
        <p:xfrm>
          <a:off x="363682" y="2223655"/>
          <a:ext cx="6073689" cy="3722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4" name="Rectangle 14">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9144" y="198171"/>
            <a:ext cx="5191082" cy="3104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program&#10;&#10;AI-generated content may be incorrect.">
            <a:extLst>
              <a:ext uri="{FF2B5EF4-FFF2-40B4-BE49-F238E27FC236}">
                <a16:creationId xmlns:a16="http://schemas.microsoft.com/office/drawing/2014/main" id="{C907397F-BE70-8D54-6F9E-93DA3B67BC6F}"/>
              </a:ext>
            </a:extLst>
          </p:cNvPr>
          <p:cNvPicPr>
            <a:picLocks noChangeAspect="1"/>
          </p:cNvPicPr>
          <p:nvPr/>
        </p:nvPicPr>
        <p:blipFill>
          <a:blip r:embed="rId7"/>
          <a:stretch>
            <a:fillRect/>
          </a:stretch>
        </p:blipFill>
        <p:spPr>
          <a:xfrm>
            <a:off x="6949162" y="700839"/>
            <a:ext cx="4731046" cy="2099657"/>
          </a:xfrm>
          <a:prstGeom prst="rect">
            <a:avLst/>
          </a:prstGeom>
        </p:spPr>
      </p:pic>
      <p:sp>
        <p:nvSpPr>
          <p:cNvPr id="25"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8">
            <a:extLst>
              <a:ext uri="{FF2B5EF4-FFF2-40B4-BE49-F238E27FC236}">
                <a16:creationId xmlns:a16="http://schemas.microsoft.com/office/drawing/2014/main" id="{0BB19363-8354-4E75-A15C-A08F75517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9144" y="3527725"/>
            <a:ext cx="5191082" cy="3104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 shot of a computer program&#10;&#10;AI-generated content may be incorrect.">
            <a:extLst>
              <a:ext uri="{FF2B5EF4-FFF2-40B4-BE49-F238E27FC236}">
                <a16:creationId xmlns:a16="http://schemas.microsoft.com/office/drawing/2014/main" id="{5E235C50-1A77-7CD4-E1DF-6A12630F8015}"/>
              </a:ext>
            </a:extLst>
          </p:cNvPr>
          <p:cNvPicPr>
            <a:picLocks noChangeAspect="1"/>
          </p:cNvPicPr>
          <p:nvPr/>
        </p:nvPicPr>
        <p:blipFill>
          <a:blip r:embed="rId8"/>
          <a:stretch>
            <a:fillRect/>
          </a:stretch>
        </p:blipFill>
        <p:spPr>
          <a:xfrm>
            <a:off x="6949162" y="4159985"/>
            <a:ext cx="4731046" cy="1785970"/>
          </a:xfrm>
          <a:prstGeom prst="rect">
            <a:avLst/>
          </a:prstGeom>
        </p:spPr>
      </p:pic>
      <p:sp>
        <p:nvSpPr>
          <p:cNvPr id="21" name="Rectangle 20">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8773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838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ACD8B-3FD3-6285-00F6-64C70CFEB211}"/>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DD2BD-9F6D-CFF1-39E2-E34A9A558FBA}"/>
              </a:ext>
            </a:extLst>
          </p:cNvPr>
          <p:cNvSpPr>
            <a:spLocks noGrp="1"/>
          </p:cNvSpPr>
          <p:nvPr>
            <p:ph type="ctrTitle"/>
          </p:nvPr>
        </p:nvSpPr>
        <p:spPr>
          <a:xfrm>
            <a:off x="838200" y="557188"/>
            <a:ext cx="10515600" cy="1133499"/>
          </a:xfrm>
        </p:spPr>
        <p:style>
          <a:lnRef idx="2">
            <a:schemeClr val="accent2"/>
          </a:lnRef>
          <a:fillRef idx="1">
            <a:schemeClr val="lt1"/>
          </a:fillRef>
          <a:effectRef idx="0">
            <a:schemeClr val="accent2"/>
          </a:effectRef>
          <a:fontRef idx="minor">
            <a:schemeClr val="dk1"/>
          </a:fontRef>
        </p:style>
        <p:txBody>
          <a:bodyPr vert="horz" lIns="91440" tIns="45720" rIns="91440" bIns="45720" rtlCol="0" anchor="ctr">
            <a:normAutofit/>
          </a:bodyPr>
          <a:lstStyle/>
          <a:p>
            <a:r>
              <a:rPr lang="en-US" sz="3600" kern="1200" dirty="0">
                <a:solidFill>
                  <a:schemeClr val="tx1"/>
                </a:solidFill>
                <a:latin typeface="+mj-lt"/>
                <a:ea typeface="+mj-ea"/>
                <a:cs typeface="+mj-cs"/>
              </a:rPr>
              <a:t>Tool</a:t>
            </a:r>
            <a:br>
              <a:rPr lang="en-US" sz="3600" kern="1200" dirty="0">
                <a:solidFill>
                  <a:schemeClr val="tx1"/>
                </a:solidFill>
                <a:latin typeface="+mj-lt"/>
                <a:ea typeface="+mj-ea"/>
                <a:cs typeface="+mj-cs"/>
              </a:rPr>
            </a:br>
            <a:r>
              <a:rPr lang="en-US" sz="3600" kern="1200" dirty="0">
                <a:solidFill>
                  <a:schemeClr val="tx1"/>
                </a:solidFill>
                <a:latin typeface="+mj-lt"/>
                <a:ea typeface="+mj-ea"/>
                <a:cs typeface="+mj-cs"/>
              </a:rPr>
              <a:t>How it works</a:t>
            </a:r>
          </a:p>
        </p:txBody>
      </p:sp>
      <p:graphicFrame>
        <p:nvGraphicFramePr>
          <p:cNvPr id="7" name="TextBox 3">
            <a:extLst>
              <a:ext uri="{FF2B5EF4-FFF2-40B4-BE49-F238E27FC236}">
                <a16:creationId xmlns:a16="http://schemas.microsoft.com/office/drawing/2014/main" id="{814F1E1D-91DE-BE89-921D-996B2CED967E}"/>
              </a:ext>
            </a:extLst>
          </p:cNvPr>
          <p:cNvGraphicFramePr/>
          <p:nvPr>
            <p:extLst>
              <p:ext uri="{D42A27DB-BD31-4B8C-83A1-F6EECF244321}">
                <p14:modId xmlns:p14="http://schemas.microsoft.com/office/powerpoint/2010/main" val="373880181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2998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DA62C1-D2DE-1B47-E97D-3E393BADA60C}"/>
            </a:ext>
          </a:extLst>
        </p:cNvPr>
        <p:cNvGrpSpPr/>
        <p:nvPr/>
      </p:nvGrpSpPr>
      <p:grpSpPr>
        <a:xfrm>
          <a:off x="0" y="0"/>
          <a:ext cx="0" cy="0"/>
          <a:chOff x="0" y="0"/>
          <a:chExt cx="0" cy="0"/>
        </a:xfrm>
      </p:grpSpPr>
      <p:sp>
        <p:nvSpPr>
          <p:cNvPr id="26" name="Rectangle 22">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Freeform: Shape 24">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Isosceles Triangle 32">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F8A54E-EFD7-B8C4-B004-BB5EBF9CACFA}"/>
              </a:ext>
            </a:extLst>
          </p:cNvPr>
          <p:cNvSpPr>
            <a:spLocks noGrp="1"/>
          </p:cNvSpPr>
          <p:nvPr>
            <p:ph type="ctrTitle"/>
          </p:nvPr>
        </p:nvSpPr>
        <p:spPr>
          <a:xfrm>
            <a:off x="838200" y="557188"/>
            <a:ext cx="10515600" cy="1133499"/>
          </a:xfrm>
        </p:spPr>
        <p:txBody>
          <a:bodyPr vert="horz" lIns="91440" tIns="45720" rIns="91440" bIns="45720" rtlCol="0" anchor="ctr">
            <a:normAutofit/>
          </a:bodyPr>
          <a:lstStyle/>
          <a:p>
            <a:r>
              <a:rPr lang="en-US" sz="5200" kern="1200">
                <a:solidFill>
                  <a:schemeClr val="tx1"/>
                </a:solidFill>
                <a:latin typeface="+mj-lt"/>
                <a:ea typeface="+mj-ea"/>
                <a:cs typeface="+mj-cs"/>
              </a:rPr>
              <a:t>Tool</a:t>
            </a:r>
          </a:p>
        </p:txBody>
      </p:sp>
      <p:graphicFrame>
        <p:nvGraphicFramePr>
          <p:cNvPr id="5" name="TextBox 3">
            <a:extLst>
              <a:ext uri="{FF2B5EF4-FFF2-40B4-BE49-F238E27FC236}">
                <a16:creationId xmlns:a16="http://schemas.microsoft.com/office/drawing/2014/main" id="{CF7A7D43-113D-568F-DEC1-29D2A6AC8760}"/>
              </a:ext>
            </a:extLst>
          </p:cNvPr>
          <p:cNvGraphicFramePr/>
          <p:nvPr>
            <p:extLst>
              <p:ext uri="{D42A27DB-BD31-4B8C-83A1-F6EECF244321}">
                <p14:modId xmlns:p14="http://schemas.microsoft.com/office/powerpoint/2010/main" val="2797588973"/>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ubtitle 2">
            <a:extLst>
              <a:ext uri="{FF2B5EF4-FFF2-40B4-BE49-F238E27FC236}">
                <a16:creationId xmlns:a16="http://schemas.microsoft.com/office/drawing/2014/main" id="{4DD11D98-E6F7-1198-8EEA-C69E6FA9F399}"/>
              </a:ext>
            </a:extLst>
          </p:cNvPr>
          <p:cNvSpPr>
            <a:spLocks noGrp="1"/>
          </p:cNvSpPr>
          <p:nvPr>
            <p:ph type="subTitle" idx="1"/>
          </p:nvPr>
        </p:nvSpPr>
        <p:spPr>
          <a:xfrm>
            <a:off x="4575806" y="0"/>
            <a:ext cx="5053066" cy="2546604"/>
          </a:xfrm>
        </p:spPr>
        <p:txBody>
          <a:bodyPr vert="horz" lIns="91440" tIns="45720" rIns="91440" bIns="45720" rtlCol="0">
            <a:normAutofit/>
          </a:bodyPr>
          <a:lstStyle/>
          <a:p>
            <a:pPr algn="l"/>
            <a:endParaRPr lang="en-US" sz="2000" dirty="0"/>
          </a:p>
          <a:p>
            <a:pPr algn="l"/>
            <a:endParaRPr lang="en-US" sz="2000" dirty="0"/>
          </a:p>
          <a:p>
            <a:pPr algn="l"/>
            <a:endParaRPr lang="en-US" sz="2000" dirty="0"/>
          </a:p>
          <a:p>
            <a:pPr algn="l"/>
            <a:endParaRPr lang="en-US" sz="2000" dirty="0"/>
          </a:p>
          <a:p>
            <a:pPr algn="l"/>
            <a:r>
              <a:rPr lang="en-US" sz="2000" dirty="0"/>
              <a:t>What it  is responsible for</a:t>
            </a:r>
          </a:p>
        </p:txBody>
      </p:sp>
    </p:spTree>
    <p:extLst>
      <p:ext uri="{BB962C8B-B14F-4D97-AF65-F5344CB8AC3E}">
        <p14:creationId xmlns:p14="http://schemas.microsoft.com/office/powerpoint/2010/main" val="3516678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22"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3" name="Oval 22">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4"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6" name="Rectangle 25">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ítulo 1">
            <a:extLst>
              <a:ext uri="{FF2B5EF4-FFF2-40B4-BE49-F238E27FC236}">
                <a16:creationId xmlns:a16="http://schemas.microsoft.com/office/drawing/2014/main" id="{FBF9C92E-E587-4B3D-BE74-F782FC89462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sz="4000" kern="1200">
                <a:solidFill>
                  <a:schemeClr val="bg2"/>
                </a:solidFill>
                <a:latin typeface="+mj-lt"/>
                <a:ea typeface="+mj-ea"/>
                <a:cs typeface="+mj-cs"/>
              </a:rPr>
              <a:t>Risk Analysis</a:t>
            </a:r>
          </a:p>
        </p:txBody>
      </p:sp>
    </p:spTree>
    <p:extLst>
      <p:ext uri="{BB962C8B-B14F-4D97-AF65-F5344CB8AC3E}">
        <p14:creationId xmlns:p14="http://schemas.microsoft.com/office/powerpoint/2010/main" val="40651901"/>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E4A3BF-7BA2-5E46-FE05-148A4CD136B3}"/>
            </a:ext>
          </a:extLst>
        </p:cNvPr>
        <p:cNvGrpSpPr/>
        <p:nvPr/>
      </p:nvGrpSpPr>
      <p:grpSpPr>
        <a:xfrm>
          <a:off x="0" y="0"/>
          <a:ext cx="0" cy="0"/>
          <a:chOff x="0" y="0"/>
          <a:chExt cx="0" cy="0"/>
        </a:xfrm>
      </p:grpSpPr>
      <p:sp useBgFill="1">
        <p:nvSpPr>
          <p:cNvPr id="16"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21"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5" name="Freeform: Shape 24">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54596034-B148-45F1-0E5B-A3A0090C1208}"/>
              </a:ext>
            </a:extLst>
          </p:cNvPr>
          <p:cNvSpPr>
            <a:spLocks noGrp="1"/>
          </p:cNvSpPr>
          <p:nvPr>
            <p:ph type="ctrTitle"/>
          </p:nvPr>
        </p:nvSpPr>
        <p:spPr>
          <a:xfrm>
            <a:off x="786385" y="841248"/>
            <a:ext cx="5129600" cy="5340097"/>
          </a:xfrm>
        </p:spPr>
        <p:txBody>
          <a:bodyPr vert="horz" lIns="91440" tIns="45720" rIns="91440" bIns="45720" rtlCol="0" anchor="ctr">
            <a:normAutofit/>
          </a:bodyPr>
          <a:lstStyle/>
          <a:p>
            <a:pPr algn="l"/>
            <a:r>
              <a:rPr lang="en-US" sz="4800" kern="1200">
                <a:solidFill>
                  <a:schemeClr val="bg1"/>
                </a:solidFill>
                <a:latin typeface="+mj-lt"/>
                <a:ea typeface="+mj-ea"/>
                <a:cs typeface="+mj-cs"/>
              </a:rPr>
              <a:t>Risk analysis (k = 1)</a:t>
            </a:r>
          </a:p>
        </p:txBody>
      </p:sp>
      <p:sp>
        <p:nvSpPr>
          <p:cNvPr id="4" name="TextBox 3">
            <a:extLst>
              <a:ext uri="{FF2B5EF4-FFF2-40B4-BE49-F238E27FC236}">
                <a16:creationId xmlns:a16="http://schemas.microsoft.com/office/drawing/2014/main" id="{D9FB1DBC-EB46-6CE6-3326-77D04263518A}"/>
              </a:ext>
            </a:extLst>
          </p:cNvPr>
          <p:cNvSpPr txBox="1"/>
          <p:nvPr/>
        </p:nvSpPr>
        <p:spPr>
          <a:xfrm>
            <a:off x="6464410" y="841247"/>
            <a:ext cx="4484536" cy="534009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a:solidFill>
                  <a:schemeClr val="tx2"/>
                </a:solidFill>
              </a:rPr>
              <a:t>Risk analysis is the search for the set of reviewers in which are critical for the final result, i.e. if the reviewers in which if they fail to accomplish their work will result in one or more articles not having sufficient reviews. </a:t>
            </a:r>
          </a:p>
          <a:p>
            <a:pPr indent="-228600">
              <a:lnSpc>
                <a:spcPct val="90000"/>
              </a:lnSpc>
              <a:spcAft>
                <a:spcPts val="600"/>
              </a:spcAft>
              <a:buFont typeface="Arial" panose="020B0604020202020204" pitchFamily="34" charset="0"/>
              <a:buChar char="•"/>
            </a:pPr>
            <a:r>
              <a:rPr lang="en-US">
                <a:solidFill>
                  <a:schemeClr val="tx2"/>
                </a:solidFill>
              </a:rPr>
              <a:t>For k = 1, we need to find which reviewers alone could cause in failure.</a:t>
            </a:r>
          </a:p>
          <a:p>
            <a:pPr indent="-228600">
              <a:lnSpc>
                <a:spcPct val="90000"/>
              </a:lnSpc>
              <a:spcAft>
                <a:spcPts val="600"/>
              </a:spcAft>
              <a:buFont typeface="Arial" panose="020B0604020202020204" pitchFamily="34" charset="0"/>
              <a:buChar char="•"/>
            </a:pPr>
            <a:endParaRPr lang="en-US">
              <a:solidFill>
                <a:schemeClr val="tx2"/>
              </a:solidFill>
            </a:endParaRPr>
          </a:p>
          <a:p>
            <a:pPr indent="-228600">
              <a:lnSpc>
                <a:spcPct val="90000"/>
              </a:lnSpc>
              <a:spcAft>
                <a:spcPts val="600"/>
              </a:spcAft>
              <a:buFont typeface="Arial" panose="020B0604020202020204" pitchFamily="34" charset="0"/>
              <a:buChar char="•"/>
            </a:pPr>
            <a:endParaRPr lang="en-US">
              <a:solidFill>
                <a:schemeClr val="tx2"/>
              </a:solidFill>
            </a:endParaRPr>
          </a:p>
        </p:txBody>
      </p:sp>
    </p:spTree>
    <p:extLst>
      <p:ext uri="{BB962C8B-B14F-4D97-AF65-F5344CB8AC3E}">
        <p14:creationId xmlns:p14="http://schemas.microsoft.com/office/powerpoint/2010/main" val="10926059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B3755-474B-94A7-8EC5-977741492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878A0-858E-2B07-35A4-187A7E18BBE7}"/>
              </a:ext>
            </a:extLst>
          </p:cNvPr>
          <p:cNvSpPr>
            <a:spLocks noGrp="1"/>
          </p:cNvSpPr>
          <p:nvPr>
            <p:ph type="ctrTitle"/>
          </p:nvPr>
        </p:nvSpPr>
        <p:spPr>
          <a:xfrm>
            <a:off x="1524000" y="135083"/>
            <a:ext cx="9144000" cy="1165850"/>
          </a:xfrm>
        </p:spPr>
        <p:style>
          <a:lnRef idx="2">
            <a:schemeClr val="accent6">
              <a:shade val="15000"/>
            </a:schemeClr>
          </a:lnRef>
          <a:fillRef idx="1">
            <a:schemeClr val="accent6"/>
          </a:fillRef>
          <a:effectRef idx="0">
            <a:schemeClr val="accent6"/>
          </a:effectRef>
          <a:fontRef idx="minor">
            <a:schemeClr val="lt1"/>
          </a:fontRef>
        </p:style>
        <p:txBody>
          <a:bodyPr>
            <a:normAutofit fontScale="90000"/>
          </a:bodyPr>
          <a:lstStyle/>
          <a:p>
            <a:r>
              <a:rPr lang="en-US" sz="4000" dirty="0">
                <a:ea typeface="+mj-lt"/>
                <a:cs typeface="+mj-lt"/>
              </a:rPr>
              <a:t>Risk analysis (k = 1)</a:t>
            </a:r>
            <a:br>
              <a:rPr lang="en-US" sz="4000" dirty="0">
                <a:ea typeface="+mj-lt"/>
                <a:cs typeface="+mj-lt"/>
              </a:rPr>
            </a:br>
            <a:r>
              <a:rPr lang="en-US" sz="4000" dirty="0">
                <a:ea typeface="+mj-lt"/>
                <a:cs typeface="+mj-lt"/>
              </a:rPr>
              <a:t>How it works</a:t>
            </a:r>
          </a:p>
        </p:txBody>
      </p:sp>
      <p:pic>
        <p:nvPicPr>
          <p:cNvPr id="9" name="Picture 5" descr="A screen shot of a computer code&#10;&#10;AI-generated content may be incorrect.">
            <a:extLst>
              <a:ext uri="{FF2B5EF4-FFF2-40B4-BE49-F238E27FC236}">
                <a16:creationId xmlns:a16="http://schemas.microsoft.com/office/drawing/2014/main" id="{BCEBE84F-C604-7087-AE4E-52B70D64E9A0}"/>
              </a:ext>
            </a:extLst>
          </p:cNvPr>
          <p:cNvPicPr>
            <a:picLocks noChangeAspect="1"/>
          </p:cNvPicPr>
          <p:nvPr/>
        </p:nvPicPr>
        <p:blipFill>
          <a:blip r:embed="rId2"/>
          <a:stretch>
            <a:fillRect/>
          </a:stretch>
        </p:blipFill>
        <p:spPr>
          <a:xfrm>
            <a:off x="6297089" y="2562916"/>
            <a:ext cx="5629275" cy="2505075"/>
          </a:xfrm>
          <a:prstGeom prst="rect">
            <a:avLst/>
          </a:prstGeom>
        </p:spPr>
      </p:pic>
      <p:graphicFrame>
        <p:nvGraphicFramePr>
          <p:cNvPr id="11" name="TextBox 3">
            <a:extLst>
              <a:ext uri="{FF2B5EF4-FFF2-40B4-BE49-F238E27FC236}">
                <a16:creationId xmlns:a16="http://schemas.microsoft.com/office/drawing/2014/main" id="{32A15398-4733-E91D-0A0F-DD977BE61EE1}"/>
              </a:ext>
            </a:extLst>
          </p:cNvPr>
          <p:cNvGraphicFramePr/>
          <p:nvPr>
            <p:extLst>
              <p:ext uri="{D42A27DB-BD31-4B8C-83A1-F6EECF244321}">
                <p14:modId xmlns:p14="http://schemas.microsoft.com/office/powerpoint/2010/main" val="380480506"/>
              </p:ext>
            </p:extLst>
          </p:nvPr>
        </p:nvGraphicFramePr>
        <p:xfrm>
          <a:off x="721941" y="1137798"/>
          <a:ext cx="5374059" cy="5355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93147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689964-60D8-FBCB-65FB-8CC01961B03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2510A6-3E84-4E0E-CEDC-6599CA17A83C}"/>
              </a:ext>
            </a:extLst>
          </p:cNvPr>
          <p:cNvSpPr>
            <a:spLocks noGrp="1"/>
          </p:cNvSpPr>
          <p:nvPr>
            <p:ph type="ctrTitle"/>
          </p:nvPr>
        </p:nvSpPr>
        <p:spPr>
          <a:xfrm>
            <a:off x="1452656" y="1444741"/>
            <a:ext cx="9357865" cy="1041901"/>
          </a:xfrm>
        </p:spPr>
        <p:txBody>
          <a:bodyPr vert="horz" lIns="91440" tIns="45720" rIns="91440" bIns="45720" rtlCol="0" anchor="ctr">
            <a:normAutofit/>
          </a:bodyPr>
          <a:lstStyle/>
          <a:p>
            <a:pPr algn="l"/>
            <a:r>
              <a:rPr lang="en-US" sz="4000" kern="1200">
                <a:solidFill>
                  <a:schemeClr val="tx1"/>
                </a:solidFill>
                <a:latin typeface="+mj-lt"/>
                <a:ea typeface="+mj-ea"/>
                <a:cs typeface="+mj-cs"/>
              </a:rPr>
              <a:t>Risk analysis (k = 1)</a:t>
            </a:r>
          </a:p>
        </p:txBody>
      </p:sp>
      <p:sp>
        <p:nvSpPr>
          <p:cNvPr id="3" name="Subtitle 2">
            <a:extLst>
              <a:ext uri="{FF2B5EF4-FFF2-40B4-BE49-F238E27FC236}">
                <a16:creationId xmlns:a16="http://schemas.microsoft.com/office/drawing/2014/main" id="{1A7CB92A-302C-1090-6B23-62FCAC2B9176}"/>
              </a:ext>
            </a:extLst>
          </p:cNvPr>
          <p:cNvSpPr>
            <a:spLocks noGrp="1"/>
          </p:cNvSpPr>
          <p:nvPr>
            <p:ph type="subTitle" idx="1"/>
          </p:nvPr>
        </p:nvSpPr>
        <p:spPr>
          <a:xfrm>
            <a:off x="1452656" y="2701427"/>
            <a:ext cx="4483324" cy="2699968"/>
          </a:xfrm>
        </p:spPr>
        <p:txBody>
          <a:bodyPr vert="horz" lIns="91440" tIns="45720" rIns="91440" bIns="45720" rtlCol="0">
            <a:normAutofit/>
          </a:bodyPr>
          <a:lstStyle/>
          <a:p>
            <a:pPr algn="l"/>
            <a:r>
              <a:rPr lang="en-US" sz="2000" dirty="0"/>
              <a:t>Time complexity</a:t>
            </a:r>
          </a:p>
        </p:txBody>
      </p:sp>
      <p:sp>
        <p:nvSpPr>
          <p:cNvPr id="4" name="TextBox 3">
            <a:extLst>
              <a:ext uri="{FF2B5EF4-FFF2-40B4-BE49-F238E27FC236}">
                <a16:creationId xmlns:a16="http://schemas.microsoft.com/office/drawing/2014/main" id="{0D624448-CF09-D4C1-24B4-48D71118F53F}"/>
              </a:ext>
            </a:extLst>
          </p:cNvPr>
          <p:cNvSpPr txBox="1"/>
          <p:nvPr/>
        </p:nvSpPr>
        <p:spPr>
          <a:xfrm>
            <a:off x="6256020" y="2701427"/>
            <a:ext cx="4554501" cy="269996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900"/>
              <a:t>The BFS takes O(V + E) and then we search for unvisited submissions and for their edges (O(V * E)). We can define our algorithm as O(V * E). </a:t>
            </a:r>
          </a:p>
          <a:p>
            <a:pPr indent="-228600">
              <a:lnSpc>
                <a:spcPct val="90000"/>
              </a:lnSpc>
              <a:spcAft>
                <a:spcPts val="600"/>
              </a:spcAft>
              <a:buFont typeface="Arial" panose="020B0604020202020204" pitchFamily="34" charset="0"/>
              <a:buChar char="•"/>
            </a:pPr>
            <a:r>
              <a:rPr lang="en-US" sz="1900"/>
              <a:t>But because the number of edges in this project is smaller or equal to 2, i.e. it is constant, the BFS is the part which takes more time. </a:t>
            </a:r>
          </a:p>
          <a:p>
            <a:pPr indent="-228600">
              <a:lnSpc>
                <a:spcPct val="90000"/>
              </a:lnSpc>
              <a:spcAft>
                <a:spcPts val="600"/>
              </a:spcAft>
              <a:buFont typeface="Arial" panose="020B0604020202020204" pitchFamily="34" charset="0"/>
              <a:buChar char="•"/>
            </a:pPr>
            <a:r>
              <a:rPr lang="en-US" sz="1900"/>
              <a:t>Overall: O(V + E)</a:t>
            </a:r>
          </a:p>
        </p:txBody>
      </p:sp>
    </p:spTree>
    <p:extLst>
      <p:ext uri="{BB962C8B-B14F-4D97-AF65-F5344CB8AC3E}">
        <p14:creationId xmlns:p14="http://schemas.microsoft.com/office/powerpoint/2010/main" val="3209191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B539F9-ABEA-D656-E180-36BE22DBDB9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59AB4C8-9178-4F7A-8404-6890510B59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5FA9CB8-A775-E126-4DB1-581CBEFB7E64}"/>
              </a:ext>
            </a:extLst>
          </p:cNvPr>
          <p:cNvSpPr>
            <a:spLocks noGrp="1"/>
          </p:cNvSpPr>
          <p:nvPr>
            <p:ph type="ctrTitle"/>
          </p:nvPr>
        </p:nvSpPr>
        <p:spPr>
          <a:xfrm>
            <a:off x="638881" y="457201"/>
            <a:ext cx="10909640" cy="1832654"/>
          </a:xfrm>
        </p:spPr>
        <p:txBody>
          <a:bodyPr anchor="b">
            <a:normAutofit/>
          </a:bodyPr>
          <a:lstStyle/>
          <a:p>
            <a:r>
              <a:rPr lang="en-US" sz="6600">
                <a:ea typeface="+mj-lt"/>
                <a:cs typeface="+mj-lt"/>
              </a:rPr>
              <a:t>Risk analysis (k &gt; 1)</a:t>
            </a:r>
            <a:endParaRPr lang="en-US" sz="6600"/>
          </a:p>
        </p:txBody>
      </p:sp>
      <p:sp>
        <p:nvSpPr>
          <p:cNvPr id="3" name="Subtitle 2">
            <a:extLst>
              <a:ext uri="{FF2B5EF4-FFF2-40B4-BE49-F238E27FC236}">
                <a16:creationId xmlns:a16="http://schemas.microsoft.com/office/drawing/2014/main" id="{465F4654-32C3-3067-F0B0-9849AD2A98A0}"/>
              </a:ext>
            </a:extLst>
          </p:cNvPr>
          <p:cNvSpPr>
            <a:spLocks noGrp="1"/>
          </p:cNvSpPr>
          <p:nvPr>
            <p:ph type="subTitle" idx="1"/>
          </p:nvPr>
        </p:nvSpPr>
        <p:spPr>
          <a:xfrm>
            <a:off x="638881" y="2419141"/>
            <a:ext cx="10909643" cy="552659"/>
          </a:xfrm>
        </p:spPr>
        <p:txBody>
          <a:bodyPr vert="horz" lIns="91440" tIns="45720" rIns="91440" bIns="45720" rtlCol="0" anchor="t">
            <a:normAutofit/>
          </a:bodyPr>
          <a:lstStyle/>
          <a:p>
            <a:r>
              <a:rPr lang="en-US"/>
              <a:t>Pseudo-code</a:t>
            </a:r>
          </a:p>
        </p:txBody>
      </p:sp>
      <p:sp>
        <p:nvSpPr>
          <p:cNvPr id="14" name="sketch line">
            <a:extLst>
              <a:ext uri="{FF2B5EF4-FFF2-40B4-BE49-F238E27FC236}">
                <a16:creationId xmlns:a16="http://schemas.microsoft.com/office/drawing/2014/main" id="{4CFDFB37-4BC7-42C6-915D-A6609139B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234391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omputer code on a black background&#10;&#10;AI-generated content may be incorrect.">
            <a:extLst>
              <a:ext uri="{FF2B5EF4-FFF2-40B4-BE49-F238E27FC236}">
                <a16:creationId xmlns:a16="http://schemas.microsoft.com/office/drawing/2014/main" id="{4005AD95-4004-6A5B-39D9-54191612C1EC}"/>
              </a:ext>
            </a:extLst>
          </p:cNvPr>
          <p:cNvPicPr>
            <a:picLocks noChangeAspect="1"/>
          </p:cNvPicPr>
          <p:nvPr/>
        </p:nvPicPr>
        <p:blipFill>
          <a:blip r:embed="rId2"/>
          <a:stretch>
            <a:fillRect/>
          </a:stretch>
        </p:blipFill>
        <p:spPr>
          <a:xfrm>
            <a:off x="320040" y="3419692"/>
            <a:ext cx="11548872" cy="2511880"/>
          </a:xfrm>
          <a:prstGeom prst="rect">
            <a:avLst/>
          </a:prstGeom>
        </p:spPr>
      </p:pic>
    </p:spTree>
    <p:extLst>
      <p:ext uri="{BB962C8B-B14F-4D97-AF65-F5344CB8AC3E}">
        <p14:creationId xmlns:p14="http://schemas.microsoft.com/office/powerpoint/2010/main" val="3308805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9EA233-F774-269E-C739-5C6E5160FDC5}"/>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6EFB3C-AA8E-4283-84C7-0A190B521394}"/>
              </a:ext>
            </a:extLst>
          </p:cNvPr>
          <p:cNvSpPr>
            <a:spLocks noGrp="1"/>
          </p:cNvSpPr>
          <p:nvPr>
            <p:ph type="ctrTitle"/>
          </p:nvPr>
        </p:nvSpPr>
        <p:spPr>
          <a:xfrm>
            <a:off x="838200" y="620742"/>
            <a:ext cx="10515600" cy="1325563"/>
          </a:xfrm>
        </p:spPr>
        <p:txBody>
          <a:bodyPr vert="horz" lIns="91440" tIns="45720" rIns="91440" bIns="45720" rtlCol="0" anchor="ctr">
            <a:normAutofit/>
          </a:bodyPr>
          <a:lstStyle/>
          <a:p>
            <a:pPr algn="l"/>
            <a:r>
              <a:rPr lang="en-US" sz="4400" kern="1200" dirty="0">
                <a:solidFill>
                  <a:srgbClr val="FFFFFF"/>
                </a:solidFill>
                <a:latin typeface="+mj-lt"/>
                <a:ea typeface="+mj-ea"/>
                <a:cs typeface="+mj-cs"/>
              </a:rPr>
              <a:t>Risk analysis (k &gt; 1)</a:t>
            </a:r>
          </a:p>
        </p:txBody>
      </p:sp>
      <p:cxnSp>
        <p:nvCxnSpPr>
          <p:cNvPr id="18" name="Straight Connector 17">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92AFAAEC-DBC4-0917-F8D8-8BA06ED6DFFE}"/>
              </a:ext>
            </a:extLst>
          </p:cNvPr>
          <p:cNvSpPr>
            <a:spLocks noGrp="1"/>
          </p:cNvSpPr>
          <p:nvPr>
            <p:ph type="subTitle" idx="1"/>
          </p:nvPr>
        </p:nvSpPr>
        <p:spPr>
          <a:xfrm>
            <a:off x="838200" y="2266345"/>
            <a:ext cx="5097780" cy="3910617"/>
          </a:xfrm>
        </p:spPr>
        <p:txBody>
          <a:bodyPr vert="horz" lIns="91440" tIns="45720" rIns="91440" bIns="45720" rtlCol="0">
            <a:normAutofit/>
          </a:bodyPr>
          <a:lstStyle/>
          <a:p>
            <a:pPr indent="-228600" algn="l">
              <a:buFont typeface="Arial" panose="020B0604020202020204" pitchFamily="34" charset="0"/>
              <a:buChar char="•"/>
            </a:pPr>
            <a:r>
              <a:rPr lang="en-US" dirty="0">
                <a:solidFill>
                  <a:srgbClr val="FFFFFF"/>
                </a:solidFill>
              </a:rPr>
              <a:t>Time complexity</a:t>
            </a:r>
          </a:p>
        </p:txBody>
      </p:sp>
      <p:sp>
        <p:nvSpPr>
          <p:cNvPr id="4" name="TextBox 3">
            <a:extLst>
              <a:ext uri="{FF2B5EF4-FFF2-40B4-BE49-F238E27FC236}">
                <a16:creationId xmlns:a16="http://schemas.microsoft.com/office/drawing/2014/main" id="{8E97AF7E-906D-5EFC-3582-13F291681256}"/>
              </a:ext>
            </a:extLst>
          </p:cNvPr>
          <p:cNvSpPr txBox="1"/>
          <p:nvPr/>
        </p:nvSpPr>
        <p:spPr>
          <a:xfrm>
            <a:off x="6256020" y="2266345"/>
            <a:ext cx="5097780" cy="391061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dirty="0">
                <a:solidFill>
                  <a:srgbClr val="FFFFFF"/>
                </a:solidFill>
              </a:rPr>
              <a:t>We would need to generate all combinations with k nodes, so we would need O(combinations of r choose k), let r be the number of reviewers. </a:t>
            </a:r>
          </a:p>
          <a:p>
            <a:pPr indent="-228600">
              <a:lnSpc>
                <a:spcPct val="90000"/>
              </a:lnSpc>
              <a:spcAft>
                <a:spcPts val="600"/>
              </a:spcAft>
              <a:buFont typeface="Arial" panose="020B0604020202020204" pitchFamily="34" charset="0"/>
              <a:buChar char="•"/>
            </a:pPr>
            <a:r>
              <a:rPr lang="en-US" sz="2400" dirty="0">
                <a:solidFill>
                  <a:srgbClr val="FFFFFF"/>
                </a:solidFill>
              </a:rPr>
              <a:t>And for each combination, we would need to recalculate the maximum flow thus taking in the end O(</a:t>
            </a:r>
            <a:r>
              <a:rPr lang="en-US" sz="2400" dirty="0" err="1">
                <a:solidFill>
                  <a:srgbClr val="FFFFFF"/>
                </a:solidFill>
              </a:rPr>
              <a:t>combiations</a:t>
            </a:r>
            <a:r>
              <a:rPr lang="en-US" sz="2400" dirty="0">
                <a:solidFill>
                  <a:srgbClr val="FFFFFF"/>
                </a:solidFill>
              </a:rPr>
              <a:t> of r choose k * V * E²)</a:t>
            </a:r>
          </a:p>
        </p:txBody>
      </p:sp>
    </p:spTree>
    <p:extLst>
      <p:ext uri="{BB962C8B-B14F-4D97-AF65-F5344CB8AC3E}">
        <p14:creationId xmlns:p14="http://schemas.microsoft.com/office/powerpoint/2010/main" val="2868239580"/>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DB94FA-B97F-A55A-9813-9CA5C55DFE7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28D436F-9ACD-4C92-AFC8-C934C527A6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0538E0-A884-4E60-A6AB-77D830E2F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3478" y="0"/>
            <a:ext cx="465738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83BB3A-6FE9-488A-603B-EF260D5B76D5}"/>
              </a:ext>
            </a:extLst>
          </p:cNvPr>
          <p:cNvSpPr>
            <a:spLocks noGrp="1"/>
          </p:cNvSpPr>
          <p:nvPr>
            <p:ph type="ctrTitle"/>
          </p:nvPr>
        </p:nvSpPr>
        <p:spPr>
          <a:xfrm>
            <a:off x="1901162" y="3050434"/>
            <a:ext cx="3722933" cy="757130"/>
          </a:xfrm>
          <a:ln w="25400" cap="sq">
            <a:solidFill>
              <a:srgbClr val="FFFFFF"/>
            </a:solidFill>
            <a:miter lim="800000"/>
          </a:ln>
        </p:spPr>
        <p:txBody>
          <a:bodyPr vert="horz" wrap="square" lIns="91440" tIns="45720" rIns="91440" bIns="45720" rtlCol="0" anchor="ctr">
            <a:normAutofit/>
          </a:bodyPr>
          <a:lstStyle/>
          <a:p>
            <a:r>
              <a:rPr lang="en-US" sz="2800" kern="1200">
                <a:solidFill>
                  <a:srgbClr val="FFFFFF"/>
                </a:solidFill>
                <a:latin typeface="+mj-lt"/>
                <a:ea typeface="+mj-ea"/>
                <a:cs typeface="+mj-cs"/>
              </a:rPr>
              <a:t>Credits</a:t>
            </a:r>
          </a:p>
        </p:txBody>
      </p:sp>
      <p:sp>
        <p:nvSpPr>
          <p:cNvPr id="13" name="Rectangle 12">
            <a:extLst>
              <a:ext uri="{FF2B5EF4-FFF2-40B4-BE49-F238E27FC236}">
                <a16:creationId xmlns:a16="http://schemas.microsoft.com/office/drawing/2014/main" id="{DB0D7DD0-1C67-4D4C-9E06-678233DB8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53478"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415F3E6-A59D-E9D5-71AD-FA4C9E6145CD}"/>
              </a:ext>
            </a:extLst>
          </p:cNvPr>
          <p:cNvSpPr>
            <a:spLocks noGrp="1"/>
          </p:cNvSpPr>
          <p:nvPr>
            <p:ph type="subTitle" idx="1"/>
          </p:nvPr>
        </p:nvSpPr>
        <p:spPr>
          <a:xfrm>
            <a:off x="6574536" y="640080"/>
            <a:ext cx="5053066" cy="2546604"/>
          </a:xfrm>
        </p:spPr>
        <p:txBody>
          <a:bodyPr vert="horz" lIns="91440" tIns="45720" rIns="91440" bIns="45720" rtlCol="0">
            <a:normAutofit/>
          </a:bodyPr>
          <a:lstStyle/>
          <a:p>
            <a:pPr algn="l"/>
            <a:endParaRPr lang="en-US" sz="2000" dirty="0"/>
          </a:p>
          <a:p>
            <a:pPr algn="l"/>
            <a:endParaRPr lang="en-US" sz="2000" dirty="0"/>
          </a:p>
          <a:p>
            <a:pPr algn="l"/>
            <a:endParaRPr lang="en-US" sz="2000" dirty="0"/>
          </a:p>
          <a:p>
            <a:pPr algn="l"/>
            <a:r>
              <a:rPr lang="en-US" sz="2000" dirty="0"/>
              <a:t>This program was made by</a:t>
            </a:r>
          </a:p>
        </p:txBody>
      </p:sp>
      <p:graphicFrame>
        <p:nvGraphicFramePr>
          <p:cNvPr id="5" name="Diagrama 4">
            <a:extLst>
              <a:ext uri="{FF2B5EF4-FFF2-40B4-BE49-F238E27FC236}">
                <a16:creationId xmlns:a16="http://schemas.microsoft.com/office/drawing/2014/main" id="{3BD46BC2-2EB3-7AA8-C99D-455F5904A730}"/>
              </a:ext>
            </a:extLst>
          </p:cNvPr>
          <p:cNvGraphicFramePr/>
          <p:nvPr>
            <p:extLst>
              <p:ext uri="{D42A27DB-BD31-4B8C-83A1-F6EECF244321}">
                <p14:modId xmlns:p14="http://schemas.microsoft.com/office/powerpoint/2010/main" val="2553011895"/>
              </p:ext>
            </p:extLst>
          </p:nvPr>
        </p:nvGraphicFramePr>
        <p:xfrm>
          <a:off x="6071779" y="3050434"/>
          <a:ext cx="5912602" cy="31674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3958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153</TotalTime>
  <Words>1899</Words>
  <Application>Microsoft Office PowerPoint</Application>
  <PresentationFormat>Ecrã Panorâmico</PresentationFormat>
  <Paragraphs>178</Paragraphs>
  <Slides>35</Slides>
  <Notes>0</Notes>
  <HiddenSlides>0</HiddenSlides>
  <MMClips>0</MMClips>
  <ScaleCrop>false</ScaleCrop>
  <HeadingPairs>
    <vt:vector size="6" baseType="variant">
      <vt:variant>
        <vt:lpstr>Tipos de letra usados</vt:lpstr>
      </vt:variant>
      <vt:variant>
        <vt:i4>4</vt:i4>
      </vt:variant>
      <vt:variant>
        <vt:lpstr>Tema</vt:lpstr>
      </vt:variant>
      <vt:variant>
        <vt:i4>1</vt:i4>
      </vt:variant>
      <vt:variant>
        <vt:lpstr>Títulos dos diapositivos</vt:lpstr>
      </vt:variant>
      <vt:variant>
        <vt:i4>35</vt:i4>
      </vt:variant>
    </vt:vector>
  </HeadingPairs>
  <TitlesOfParts>
    <vt:vector size="40" baseType="lpstr">
      <vt:lpstr>Aptos</vt:lpstr>
      <vt:lpstr>Aptos Display</vt:lpstr>
      <vt:lpstr>Arial</vt:lpstr>
      <vt:lpstr>Calibri</vt:lpstr>
      <vt:lpstr>office theme</vt:lpstr>
      <vt:lpstr>Scientific Conference Organization Tool</vt:lpstr>
      <vt:lpstr>Scientific Conference Organization Tool</vt:lpstr>
      <vt:lpstr>Scientific Conference Organization Tool</vt:lpstr>
      <vt:lpstr>TUI</vt:lpstr>
      <vt:lpstr>TUI walkthrough </vt:lpstr>
      <vt:lpstr>TUI (menu)</vt:lpstr>
      <vt:lpstr>TUI (menu)</vt:lpstr>
      <vt:lpstr>Parser</vt:lpstr>
      <vt:lpstr>Parser   How it works</vt:lpstr>
      <vt:lpstr>Parser</vt:lpstr>
      <vt:lpstr>Parser</vt:lpstr>
      <vt:lpstr>Parser Responsibilities</vt:lpstr>
      <vt:lpstr>Parser</vt:lpstr>
      <vt:lpstr>Parser</vt:lpstr>
      <vt:lpstr>Adapter</vt:lpstr>
      <vt:lpstr>Adapter</vt:lpstr>
      <vt:lpstr>Adapter</vt:lpstr>
      <vt:lpstr>            Adapter </vt:lpstr>
      <vt:lpstr>Adapter</vt:lpstr>
      <vt:lpstr>Adapter</vt:lpstr>
      <vt:lpstr>MaxFlow  How it works</vt:lpstr>
      <vt:lpstr> Max Flow – How it works</vt:lpstr>
      <vt:lpstr>MaxFlow</vt:lpstr>
      <vt:lpstr>Tool</vt:lpstr>
      <vt:lpstr>Tool</vt:lpstr>
      <vt:lpstr>Tool How it works</vt:lpstr>
      <vt:lpstr>Tool How it works</vt:lpstr>
      <vt:lpstr>Tool</vt:lpstr>
      <vt:lpstr>Risk Analysis</vt:lpstr>
      <vt:lpstr>Risk analysis (k = 1)</vt:lpstr>
      <vt:lpstr>Risk analysis (k = 1) How it works</vt:lpstr>
      <vt:lpstr>Risk analysis (k = 1)</vt:lpstr>
      <vt:lpstr>Risk analysis (k &gt; 1)</vt:lpstr>
      <vt:lpstr>Risk analysis (k &gt; 1)</vt:lpstr>
      <vt:lpstr>Credits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Francisca Silveira</dc:creator>
  <cp:lastModifiedBy>Francisca Silveira</cp:lastModifiedBy>
  <cp:revision>440</cp:revision>
  <dcterms:created xsi:type="dcterms:W3CDTF">2026-03-29T11:48:47Z</dcterms:created>
  <dcterms:modified xsi:type="dcterms:W3CDTF">2026-03-29T21:08:06Z</dcterms:modified>
</cp:coreProperties>
</file>