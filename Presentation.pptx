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94" r:id="rId2"/>
    <p:sldId id="256" r:id="rId3"/>
    <p:sldId id="260" r:id="rId4"/>
    <p:sldId id="288" r:id="rId5"/>
    <p:sldId id="286" r:id="rId6"/>
    <p:sldId id="283" r:id="rId7"/>
    <p:sldId id="284" r:id="rId8"/>
    <p:sldId id="295" r:id="rId9"/>
    <p:sldId id="289" r:id="rId10"/>
    <p:sldId id="287" r:id="rId11"/>
    <p:sldId id="278" r:id="rId12"/>
    <p:sldId id="277" r:id="rId13"/>
    <p:sldId id="261" r:id="rId14"/>
    <p:sldId id="262" r:id="rId15"/>
    <p:sldId id="263" r:id="rId16"/>
    <p:sldId id="290" r:id="rId17"/>
    <p:sldId id="264" r:id="rId18"/>
    <p:sldId id="279" r:id="rId19"/>
    <p:sldId id="280" r:id="rId20"/>
    <p:sldId id="265" r:id="rId21"/>
    <p:sldId id="266" r:id="rId22"/>
    <p:sldId id="267" r:id="rId23"/>
    <p:sldId id="291" r:id="rId24"/>
    <p:sldId id="268" r:id="rId25"/>
    <p:sldId id="292" r:id="rId26"/>
    <p:sldId id="269" r:id="rId27"/>
    <p:sldId id="281" r:id="rId28"/>
    <p:sldId id="282" r:id="rId29"/>
    <p:sldId id="270" r:id="rId30"/>
    <p:sldId id="293" r:id="rId31"/>
    <p:sldId id="271" r:id="rId32"/>
    <p:sldId id="273" r:id="rId33"/>
    <p:sldId id="272" r:id="rId34"/>
    <p:sldId id="274" r:id="rId35"/>
    <p:sldId id="275" r:id="rId36"/>
    <p:sldId id="276"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7700"/>
    <a:srgbClr val="9D4BEB"/>
    <a:srgbClr val="BB4EE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83C762E-7632-3A9C-59BD-61802419568A}" v="1301" dt="2026-03-30T22:02:40.666"/>
    <p1510:client id="{7874DE53-B0A1-59E0-35BD-E4AA42CBF336}" v="95" dt="2026-03-29T18:26:11.417"/>
    <p1510:client id="{7CE4585B-B9F1-393E-3D9D-A6EB62515CEC}" v="7" dt="2026-03-29T16:10:59.903"/>
    <p1510:client id="{A4CF2488-793A-4E7F-7915-688EB89A2EE2}" v="209" dt="2026-03-29T12:44:04.754"/>
    <p1510:client id="{C9036830-8FA7-D837-C5E9-9580186E49F7}" v="308" dt="2026-03-29T16:09:57.703"/>
    <p1510:client id="{F9633879-8774-89D0-53B8-F95A3F735EB4}" v="861" dt="2026-03-29T18:11:28.9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972" autoAdjust="0"/>
    <p:restoredTop sz="94660"/>
  </p:normalViewPr>
  <p:slideViewPr>
    <p:cSldViewPr snapToGrid="0">
      <p:cViewPr varScale="1">
        <p:scale>
          <a:sx n="74" d="100"/>
          <a:sy n="74" d="100"/>
        </p:scale>
        <p:origin x="811" y="28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diagrams/_rels/data1.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svg"/><Relationship Id="rId1" Type="http://schemas.openxmlformats.org/officeDocument/2006/relationships/image" Target="../media/image1.svg"/><Relationship Id="rId6" Type="http://schemas.openxmlformats.org/officeDocument/2006/relationships/image" Target="../media/image6.svg"/><Relationship Id="rId5" Type="http://schemas.openxmlformats.org/officeDocument/2006/relationships/image" Target="../media/image5.svg"/><Relationship Id="rId4" Type="http://schemas.openxmlformats.org/officeDocument/2006/relationships/image" Target="../media/image4.svg"/></Relationships>
</file>

<file path=ppt/diagrams/_rels/data7.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svg"/><Relationship Id="rId1" Type="http://schemas.openxmlformats.org/officeDocument/2006/relationships/image" Target="../media/image23.svg"/></Relationships>
</file>

<file path=ppt/diagrams/_rels/data9.xml.rels><?xml version="1.0" encoding="UTF-8" standalone="yes"?>
<Relationships xmlns="http://schemas.openxmlformats.org/package/2006/relationships"><Relationship Id="rId2" Type="http://schemas.openxmlformats.org/officeDocument/2006/relationships/image" Target="../media/image28.svg"/><Relationship Id="rId1" Type="http://schemas.openxmlformats.org/officeDocument/2006/relationships/image" Target="../media/image27.svg"/></Relationships>
</file>

<file path=ppt/diagrams/_rels/data10.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image" Target="../media/image30.svg"/><Relationship Id="rId1" Type="http://schemas.openxmlformats.org/officeDocument/2006/relationships/image" Target="../media/image29.svg"/></Relationships>
</file>

<file path=ppt/diagrams/_rels/drawing1.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svg"/><Relationship Id="rId1" Type="http://schemas.openxmlformats.org/officeDocument/2006/relationships/image" Target="../media/image1.svg"/><Relationship Id="rId6" Type="http://schemas.openxmlformats.org/officeDocument/2006/relationships/image" Target="../media/image6.svg"/><Relationship Id="rId5" Type="http://schemas.openxmlformats.org/officeDocument/2006/relationships/image" Target="../media/image5.svg"/><Relationship Id="rId4" Type="http://schemas.openxmlformats.org/officeDocument/2006/relationships/image" Target="../media/image4.svg"/></Relationships>
</file>

<file path=ppt/diagrams/_rels/drawing7.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svg"/><Relationship Id="rId1" Type="http://schemas.openxmlformats.org/officeDocument/2006/relationships/image" Target="../media/image23.svg"/></Relationships>
</file>

<file path=ppt/diagrams/_rels/drawing9.xml.rels><?xml version="1.0" encoding="UTF-8" standalone="yes"?>
<Relationships xmlns="http://schemas.openxmlformats.org/package/2006/relationships"><Relationship Id="rId2" Type="http://schemas.openxmlformats.org/officeDocument/2006/relationships/image" Target="../media/image28.svg"/><Relationship Id="rId1" Type="http://schemas.openxmlformats.org/officeDocument/2006/relationships/image" Target="../media/image27.svg"/></Relationships>
</file>

<file path=ppt/diagrams/_rels/drawing10.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image" Target="../media/image30.svg"/><Relationship Id="rId1" Type="http://schemas.openxmlformats.org/officeDocument/2006/relationships/image" Target="../media/image29.svg"/></Relationships>
</file>

<file path=ppt/diagrams/colors1.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4">
  <dgm:title val=""/>
  <dgm:desc val=""/>
  <dgm:catLst>
    <dgm:cat type="accent1" pri="11400"/>
  </dgm:catLst>
  <dgm:styleLbl name="node0">
    <dgm:fillClrLst meth="cycle">
      <a:schemeClr val="accent1">
        <a:shade val="60000"/>
      </a:schemeClr>
    </dgm:fillClrLst>
    <dgm:linClrLst meth="repeat">
      <a:schemeClr val="lt1"/>
    </dgm:linClrLst>
    <dgm:effectClrLst/>
    <dgm:txLinClrLst/>
    <dgm:txFillClrLst/>
    <dgm:txEffectClrLst/>
  </dgm:styleLbl>
  <dgm:styleLbl name="node1">
    <dgm:fillClrLst meth="cycle">
      <a:schemeClr val="accent1">
        <a:shade val="50000"/>
      </a:schemeClr>
      <a:schemeClr val="accent1">
        <a:tint val="55000"/>
      </a:schemeClr>
    </dgm:fillClrLst>
    <dgm:linClrLst meth="repeat">
      <a:schemeClr val="lt1"/>
    </dgm:linClrLst>
    <dgm:effectClrLst/>
    <dgm:txLinClrLst/>
    <dgm:txFillClrLst/>
    <dgm:txEffectClrLst/>
  </dgm:styleLbl>
  <dgm:styleLbl name="alignNode1">
    <dgm:fillClrLst meth="cycle">
      <a:schemeClr val="accent1">
        <a:shade val="50000"/>
      </a:schemeClr>
      <a:schemeClr val="accent1">
        <a:tint val="55000"/>
      </a:schemeClr>
    </dgm:fillClrLst>
    <dgm:linClrLst meth="cycle">
      <a:schemeClr val="accent1">
        <a:shade val="50000"/>
      </a:schemeClr>
      <a:schemeClr val="accent1">
        <a:tint val="55000"/>
      </a:schemeClr>
    </dgm:linClrLst>
    <dgm:effectClrLst/>
    <dgm:txLinClrLst/>
    <dgm:txFillClrLst/>
    <dgm:txEffectClrLst/>
  </dgm:styleLbl>
  <dgm:styleLbl name="lnNode1">
    <dgm:fillClrLst meth="cycle">
      <a:schemeClr val="accent1">
        <a:shade val="50000"/>
      </a:schemeClr>
      <a:schemeClr val="accent1">
        <a:tint val="55000"/>
      </a:schemeClr>
    </dgm:fillClrLst>
    <dgm:linClrLst meth="repeat">
      <a:schemeClr val="lt1"/>
    </dgm:linClrLst>
    <dgm:effectClrLst/>
    <dgm:txLinClrLst/>
    <dgm:txFillClrLst/>
    <dgm:txEffectClrLst/>
  </dgm:styleLbl>
  <dgm:styleLbl name="vennNode1">
    <dgm:fillClrLst meth="cycle">
      <a:schemeClr val="accent1">
        <a:shade val="80000"/>
        <a:alpha val="50000"/>
      </a:schemeClr>
      <a:schemeClr val="accent1">
        <a:tint val="50000"/>
        <a:alpha val="50000"/>
      </a:schemeClr>
    </dgm:fillClrLst>
    <dgm:linClrLst meth="repeat">
      <a:schemeClr val="lt1"/>
    </dgm:linClrLst>
    <dgm:effectClrLst/>
    <dgm:txLinClrLst/>
    <dgm:txFillClrLst/>
    <dgm:txEffectClrLst/>
  </dgm:styleLbl>
  <dgm:styleLbl name="node2">
    <dgm:fillClrLst>
      <a:schemeClr val="accent1">
        <a:shade val="80000"/>
      </a:schemeClr>
    </dgm:fillClrLst>
    <dgm:linClrLst meth="repeat">
      <a:schemeClr val="lt1"/>
    </dgm:linClrLst>
    <dgm:effectClrLst/>
    <dgm:txLinClrLst/>
    <dgm:txFillClrLst/>
    <dgm:txEffectClrLst/>
  </dgm:styleLbl>
  <dgm:styleLbl name="node3">
    <dgm:fillClrLst>
      <a:schemeClr val="accent1">
        <a:tint val="99000"/>
      </a:schemeClr>
    </dgm:fillClrLst>
    <dgm:linClrLst meth="repeat">
      <a:schemeClr val="lt1"/>
    </dgm:linClrLst>
    <dgm:effectClrLst/>
    <dgm:txLinClrLst/>
    <dgm:txFillClrLst/>
    <dgm:txEffectClrLst/>
  </dgm:styleLbl>
  <dgm:styleLbl name="node4">
    <dgm:fillClrLst>
      <a:schemeClr val="accent1">
        <a:tint val="70000"/>
      </a:schemeClr>
    </dgm:fillClrLst>
    <dgm:linClrLst meth="repeat">
      <a:schemeClr val="lt1"/>
    </dgm:linClrLst>
    <dgm:effectClrLst/>
    <dgm:txLinClrLst/>
    <dgm:txFillClrLst/>
    <dgm:txEffectClrLst/>
  </dgm:styleLbl>
  <dgm:styleLbl name="fg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fg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bg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sibTrans1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accent1">
        <a:shade val="80000"/>
      </a:schemeClr>
    </dgm:fillClrLst>
    <dgm:linClrLst meth="repeat">
      <a:schemeClr val="lt1"/>
    </dgm:linClrLst>
    <dgm:effectClrLst/>
    <dgm:txLinClrLst/>
    <dgm:txFillClrLst/>
    <dgm:txEffectClrLst/>
  </dgm:styleLbl>
  <dgm:styleLbl name="asst1">
    <dgm:fillClrLst meth="repeat">
      <a:schemeClr val="accent1">
        <a:shade val="80000"/>
      </a:schemeClr>
    </dgm:fillClrLst>
    <dgm:linClrLst meth="repeat">
      <a:schemeClr val="lt1"/>
    </dgm:linClrLst>
    <dgm:effectClrLst/>
    <dgm:txLinClrLst/>
    <dgm:txFillClrLst/>
    <dgm:txEffectClrLst/>
  </dgm:styleLbl>
  <dgm:styleLbl name="asst2">
    <dgm:fillClrLst>
      <a:schemeClr val="accent1">
        <a:tint val="90000"/>
      </a:schemeClr>
    </dgm:fillClrLst>
    <dgm:linClrLst meth="repeat">
      <a:schemeClr val="lt1"/>
    </dgm:linClrLst>
    <dgm:effectClrLst/>
    <dgm:txLinClrLst/>
    <dgm:txFillClrLst/>
    <dgm:txEffectClrLst/>
  </dgm:styleLbl>
  <dgm:styleLbl name="asst3">
    <dgm:fillClrLst>
      <a:schemeClr val="accent1">
        <a:tint val="70000"/>
      </a:schemeClr>
    </dgm:fillClrLst>
    <dgm:linClrLst meth="repeat">
      <a:schemeClr val="lt1"/>
    </dgm:linClrLst>
    <dgm:effectClrLst/>
    <dgm:txLinClrLst/>
    <dgm:txFillClrLst/>
    <dgm:txEffectClrLst/>
  </dgm:styleLbl>
  <dgm:styleLbl name="asst4">
    <dgm:fillClrLst>
      <a:schemeClr val="accent1">
        <a:tint val="50000"/>
      </a:schemeClr>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shade val="80000"/>
      </a:schemeClr>
    </dgm:linClrLst>
    <dgm:effectClrLst/>
    <dgm:txLinClrLst/>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dk1"/>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0000"/>
      </a:schemeClr>
    </dgm:fillClrLst>
    <dgm:linClrLst meth="repeat">
      <a:schemeClr val="accent1">
        <a:tint val="90000"/>
      </a:schemeClr>
    </dgm:linClrLst>
    <dgm:effectClrLst/>
    <dgm:txLinClrLst/>
    <dgm:txFillClrLst meth="repeat">
      <a:schemeClr val="tx1"/>
    </dgm:txFillClrLst>
    <dgm:txEffectClrLst/>
  </dgm:styleLbl>
  <dgm:styleLbl name="parChTrans1D3">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parChTrans1D4">
    <dgm:fillClrLst meth="repeat">
      <a:schemeClr val="accent1">
        <a:tint val="50000"/>
      </a:schemeClr>
    </dgm:fillClrLst>
    <dgm:linClrLst meth="repeat">
      <a:schemeClr val="accent1">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conF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align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trAlignAcc1">
    <dgm:fillClrLst meth="repeat">
      <a:schemeClr val="lt1">
        <a:alpha val="55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solidFgAcc1">
    <dgm:fillClrLst meth="repeat">
      <a:schemeClr val="lt1"/>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55000"/>
      </a:schemeClr>
    </dgm:fillClrLst>
    <dgm:linClrLst meth="repeat">
      <a:schemeClr val="accent1">
        <a:alpha val="90000"/>
        <a:tint val="55000"/>
      </a:schemeClr>
    </dgm:linClrLst>
    <dgm:effectClrLst/>
    <dgm:txLinClrLst/>
    <dgm:txFillClrLst meth="repeat">
      <a:schemeClr val="dk1"/>
    </dgm:txFillClrLst>
    <dgm:txEffectClrLst/>
  </dgm:styleLbl>
  <dgm:styleLbl name="alignAccFollowNode1">
    <dgm:fillClrLst meth="repeat">
      <a:schemeClr val="accent1">
        <a:alpha val="90000"/>
        <a:tint val="55000"/>
      </a:schemeClr>
    </dgm:fillClrLst>
    <dgm:linClrLst meth="repeat">
      <a:schemeClr val="accent1">
        <a:alpha val="90000"/>
        <a:tint val="55000"/>
      </a:schemeClr>
    </dgm:linClrLst>
    <dgm:effectClrLst/>
    <dgm:txLinClrLst/>
    <dgm:txFillClrLst meth="repeat">
      <a:schemeClr val="dk1"/>
    </dgm:txFillClrLst>
    <dgm:txEffectClrLst/>
  </dgm:styleLbl>
  <dgm:styleLbl name="bgAccFollowNode1">
    <dgm:fillClrLst meth="repeat">
      <a:schemeClr val="accent1">
        <a:alpha val="90000"/>
        <a:tint val="55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50000"/>
      </a:schemeClr>
    </dgm:linClrLst>
    <dgm:effectClrLst/>
    <dgm:txLinClrLst/>
    <dgm:txFillClrLst meth="repeat">
      <a:schemeClr val="dk1"/>
    </dgm:txFillClrLst>
    <dgm:txEffectClrLst/>
  </dgm:styleLbl>
  <dgm:styleLbl name="bgShp">
    <dgm:fillClrLst meth="repeat">
      <a:schemeClr val="accent1">
        <a:tint val="55000"/>
      </a:schemeClr>
    </dgm:fillClrLst>
    <dgm:linClrLst meth="repeat">
      <a:schemeClr val="dk1"/>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55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55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4_4">
  <dgm:title val=""/>
  <dgm:desc val=""/>
  <dgm:catLst>
    <dgm:cat type="accent4" pri="11400"/>
  </dgm:catLst>
  <dgm:styleLbl name="node0">
    <dgm:fillClrLst meth="cycle">
      <a:schemeClr val="accent4">
        <a:shade val="60000"/>
      </a:schemeClr>
    </dgm:fillClrLst>
    <dgm:linClrLst meth="repeat">
      <a:schemeClr val="lt1"/>
    </dgm:linClrLst>
    <dgm:effectClrLst/>
    <dgm:txLinClrLst/>
    <dgm:txFillClrLst/>
    <dgm:txEffectClrLst/>
  </dgm:styleLbl>
  <dgm:styleLbl name="node1">
    <dgm:fillClrLst meth="cycle">
      <a:schemeClr val="accent4">
        <a:shade val="50000"/>
      </a:schemeClr>
      <a:schemeClr val="accent4">
        <a:tint val="55000"/>
      </a:schemeClr>
    </dgm:fillClrLst>
    <dgm:linClrLst meth="repeat">
      <a:schemeClr val="lt1"/>
    </dgm:linClrLst>
    <dgm:effectClrLst/>
    <dgm:txLinClrLst/>
    <dgm:txFillClrLst/>
    <dgm:txEffectClrLst/>
  </dgm:styleLbl>
  <dgm:styleLbl name="alignNode1">
    <dgm:fillClrLst meth="cycle">
      <a:schemeClr val="accent4">
        <a:shade val="50000"/>
      </a:schemeClr>
      <a:schemeClr val="accent4">
        <a:tint val="55000"/>
      </a:schemeClr>
    </dgm:fillClrLst>
    <dgm:linClrLst meth="cycle">
      <a:schemeClr val="accent4">
        <a:shade val="50000"/>
      </a:schemeClr>
      <a:schemeClr val="accent4">
        <a:tint val="55000"/>
      </a:schemeClr>
    </dgm:linClrLst>
    <dgm:effectClrLst/>
    <dgm:txLinClrLst/>
    <dgm:txFillClrLst/>
    <dgm:txEffectClrLst/>
  </dgm:styleLbl>
  <dgm:styleLbl name="lnNode1">
    <dgm:fillClrLst meth="cycle">
      <a:schemeClr val="accent4">
        <a:shade val="50000"/>
      </a:schemeClr>
      <a:schemeClr val="accent4">
        <a:tint val="55000"/>
      </a:schemeClr>
    </dgm:fillClrLst>
    <dgm:linClrLst meth="repeat">
      <a:schemeClr val="lt1"/>
    </dgm:linClrLst>
    <dgm:effectClrLst/>
    <dgm:txLinClrLst/>
    <dgm:txFillClrLst/>
    <dgm:txEffectClrLst/>
  </dgm:styleLbl>
  <dgm:styleLbl name="vennNode1">
    <dgm:fillClrLst meth="cycle">
      <a:schemeClr val="accent4">
        <a:shade val="80000"/>
        <a:alpha val="50000"/>
      </a:schemeClr>
      <a:schemeClr val="accent4">
        <a:tint val="50000"/>
        <a:alpha val="50000"/>
      </a:schemeClr>
    </dgm:fillClrLst>
    <dgm:linClrLst meth="repeat">
      <a:schemeClr val="lt1"/>
    </dgm:linClrLst>
    <dgm:effectClrLst/>
    <dgm:txLinClrLst/>
    <dgm:txFillClrLst/>
    <dgm:txEffectClrLst/>
  </dgm:styleLbl>
  <dgm:styleLbl name="node2">
    <dgm:fillClrLst>
      <a:schemeClr val="accent4">
        <a:shade val="80000"/>
      </a:schemeClr>
    </dgm:fillClrLst>
    <dgm:linClrLst meth="repeat">
      <a:schemeClr val="lt1"/>
    </dgm:linClrLst>
    <dgm:effectClrLst/>
    <dgm:txLinClrLst/>
    <dgm:txFillClrLst/>
    <dgm:txEffectClrLst/>
  </dgm:styleLbl>
  <dgm:styleLbl name="node3">
    <dgm:fillClrLst>
      <a:schemeClr val="accent4">
        <a:tint val="99000"/>
      </a:schemeClr>
    </dgm:fillClrLst>
    <dgm:linClrLst meth="repeat">
      <a:schemeClr val="lt1"/>
    </dgm:linClrLst>
    <dgm:effectClrLst/>
    <dgm:txLinClrLst/>
    <dgm:txFillClrLst/>
    <dgm:txEffectClrLst/>
  </dgm:styleLbl>
  <dgm:styleLbl name="node4">
    <dgm:fillClrLst>
      <a:schemeClr val="accent4">
        <a:tint val="70000"/>
      </a:schemeClr>
    </dgm:fillClrLst>
    <dgm:linClrLst meth="repeat">
      <a:schemeClr val="lt1"/>
    </dgm:linClrLst>
    <dgm:effectClrLst/>
    <dgm:txLinClrLst/>
    <dgm:txFillClrLst/>
    <dgm:txEffectClrLst/>
  </dgm:styleLbl>
  <dgm:styleLbl name="fgImgPlace1">
    <dgm:fillClrLst>
      <a:schemeClr val="accent4">
        <a:tint val="50000"/>
      </a:schemeClr>
      <a:schemeClr val="accent4">
        <a:tint val="55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4">
        <a:tint val="55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4">
        <a:tint val="55000"/>
      </a:schemeClr>
    </dgm:fillClrLst>
    <dgm:linClrLst meth="repeat">
      <a:schemeClr val="lt1"/>
    </dgm:linClrLst>
    <dgm:effectClrLst/>
    <dgm:txLinClrLst/>
    <dgm:txFillClrLst meth="repeat">
      <a:schemeClr val="lt1"/>
    </dgm:txFillClrLst>
    <dgm:txEffectClrLst/>
  </dgm:styleLbl>
  <dgm:styleLbl name="sibTrans2D1">
    <dgm:fillClrLst meth="cycle">
      <a:schemeClr val="accent4">
        <a:shade val="90000"/>
      </a:schemeClr>
      <a:schemeClr val="accent4">
        <a:tint val="50000"/>
      </a:schemeClr>
    </dgm:fillClrLst>
    <dgm:linClrLst meth="cycle">
      <a:schemeClr val="accent4">
        <a:shade val="90000"/>
      </a:schemeClr>
      <a:schemeClr val="accent4">
        <a:tint val="50000"/>
      </a:schemeClr>
    </dgm:linClrLst>
    <dgm:effectClrLst/>
    <dgm:txLinClrLst/>
    <dgm:txFillClrLst/>
    <dgm:txEffectClrLst/>
  </dgm:styleLbl>
  <dgm:styleLbl name="fgSibTrans2D1">
    <dgm:fillClrLst meth="cycle">
      <a:schemeClr val="accent4">
        <a:shade val="90000"/>
      </a:schemeClr>
      <a:schemeClr val="accent4">
        <a:tint val="50000"/>
      </a:schemeClr>
    </dgm:fillClrLst>
    <dgm:linClrLst meth="cycle">
      <a:schemeClr val="accent4">
        <a:shade val="90000"/>
      </a:schemeClr>
      <a:schemeClr val="accent4">
        <a:tint val="50000"/>
      </a:schemeClr>
    </dgm:linClrLst>
    <dgm:effectClrLst/>
    <dgm:txLinClrLst/>
    <dgm:txFillClrLst/>
    <dgm:txEffectClrLst/>
  </dgm:styleLbl>
  <dgm:styleLbl name="bgSibTrans2D1">
    <dgm:fillClrLst meth="cycle">
      <a:schemeClr val="accent4">
        <a:shade val="90000"/>
      </a:schemeClr>
      <a:schemeClr val="accent4">
        <a:tint val="50000"/>
      </a:schemeClr>
    </dgm:fillClrLst>
    <dgm:linClrLst meth="cycle">
      <a:schemeClr val="accent4">
        <a:shade val="90000"/>
      </a:schemeClr>
      <a:schemeClr val="accent4">
        <a:tint val="50000"/>
      </a:schemeClr>
    </dgm:linClrLst>
    <dgm:effectClrLst/>
    <dgm:txLinClrLst/>
    <dgm:txFillClrLst/>
    <dgm:txEffectClrLst/>
  </dgm:styleLbl>
  <dgm:styleLbl name="sibTrans1D1">
    <dgm:fillClrLst meth="cycle">
      <a:schemeClr val="accent4">
        <a:shade val="90000"/>
      </a:schemeClr>
      <a:schemeClr val="accent4">
        <a:tint val="50000"/>
      </a:schemeClr>
    </dgm:fillClrLst>
    <dgm:linClrLst meth="cycle">
      <a:schemeClr val="accent4">
        <a:shade val="90000"/>
      </a:schemeClr>
      <a:schemeClr val="accent4">
        <a:tint val="50000"/>
      </a:schemeClr>
    </dgm:linClrLst>
    <dgm:effectClrLst/>
    <dgm:txLinClrLst/>
    <dgm:txFillClrLst meth="repeat">
      <a:schemeClr val="tx1"/>
    </dgm:txFillClrLst>
    <dgm:txEffectClrLst/>
  </dgm:styleLbl>
  <dgm:styleLbl name="callout">
    <dgm:fillClrLst meth="repeat">
      <a:schemeClr val="accent4"/>
    </dgm:fillClrLst>
    <dgm:linClrLst meth="repeat">
      <a:schemeClr val="accent4"/>
    </dgm:linClrLst>
    <dgm:effectClrLst/>
    <dgm:txLinClrLst/>
    <dgm:txFillClrLst meth="repeat">
      <a:schemeClr val="tx1"/>
    </dgm:txFillClrLst>
    <dgm:txEffectClrLst/>
  </dgm:styleLbl>
  <dgm:styleLbl name="asst0">
    <dgm:fillClrLst meth="repeat">
      <a:schemeClr val="accent4">
        <a:shade val="80000"/>
      </a:schemeClr>
    </dgm:fillClrLst>
    <dgm:linClrLst meth="repeat">
      <a:schemeClr val="lt1"/>
    </dgm:linClrLst>
    <dgm:effectClrLst/>
    <dgm:txLinClrLst/>
    <dgm:txFillClrLst/>
    <dgm:txEffectClrLst/>
  </dgm:styleLbl>
  <dgm:styleLbl name="asst1">
    <dgm:fillClrLst meth="repeat">
      <a:schemeClr val="accent4">
        <a:shade val="80000"/>
      </a:schemeClr>
    </dgm:fillClrLst>
    <dgm:linClrLst meth="repeat">
      <a:schemeClr val="lt1"/>
    </dgm:linClrLst>
    <dgm:effectClrLst/>
    <dgm:txLinClrLst/>
    <dgm:txFillClrLst/>
    <dgm:txEffectClrLst/>
  </dgm:styleLbl>
  <dgm:styleLbl name="asst2">
    <dgm:fillClrLst>
      <a:schemeClr val="accent4">
        <a:tint val="90000"/>
      </a:schemeClr>
    </dgm:fillClrLst>
    <dgm:linClrLst meth="repeat">
      <a:schemeClr val="lt1"/>
    </dgm:linClrLst>
    <dgm:effectClrLst/>
    <dgm:txLinClrLst/>
    <dgm:txFillClrLst/>
    <dgm:txEffectClrLst/>
  </dgm:styleLbl>
  <dgm:styleLbl name="asst3">
    <dgm:fillClrLst>
      <a:schemeClr val="accent4">
        <a:tint val="70000"/>
      </a:schemeClr>
    </dgm:fillClrLst>
    <dgm:linClrLst meth="repeat">
      <a:schemeClr val="lt1"/>
    </dgm:linClrLst>
    <dgm:effectClrLst/>
    <dgm:txLinClrLst/>
    <dgm:txFillClrLst/>
    <dgm:txEffectClrLst/>
  </dgm:styleLbl>
  <dgm:styleLbl name="asst4">
    <dgm:fillClrLst>
      <a:schemeClr val="accent4">
        <a:tint val="50000"/>
      </a:schemeClr>
    </dgm:fillClrLst>
    <dgm:linClrLst meth="repeat">
      <a:schemeClr val="lt1"/>
    </dgm:linClrLst>
    <dgm:effectClrLst/>
    <dgm:txLinClrLst/>
    <dgm:txFillClrLst/>
    <dgm:txEffectClrLst/>
  </dgm:styleLbl>
  <dgm:styleLbl name="parChTrans2D1">
    <dgm:fillClrLst meth="repeat">
      <a:schemeClr val="accent4">
        <a:tint val="60000"/>
      </a:schemeClr>
    </dgm:fillClrLst>
    <dgm:linClrLst meth="repeat">
      <a:schemeClr val="accent4">
        <a:shade val="80000"/>
      </a:schemeClr>
    </dgm:linClrLst>
    <dgm:effectClrLst/>
    <dgm:txLinClrLst/>
    <dgm:txFillClrLst/>
    <dgm:txEffectClrLst/>
  </dgm:styleLbl>
  <dgm:styleLbl name="parChTrans2D2">
    <dgm:fillClrLst meth="repeat">
      <a:schemeClr val="accent4">
        <a:tint val="90000"/>
      </a:schemeClr>
    </dgm:fillClrLst>
    <dgm:linClrLst meth="repeat">
      <a:schemeClr val="accent4">
        <a:tint val="90000"/>
      </a:schemeClr>
    </dgm:linClrLst>
    <dgm:effectClrLst/>
    <dgm:txLinClrLst/>
    <dgm:txFillClrLst/>
    <dgm:txEffectClrLst/>
  </dgm:styleLbl>
  <dgm:styleLbl name="parChTrans2D3">
    <dgm:fillClrLst meth="repeat">
      <a:schemeClr val="accent4">
        <a:tint val="70000"/>
      </a:schemeClr>
    </dgm:fillClrLst>
    <dgm:linClrLst meth="repeat">
      <a:schemeClr val="accent4">
        <a:tint val="70000"/>
      </a:schemeClr>
    </dgm:linClrLst>
    <dgm:effectClrLst/>
    <dgm:txLinClrLst/>
    <dgm:txFillClrLst/>
    <dgm:txEffectClrLst/>
  </dgm:styleLbl>
  <dgm:styleLbl name="parChTrans2D4">
    <dgm:fillClrLst meth="repeat">
      <a:schemeClr val="accent4">
        <a:tint val="50000"/>
      </a:schemeClr>
    </dgm:fillClrLst>
    <dgm:linClrLst meth="repeat">
      <a:schemeClr val="accent4">
        <a:tint val="50000"/>
      </a:schemeClr>
    </dgm:linClrLst>
    <dgm:effectClrLst/>
    <dgm:txLinClrLst/>
    <dgm:txFillClrLst meth="repeat">
      <a:schemeClr val="dk1"/>
    </dgm:txFillClrLst>
    <dgm:txEffectClrLst/>
  </dgm:styleLbl>
  <dgm:styleLbl name="parChTrans1D1">
    <dgm:fillClrLst meth="repeat">
      <a:schemeClr val="accent4">
        <a:shade val="80000"/>
      </a:schemeClr>
    </dgm:fillClrLst>
    <dgm:linClrLst meth="repeat">
      <a:schemeClr val="accent4">
        <a:shade val="80000"/>
      </a:schemeClr>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4">
        <a:tint val="90000"/>
      </a:schemeClr>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4">
        <a:tint val="70000"/>
      </a:schemeClr>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4">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meth="cycle">
      <a:schemeClr val="accent4">
        <a:shade val="50000"/>
      </a:schemeClr>
      <a:schemeClr val="accent4">
        <a:tint val="55000"/>
      </a:schemeClr>
    </dgm:linClrLst>
    <dgm:effectClrLst/>
    <dgm:txLinClrLst/>
    <dgm:txFillClrLst meth="repeat">
      <a:schemeClr val="dk1"/>
    </dgm:txFillClrLst>
    <dgm:txEffectClrLst/>
  </dgm:styleLbl>
  <dgm:styleLbl name="conFgAcc1">
    <dgm:fillClrLst meth="repeat">
      <a:schemeClr val="lt1">
        <a:alpha val="90000"/>
      </a:schemeClr>
    </dgm:fillClrLst>
    <dgm:linClrLst meth="cycle">
      <a:schemeClr val="accent4">
        <a:shade val="50000"/>
      </a:schemeClr>
      <a:schemeClr val="accent4">
        <a:tint val="55000"/>
      </a:schemeClr>
    </dgm:linClrLst>
    <dgm:effectClrLst/>
    <dgm:txLinClrLst/>
    <dgm:txFillClrLst meth="repeat">
      <a:schemeClr val="dk1"/>
    </dgm:txFillClrLst>
    <dgm:txEffectClrLst/>
  </dgm:styleLbl>
  <dgm:styleLbl name="alignAcc1">
    <dgm:fillClrLst meth="repeat">
      <a:schemeClr val="lt1">
        <a:alpha val="90000"/>
      </a:schemeClr>
    </dgm:fillClrLst>
    <dgm:linClrLst meth="cycle">
      <a:schemeClr val="accent4">
        <a:shade val="50000"/>
      </a:schemeClr>
      <a:schemeClr val="accent4">
        <a:tint val="55000"/>
      </a:schemeClr>
    </dgm:linClrLst>
    <dgm:effectClrLst/>
    <dgm:txLinClrLst/>
    <dgm:txFillClrLst meth="repeat">
      <a:schemeClr val="dk1"/>
    </dgm:txFillClrLst>
    <dgm:txEffectClrLst/>
  </dgm:styleLbl>
  <dgm:styleLbl name="trAlignAcc1">
    <dgm:fillClrLst meth="repeat">
      <a:schemeClr val="lt1">
        <a:alpha val="55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meth="cycle">
      <a:schemeClr val="accent4">
        <a:shade val="50000"/>
      </a:schemeClr>
      <a:schemeClr val="accent4">
        <a:tint val="55000"/>
      </a:schemeClr>
    </dgm:linClrLst>
    <dgm:effectClrLst/>
    <dgm:txLinClrLst/>
    <dgm:txFillClrLst meth="repeat">
      <a:schemeClr val="dk1"/>
    </dgm:txFillClrLst>
    <dgm:txEffectClrLst/>
  </dgm:styleLbl>
  <dgm:styleLbl name="solidFgAcc1">
    <dgm:fillClrLst meth="repeat">
      <a:schemeClr val="lt1"/>
    </dgm:fillClrLst>
    <dgm:linClrLst meth="cycle">
      <a:schemeClr val="accent4">
        <a:shade val="50000"/>
      </a:schemeClr>
      <a:schemeClr val="accent4">
        <a:tint val="55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accent4">
        <a:alpha val="90000"/>
        <a:tint val="55000"/>
      </a:schemeClr>
    </dgm:fillClrLst>
    <dgm:linClrLst meth="repeat">
      <a:schemeClr val="accent4">
        <a:alpha val="90000"/>
        <a:tint val="55000"/>
      </a:schemeClr>
    </dgm:linClrLst>
    <dgm:effectClrLst/>
    <dgm:txLinClrLst/>
    <dgm:txFillClrLst meth="repeat">
      <a:schemeClr val="dk1"/>
    </dgm:txFillClrLst>
    <dgm:txEffectClrLst/>
  </dgm:styleLbl>
  <dgm:styleLbl name="alignAccFollowNode1">
    <dgm:fillClrLst meth="repeat">
      <a:schemeClr val="accent4">
        <a:alpha val="90000"/>
        <a:tint val="55000"/>
      </a:schemeClr>
    </dgm:fillClrLst>
    <dgm:linClrLst meth="repeat">
      <a:schemeClr val="accent4">
        <a:alpha val="90000"/>
        <a:tint val="55000"/>
      </a:schemeClr>
    </dgm:linClrLst>
    <dgm:effectClrLst/>
    <dgm:txLinClrLst/>
    <dgm:txFillClrLst meth="repeat">
      <a:schemeClr val="dk1"/>
    </dgm:txFillClrLst>
    <dgm:txEffectClrLst/>
  </dgm:styleLbl>
  <dgm:styleLbl name="bgAccFollowNode1">
    <dgm:fillClrLst meth="repeat">
      <a:schemeClr val="accent4">
        <a:alpha val="90000"/>
        <a:tint val="55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a:tint val="50000"/>
      </a:schemeClr>
    </dgm:linClrLst>
    <dgm:effectClrLst/>
    <dgm:txLinClrLst/>
    <dgm:txFillClrLst meth="repeat">
      <a:schemeClr val="dk1"/>
    </dgm:txFillClrLst>
    <dgm:txEffectClrLst/>
  </dgm:styleLbl>
  <dgm:styleLbl name="bgShp">
    <dgm:fillClrLst meth="repeat">
      <a:schemeClr val="accent4">
        <a:tint val="55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55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55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1">
  <dgm:title val=""/>
  <dgm:desc val=""/>
  <dgm:catLst>
    <dgm:cat type="accent6" pri="11100"/>
  </dgm:catLst>
  <dgm:styleLbl name="node0">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6">
        <a:shade val="80000"/>
      </a:schemeClr>
    </dgm:linClrLst>
    <dgm:effectClrLst/>
    <dgm:txLinClrLst/>
    <dgm:txFillClrLst/>
    <dgm:txEffectClrLst/>
  </dgm:styleLbl>
  <dgm:styleLbl name="node2">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fgImgPlace1">
    <dgm:fillClrLst meth="repeat">
      <a:schemeClr val="accent6">
        <a:tint val="40000"/>
      </a:schemeClr>
    </dgm:fillClrLst>
    <dgm:linClrLst meth="repeat">
      <a:schemeClr val="accent6">
        <a:shade val="80000"/>
      </a:schemeClr>
    </dgm:linClrLst>
    <dgm:effectClrLst/>
    <dgm:txLinClrLst/>
    <dgm:txFillClrLst meth="repeat">
      <a:schemeClr val="lt1"/>
    </dgm:txFillClrLst>
    <dgm:txEffectClrLst/>
  </dgm:styleLbl>
  <dgm:styleLbl name="alignImgPlace1">
    <dgm:fillClrLst meth="repeat">
      <a:schemeClr val="accent6">
        <a:tint val="40000"/>
      </a:schemeClr>
    </dgm:fillClrLst>
    <dgm:linClrLst meth="repeat">
      <a:schemeClr val="accent6">
        <a:shade val="80000"/>
      </a:schemeClr>
    </dgm:linClrLst>
    <dgm:effectClrLst/>
    <dgm:txLinClrLst/>
    <dgm:txFillClrLst meth="repeat">
      <a:schemeClr val="lt1"/>
    </dgm:txFillClrLst>
    <dgm:txEffectClrLst/>
  </dgm:styleLbl>
  <dgm:styleLbl name="bgImgPlace1">
    <dgm:fillClrLst meth="repeat">
      <a:schemeClr val="accent6">
        <a:tint val="40000"/>
      </a:schemeClr>
    </dgm:fillClrLst>
    <dgm:linClrLst meth="repeat">
      <a:schemeClr val="accent6">
        <a:shade val="80000"/>
      </a:schemeClr>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meth="repeat">
      <a:schemeClr val="dk1"/>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meth="repeat">
      <a:schemeClr val="dk1"/>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meth="repeat">
      <a:schemeClr val="dk1"/>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dgm:linClrLst>
    <dgm:effectClrLst/>
    <dgm:txLinClrLst/>
    <dgm:txFillClrLst meth="repeat">
      <a:schemeClr val="tx1"/>
    </dgm:txFillClrLst>
    <dgm:txEffectClrLst/>
  </dgm:styleLbl>
  <dgm:styleLbl name="asst0">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dgm:txEffectClrLst/>
  </dgm:styleLbl>
  <dgm:styleLbl name="parChTrans2D2">
    <dgm:fillClrLst meth="repeat">
      <a:schemeClr val="accent6"/>
    </dgm:fillClrLst>
    <dgm:linClrLst meth="repeat">
      <a:schemeClr val="accent6"/>
    </dgm:linClrLst>
    <dgm:effectClrLst/>
    <dgm:txLinClrLst/>
    <dgm:txFillClrLst/>
    <dgm:txEffectClrLst/>
  </dgm:styleLbl>
  <dgm:styleLbl name="parChTrans2D3">
    <dgm:fillClrLst meth="repeat">
      <a:schemeClr val="accent6"/>
    </dgm:fillClrLst>
    <dgm:linClrLst meth="repeat">
      <a:schemeClr val="accent6"/>
    </dgm:linClrLst>
    <dgm:effectClrLst/>
    <dgm:txLinClrLst/>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conFgAcc1">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alignAcc1">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trAlignAcc1">
    <dgm:fillClrLst meth="repeat">
      <a:schemeClr val="accent6">
        <a:alpha val="40000"/>
        <a:tint val="40000"/>
      </a:schemeClr>
    </dgm:fillClrLst>
    <dgm:linClrLst meth="repeat">
      <a:schemeClr val="accent6"/>
    </dgm:linClrLst>
    <dgm:effectClrLst/>
    <dgm:txLinClrLst/>
    <dgm:txFillClrLst meth="repeat">
      <a:schemeClr val="dk1"/>
    </dgm:txFillClrLst>
    <dgm:txEffectClrLst/>
  </dgm:styleLbl>
  <dgm:styleLbl name="bgAcc1">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6">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6">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6">
        <a:alpha val="90000"/>
      </a:schemeClr>
    </dgm:linClrLst>
    <dgm:effectClrLst/>
    <dgm:txLinClrLst/>
    <dgm:txFillClrLst meth="repeat">
      <a:schemeClr val="dk1"/>
    </dgm:txFillClrLst>
    <dgm:txEffectClrLst/>
  </dgm:styleLbl>
  <dgm:styleLbl name="fgAcc0">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fgAcc2">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fgAcc3">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fgAcc4">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1D9B3E4-1080-4243-801C-947AE31331EF}" type="doc">
      <dgm:prSet loTypeId="urn:microsoft.com/office/officeart/2018/2/layout/IconVerticalSolidList" loCatId="icon" qsTypeId="urn:microsoft.com/office/officeart/2005/8/quickstyle/simple1" qsCatId="simple" csTypeId="urn:microsoft.com/office/officeart/2005/8/colors/accent0_3" csCatId="mainScheme" phldr="1"/>
      <dgm:spPr/>
      <dgm:t>
        <a:bodyPr/>
        <a:lstStyle/>
        <a:p>
          <a:endParaRPr lang="en-US"/>
        </a:p>
      </dgm:t>
    </dgm:pt>
    <dgm:pt modelId="{AE57C298-189D-4B14-A0EE-064D9767BE59}">
      <dgm:prSet/>
      <dgm:spPr/>
      <dgm:t>
        <a:bodyPr/>
        <a:lstStyle/>
        <a:p>
          <a:pPr>
            <a:lnSpc>
              <a:spcPct val="100000"/>
            </a:lnSpc>
          </a:pPr>
          <a:r>
            <a:rPr lang="en-US" dirty="0"/>
            <a:t>Set of articles with domains </a:t>
          </a:r>
        </a:p>
      </dgm:t>
    </dgm:pt>
    <dgm:pt modelId="{7404C724-BAFE-455A-A22F-1414750A1107}" type="parTrans" cxnId="{FACE7A30-F598-4D0D-843B-8AC316B15D3B}">
      <dgm:prSet/>
      <dgm:spPr/>
      <dgm:t>
        <a:bodyPr/>
        <a:lstStyle/>
        <a:p>
          <a:endParaRPr lang="en-US"/>
        </a:p>
      </dgm:t>
    </dgm:pt>
    <dgm:pt modelId="{67268BAA-C63C-4A38-9964-AA2DD1E01A61}" type="sibTrans" cxnId="{FACE7A30-F598-4D0D-843B-8AC316B15D3B}">
      <dgm:prSet/>
      <dgm:spPr/>
      <dgm:t>
        <a:bodyPr/>
        <a:lstStyle/>
        <a:p>
          <a:endParaRPr lang="en-US"/>
        </a:p>
      </dgm:t>
    </dgm:pt>
    <dgm:pt modelId="{DF4647D3-EAB0-43A4-A80F-628631A9D38F}">
      <dgm:prSet/>
      <dgm:spPr/>
      <dgm:t>
        <a:bodyPr/>
        <a:lstStyle/>
        <a:p>
          <a:pPr>
            <a:lnSpc>
              <a:spcPct val="100000"/>
            </a:lnSpc>
          </a:pPr>
          <a:r>
            <a:rPr lang="en-US"/>
            <a:t>Set of reviewers with expertise in certain domains</a:t>
          </a:r>
        </a:p>
      </dgm:t>
    </dgm:pt>
    <dgm:pt modelId="{521AF1C4-FDC0-4661-BFD9-2F107BCBF9CB}" type="parTrans" cxnId="{5FA737ED-6DF4-4F5C-8261-7F3A16475902}">
      <dgm:prSet/>
      <dgm:spPr/>
      <dgm:t>
        <a:bodyPr/>
        <a:lstStyle/>
        <a:p>
          <a:endParaRPr lang="en-US"/>
        </a:p>
      </dgm:t>
    </dgm:pt>
    <dgm:pt modelId="{C9906BAD-73AB-4A61-89F3-95DE7047BC73}" type="sibTrans" cxnId="{5FA737ED-6DF4-4F5C-8261-7F3A16475902}">
      <dgm:prSet/>
      <dgm:spPr/>
      <dgm:t>
        <a:bodyPr/>
        <a:lstStyle/>
        <a:p>
          <a:endParaRPr lang="en-US"/>
        </a:p>
      </dgm:t>
    </dgm:pt>
    <dgm:pt modelId="{840FFD35-9D67-4209-843A-FB1A7FA6754C}">
      <dgm:prSet/>
      <dgm:spPr/>
      <dgm:t>
        <a:bodyPr/>
        <a:lstStyle/>
        <a:p>
          <a:pPr>
            <a:lnSpc>
              <a:spcPct val="100000"/>
            </a:lnSpc>
          </a:pPr>
          <a:r>
            <a:rPr lang="en-US"/>
            <a:t>Find the best or one of the best distributions</a:t>
          </a:r>
        </a:p>
      </dgm:t>
    </dgm:pt>
    <dgm:pt modelId="{3CE2166A-EBF4-4BB3-8E0C-0946884A1B66}" type="parTrans" cxnId="{474D6B68-D995-4EB6-B23B-8DD2B35D9661}">
      <dgm:prSet/>
      <dgm:spPr/>
      <dgm:t>
        <a:bodyPr/>
        <a:lstStyle/>
        <a:p>
          <a:endParaRPr lang="en-US"/>
        </a:p>
      </dgm:t>
    </dgm:pt>
    <dgm:pt modelId="{2AC1419F-D867-4F6C-9C2D-EC268BB9E69F}" type="sibTrans" cxnId="{474D6B68-D995-4EB6-B23B-8DD2B35D9661}">
      <dgm:prSet/>
      <dgm:spPr/>
      <dgm:t>
        <a:bodyPr/>
        <a:lstStyle/>
        <a:p>
          <a:endParaRPr lang="en-US"/>
        </a:p>
      </dgm:t>
    </dgm:pt>
    <dgm:pt modelId="{6D674383-DA23-4E22-A089-84353C893A99}">
      <dgm:prSet/>
      <dgm:spPr/>
      <dgm:t>
        <a:bodyPr/>
        <a:lstStyle/>
        <a:p>
          <a:pPr>
            <a:lnSpc>
              <a:spcPct val="100000"/>
            </a:lnSpc>
          </a:pPr>
          <a:r>
            <a:rPr lang="en-US"/>
            <a:t>Reviewers can only review a maximum amount of articles</a:t>
          </a:r>
        </a:p>
      </dgm:t>
    </dgm:pt>
    <dgm:pt modelId="{C1664C27-B4E3-48B9-8D42-8A639BAC6845}" type="parTrans" cxnId="{2CFD37AE-331B-4D86-AFF0-0E603FF8CD0C}">
      <dgm:prSet/>
      <dgm:spPr/>
      <dgm:t>
        <a:bodyPr/>
        <a:lstStyle/>
        <a:p>
          <a:endParaRPr lang="en-US"/>
        </a:p>
      </dgm:t>
    </dgm:pt>
    <dgm:pt modelId="{76648E6A-B59C-4F62-91C0-EF9ADB9AC172}" type="sibTrans" cxnId="{2CFD37AE-331B-4D86-AFF0-0E603FF8CD0C}">
      <dgm:prSet/>
      <dgm:spPr/>
      <dgm:t>
        <a:bodyPr/>
        <a:lstStyle/>
        <a:p>
          <a:endParaRPr lang="en-US"/>
        </a:p>
      </dgm:t>
    </dgm:pt>
    <dgm:pt modelId="{B6B255B2-01F4-4345-8DCB-8F002ECBF371}">
      <dgm:prSet/>
      <dgm:spPr/>
      <dgm:t>
        <a:bodyPr/>
        <a:lstStyle/>
        <a:p>
          <a:pPr>
            <a:lnSpc>
              <a:spcPct val="100000"/>
            </a:lnSpc>
          </a:pPr>
          <a:r>
            <a:rPr lang="en-US"/>
            <a:t>An article needs at least a minimum amount of reviewers</a:t>
          </a:r>
        </a:p>
      </dgm:t>
    </dgm:pt>
    <dgm:pt modelId="{74F5EE8A-10A3-4255-B610-E40E12E34694}" type="parTrans" cxnId="{A14C9759-2F71-4214-877E-850CC570EAB4}">
      <dgm:prSet/>
      <dgm:spPr/>
      <dgm:t>
        <a:bodyPr/>
        <a:lstStyle/>
        <a:p>
          <a:endParaRPr lang="en-US"/>
        </a:p>
      </dgm:t>
    </dgm:pt>
    <dgm:pt modelId="{F78AABB9-3CD5-455D-9D6C-0F4053178E20}" type="sibTrans" cxnId="{A14C9759-2F71-4214-877E-850CC570EAB4}">
      <dgm:prSet/>
      <dgm:spPr/>
      <dgm:t>
        <a:bodyPr/>
        <a:lstStyle/>
        <a:p>
          <a:endParaRPr lang="en-US"/>
        </a:p>
      </dgm:t>
    </dgm:pt>
    <dgm:pt modelId="{48A0F7BA-AB55-4358-AB04-52013D9C070A}">
      <dgm:prSet/>
      <dgm:spPr/>
      <dgm:t>
        <a:bodyPr/>
        <a:lstStyle/>
        <a:p>
          <a:pPr>
            <a:lnSpc>
              <a:spcPct val="100000"/>
            </a:lnSpc>
          </a:pPr>
          <a:r>
            <a:rPr lang="en-US"/>
            <a:t>If not all articles can be assigned reviewers, the program prints the unassigned articles.</a:t>
          </a:r>
          <a:r>
            <a:rPr lang="en-US" b="1"/>
            <a:t> </a:t>
          </a:r>
          <a:endParaRPr lang="en-US"/>
        </a:p>
      </dgm:t>
    </dgm:pt>
    <dgm:pt modelId="{5CFE53AC-9105-4904-A53A-2921661C5B5E}" type="parTrans" cxnId="{FF760155-023A-4EAC-9306-3287FDFF6335}">
      <dgm:prSet/>
      <dgm:spPr/>
      <dgm:t>
        <a:bodyPr/>
        <a:lstStyle/>
        <a:p>
          <a:endParaRPr lang="en-US"/>
        </a:p>
      </dgm:t>
    </dgm:pt>
    <dgm:pt modelId="{8FD84D29-E9D0-4975-8541-C96C5ADEDE25}" type="sibTrans" cxnId="{FF760155-023A-4EAC-9306-3287FDFF6335}">
      <dgm:prSet/>
      <dgm:spPr/>
      <dgm:t>
        <a:bodyPr/>
        <a:lstStyle/>
        <a:p>
          <a:endParaRPr lang="en-US"/>
        </a:p>
      </dgm:t>
    </dgm:pt>
    <dgm:pt modelId="{00966AEA-428E-467E-93A8-47E63289C51C}">
      <dgm:prSet/>
      <dgm:spPr/>
      <dgm:t>
        <a:bodyPr/>
        <a:lstStyle/>
        <a:p>
          <a:pPr>
            <a:lnSpc>
              <a:spcPct val="100000"/>
            </a:lnSpc>
          </a:pPr>
          <a:r>
            <a:rPr lang="en-US"/>
            <a:t>Feature to find critical reviewers, that is: the reviewers that, if failing to do their assignment, will cause a failure.</a:t>
          </a:r>
        </a:p>
      </dgm:t>
    </dgm:pt>
    <dgm:pt modelId="{5F11CB76-194E-4A80-BE76-9C088214D530}" type="parTrans" cxnId="{41A71155-73AC-4D99-9F4B-E8E8F7E39401}">
      <dgm:prSet/>
      <dgm:spPr/>
      <dgm:t>
        <a:bodyPr/>
        <a:lstStyle/>
        <a:p>
          <a:endParaRPr lang="en-US"/>
        </a:p>
      </dgm:t>
    </dgm:pt>
    <dgm:pt modelId="{7638398B-3F3A-4206-AD52-35A739FEB79E}" type="sibTrans" cxnId="{41A71155-73AC-4D99-9F4B-E8E8F7E39401}">
      <dgm:prSet/>
      <dgm:spPr/>
      <dgm:t>
        <a:bodyPr/>
        <a:lstStyle/>
        <a:p>
          <a:endParaRPr lang="en-US"/>
        </a:p>
      </dgm:t>
    </dgm:pt>
    <dgm:pt modelId="{019A731E-C1FB-47B8-9F37-FC87C82A9423}" type="pres">
      <dgm:prSet presAssocID="{E1D9B3E4-1080-4243-801C-947AE31331EF}" presName="root" presStyleCnt="0">
        <dgm:presLayoutVars>
          <dgm:dir/>
          <dgm:resizeHandles val="exact"/>
        </dgm:presLayoutVars>
      </dgm:prSet>
      <dgm:spPr/>
    </dgm:pt>
    <dgm:pt modelId="{0B582E8D-D0BF-4779-B17A-1676C1A4C468}" type="pres">
      <dgm:prSet presAssocID="{AE57C298-189D-4B14-A0EE-064D9767BE59}" presName="compNode" presStyleCnt="0"/>
      <dgm:spPr/>
    </dgm:pt>
    <dgm:pt modelId="{0ADDBCB3-2CF7-49D1-A05C-A74BCD24637B}" type="pres">
      <dgm:prSet presAssocID="{AE57C298-189D-4B14-A0EE-064D9767BE59}" presName="bgRect" presStyleLbl="bgShp" presStyleIdx="0" presStyleCnt="7"/>
      <dgm:spPr/>
    </dgm:pt>
    <dgm:pt modelId="{B9A064B6-ED81-40B4-9867-B8C937A46D5E}" type="pres">
      <dgm:prSet presAssocID="{AE57C298-189D-4B14-A0EE-064D9767BE59}" presName="iconRect" presStyleLbl="node1" presStyleIdx="0" presStyleCnt="7"/>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Checkmark"/>
        </a:ext>
      </dgm:extLst>
    </dgm:pt>
    <dgm:pt modelId="{C2E98489-5CC4-4C36-A210-1D41B2B51DCB}" type="pres">
      <dgm:prSet presAssocID="{AE57C298-189D-4B14-A0EE-064D9767BE59}" presName="spaceRect" presStyleCnt="0"/>
      <dgm:spPr/>
    </dgm:pt>
    <dgm:pt modelId="{F1028AEF-52DF-4C98-B62F-12928A881C0C}" type="pres">
      <dgm:prSet presAssocID="{AE57C298-189D-4B14-A0EE-064D9767BE59}" presName="parTx" presStyleLbl="revTx" presStyleIdx="0" presStyleCnt="7">
        <dgm:presLayoutVars>
          <dgm:chMax val="0"/>
          <dgm:chPref val="0"/>
        </dgm:presLayoutVars>
      </dgm:prSet>
      <dgm:spPr/>
    </dgm:pt>
    <dgm:pt modelId="{383BF9EF-7094-4AEC-ACBA-FB5750A3459A}" type="pres">
      <dgm:prSet presAssocID="{67268BAA-C63C-4A38-9964-AA2DD1E01A61}" presName="sibTrans" presStyleCnt="0"/>
      <dgm:spPr/>
    </dgm:pt>
    <dgm:pt modelId="{2B78552D-3594-4B96-87E7-A94A24AD90C7}" type="pres">
      <dgm:prSet presAssocID="{DF4647D3-EAB0-43A4-A80F-628631A9D38F}" presName="compNode" presStyleCnt="0"/>
      <dgm:spPr/>
    </dgm:pt>
    <dgm:pt modelId="{757268CA-F623-419D-973F-1FC12CC8EC61}" type="pres">
      <dgm:prSet presAssocID="{DF4647D3-EAB0-43A4-A80F-628631A9D38F}" presName="bgRect" presStyleLbl="bgShp" presStyleIdx="1" presStyleCnt="7"/>
      <dgm:spPr/>
    </dgm:pt>
    <dgm:pt modelId="{2CBB1AF7-DB4C-451B-A21E-1F8878137169}" type="pres">
      <dgm:prSet presAssocID="{DF4647D3-EAB0-43A4-A80F-628631A9D38F}" presName="iconRect" presStyleLbl="node1" presStyleIdx="1" presStyleCnt="7"/>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Head with Gears"/>
        </a:ext>
      </dgm:extLst>
    </dgm:pt>
    <dgm:pt modelId="{5A09B28C-E2C5-40FB-86FA-5CC17043064F}" type="pres">
      <dgm:prSet presAssocID="{DF4647D3-EAB0-43A4-A80F-628631A9D38F}" presName="spaceRect" presStyleCnt="0"/>
      <dgm:spPr/>
    </dgm:pt>
    <dgm:pt modelId="{79761A32-D072-4CA5-A3A2-C5C37E019D5F}" type="pres">
      <dgm:prSet presAssocID="{DF4647D3-EAB0-43A4-A80F-628631A9D38F}" presName="parTx" presStyleLbl="revTx" presStyleIdx="1" presStyleCnt="7">
        <dgm:presLayoutVars>
          <dgm:chMax val="0"/>
          <dgm:chPref val="0"/>
        </dgm:presLayoutVars>
      </dgm:prSet>
      <dgm:spPr/>
    </dgm:pt>
    <dgm:pt modelId="{4E78087A-EEF1-4FF1-A168-10D759A0C7D1}" type="pres">
      <dgm:prSet presAssocID="{C9906BAD-73AB-4A61-89F3-95DE7047BC73}" presName="sibTrans" presStyleCnt="0"/>
      <dgm:spPr/>
    </dgm:pt>
    <dgm:pt modelId="{84E14849-47DB-40FE-A99A-B22EFE73D833}" type="pres">
      <dgm:prSet presAssocID="{840FFD35-9D67-4209-843A-FB1A7FA6754C}" presName="compNode" presStyleCnt="0"/>
      <dgm:spPr/>
    </dgm:pt>
    <dgm:pt modelId="{CEB0EFEE-1CF9-41A8-BC25-2D65E88C9796}" type="pres">
      <dgm:prSet presAssocID="{840FFD35-9D67-4209-843A-FB1A7FA6754C}" presName="bgRect" presStyleLbl="bgShp" presStyleIdx="2" presStyleCnt="7"/>
      <dgm:spPr/>
    </dgm:pt>
    <dgm:pt modelId="{3693F59E-FE0F-41E5-B174-3FAFB9691F44}" type="pres">
      <dgm:prSet presAssocID="{840FFD35-9D67-4209-843A-FB1A7FA6754C}" presName="iconRect" presStyleLbl="node1" presStyleIdx="2" presStyleCnt="7"/>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dgm:spPr>
      <dgm:extLst>
        <a:ext uri="{E40237B7-FDA0-4F09-8148-C483321AD2D9}">
          <dgm14:cNvPr xmlns:dgm14="http://schemas.microsoft.com/office/drawing/2010/diagram" id="0" name="" descr="Trophy"/>
        </a:ext>
      </dgm:extLst>
    </dgm:pt>
    <dgm:pt modelId="{4577D9BE-91B0-460A-BA8F-0BA3CCF98F8A}" type="pres">
      <dgm:prSet presAssocID="{840FFD35-9D67-4209-843A-FB1A7FA6754C}" presName="spaceRect" presStyleCnt="0"/>
      <dgm:spPr/>
    </dgm:pt>
    <dgm:pt modelId="{AEE3EC24-C220-4D8C-B460-4A60C6473DEF}" type="pres">
      <dgm:prSet presAssocID="{840FFD35-9D67-4209-843A-FB1A7FA6754C}" presName="parTx" presStyleLbl="revTx" presStyleIdx="2" presStyleCnt="7">
        <dgm:presLayoutVars>
          <dgm:chMax val="0"/>
          <dgm:chPref val="0"/>
        </dgm:presLayoutVars>
      </dgm:prSet>
      <dgm:spPr/>
    </dgm:pt>
    <dgm:pt modelId="{D1F9B5EC-8F4C-440A-8AC9-AD35E98B4A49}" type="pres">
      <dgm:prSet presAssocID="{2AC1419F-D867-4F6C-9C2D-EC268BB9E69F}" presName="sibTrans" presStyleCnt="0"/>
      <dgm:spPr/>
    </dgm:pt>
    <dgm:pt modelId="{235088AB-A8B1-4575-ADFE-CECCCF7A757A}" type="pres">
      <dgm:prSet presAssocID="{6D674383-DA23-4E22-A089-84353C893A99}" presName="compNode" presStyleCnt="0"/>
      <dgm:spPr/>
    </dgm:pt>
    <dgm:pt modelId="{78FFE0C2-F04D-44E3-9F87-6E8301C58EE3}" type="pres">
      <dgm:prSet presAssocID="{6D674383-DA23-4E22-A089-84353C893A99}" presName="bgRect" presStyleLbl="bgShp" presStyleIdx="3" presStyleCnt="7"/>
      <dgm:spPr/>
    </dgm:pt>
    <dgm:pt modelId="{87AB2285-E466-483D-BD88-A660982C3832}" type="pres">
      <dgm:prSet presAssocID="{6D674383-DA23-4E22-A089-84353C893A99}" presName="iconRect" presStyleLbl="node1" presStyleIdx="3" presStyleCnt="7"/>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Books"/>
        </a:ext>
      </dgm:extLst>
    </dgm:pt>
    <dgm:pt modelId="{5C0F6A85-F7EF-4EFC-A5B1-CC06C3075617}" type="pres">
      <dgm:prSet presAssocID="{6D674383-DA23-4E22-A089-84353C893A99}" presName="spaceRect" presStyleCnt="0"/>
      <dgm:spPr/>
    </dgm:pt>
    <dgm:pt modelId="{AEB63FCD-B47F-4F24-B043-90F7D26D8C62}" type="pres">
      <dgm:prSet presAssocID="{6D674383-DA23-4E22-A089-84353C893A99}" presName="parTx" presStyleLbl="revTx" presStyleIdx="3" presStyleCnt="7">
        <dgm:presLayoutVars>
          <dgm:chMax val="0"/>
          <dgm:chPref val="0"/>
        </dgm:presLayoutVars>
      </dgm:prSet>
      <dgm:spPr/>
    </dgm:pt>
    <dgm:pt modelId="{70B63D0E-E4F5-401F-99AB-746B872D29BD}" type="pres">
      <dgm:prSet presAssocID="{76648E6A-B59C-4F62-91C0-EF9ADB9AC172}" presName="sibTrans" presStyleCnt="0"/>
      <dgm:spPr/>
    </dgm:pt>
    <dgm:pt modelId="{4FFA1B2F-D0E4-467B-BB6F-97396D3D5887}" type="pres">
      <dgm:prSet presAssocID="{B6B255B2-01F4-4345-8DCB-8F002ECBF371}" presName="compNode" presStyleCnt="0"/>
      <dgm:spPr/>
    </dgm:pt>
    <dgm:pt modelId="{5CA91FCD-1BCE-48A2-9109-FDE9D46444AD}" type="pres">
      <dgm:prSet presAssocID="{B6B255B2-01F4-4345-8DCB-8F002ECBF371}" presName="bgRect" presStyleLbl="bgShp" presStyleIdx="4" presStyleCnt="7"/>
      <dgm:spPr/>
    </dgm:pt>
    <dgm:pt modelId="{821963BB-1C2C-4764-97FE-A421AC3B545D}" type="pres">
      <dgm:prSet presAssocID="{B6B255B2-01F4-4345-8DCB-8F002ECBF371}" presName="iconRect" presStyleLbl="node1" presStyleIdx="4" presStyleCnt="7"/>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dgm:spPr>
      <dgm:extLst>
        <a:ext uri="{E40237B7-FDA0-4F09-8148-C483321AD2D9}">
          <dgm14:cNvPr xmlns:dgm14="http://schemas.microsoft.com/office/drawing/2010/diagram" id="0" name="" descr="Users"/>
        </a:ext>
      </dgm:extLst>
    </dgm:pt>
    <dgm:pt modelId="{55A2D6B3-ED21-4D34-BC36-A847915CC2FD}" type="pres">
      <dgm:prSet presAssocID="{B6B255B2-01F4-4345-8DCB-8F002ECBF371}" presName="spaceRect" presStyleCnt="0"/>
      <dgm:spPr/>
    </dgm:pt>
    <dgm:pt modelId="{FADE7CE1-7DB6-40D0-9C6F-634D1E6E151F}" type="pres">
      <dgm:prSet presAssocID="{B6B255B2-01F4-4345-8DCB-8F002ECBF371}" presName="parTx" presStyleLbl="revTx" presStyleIdx="4" presStyleCnt="7">
        <dgm:presLayoutVars>
          <dgm:chMax val="0"/>
          <dgm:chPref val="0"/>
        </dgm:presLayoutVars>
      </dgm:prSet>
      <dgm:spPr/>
    </dgm:pt>
    <dgm:pt modelId="{59CE3860-8D17-4469-B82F-2A07C284AFD8}" type="pres">
      <dgm:prSet presAssocID="{F78AABB9-3CD5-455D-9D6C-0F4053178E20}" presName="sibTrans" presStyleCnt="0"/>
      <dgm:spPr/>
    </dgm:pt>
    <dgm:pt modelId="{39C0B65F-0CEE-4BFE-950D-9FBB10C3BE8B}" type="pres">
      <dgm:prSet presAssocID="{48A0F7BA-AB55-4358-AB04-52013D9C070A}" presName="compNode" presStyleCnt="0"/>
      <dgm:spPr/>
    </dgm:pt>
    <dgm:pt modelId="{268682C1-3E89-452D-AA41-0D75232CBD94}" type="pres">
      <dgm:prSet presAssocID="{48A0F7BA-AB55-4358-AB04-52013D9C070A}" presName="bgRect" presStyleLbl="bgShp" presStyleIdx="5" presStyleCnt="7"/>
      <dgm:spPr/>
    </dgm:pt>
    <dgm:pt modelId="{BAEDF4EB-EF27-40CC-AFAF-1A13C15B2A50}" type="pres">
      <dgm:prSet presAssocID="{48A0F7BA-AB55-4358-AB04-52013D9C070A}" presName="iconRect" presStyleLbl="node1" presStyleIdx="5" presStyleCnt="7"/>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Newspaper"/>
        </a:ext>
      </dgm:extLst>
    </dgm:pt>
    <dgm:pt modelId="{EDF58614-8CF6-46C4-B625-9456359D599B}" type="pres">
      <dgm:prSet presAssocID="{48A0F7BA-AB55-4358-AB04-52013D9C070A}" presName="spaceRect" presStyleCnt="0"/>
      <dgm:spPr/>
    </dgm:pt>
    <dgm:pt modelId="{13A7BE20-A694-483B-8821-96B2D23F9F6C}" type="pres">
      <dgm:prSet presAssocID="{48A0F7BA-AB55-4358-AB04-52013D9C070A}" presName="parTx" presStyleLbl="revTx" presStyleIdx="5" presStyleCnt="7">
        <dgm:presLayoutVars>
          <dgm:chMax val="0"/>
          <dgm:chPref val="0"/>
        </dgm:presLayoutVars>
      </dgm:prSet>
      <dgm:spPr/>
    </dgm:pt>
    <dgm:pt modelId="{51D946E1-E26A-4AB3-B086-6D82DD44315D}" type="pres">
      <dgm:prSet presAssocID="{8FD84D29-E9D0-4975-8541-C96C5ADEDE25}" presName="sibTrans" presStyleCnt="0"/>
      <dgm:spPr/>
    </dgm:pt>
    <dgm:pt modelId="{F63DD86D-3B17-47AD-8540-C23BABE24C87}" type="pres">
      <dgm:prSet presAssocID="{00966AEA-428E-467E-93A8-47E63289C51C}" presName="compNode" presStyleCnt="0"/>
      <dgm:spPr/>
    </dgm:pt>
    <dgm:pt modelId="{591B9CE8-077B-4FFC-BAF6-19D2254D2E18}" type="pres">
      <dgm:prSet presAssocID="{00966AEA-428E-467E-93A8-47E63289C51C}" presName="bgRect" presStyleLbl="bgShp" presStyleIdx="6" presStyleCnt="7"/>
      <dgm:spPr/>
    </dgm:pt>
    <dgm:pt modelId="{1AE0124B-EC4A-42F3-B231-C07191956416}" type="pres">
      <dgm:prSet presAssocID="{00966AEA-428E-467E-93A8-47E63289C51C}" presName="iconRect" presStyleLbl="node1" presStyleIdx="6" presStyleCnt="7"/>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a:blipFill>
      </dgm:spPr>
      <dgm:extLst>
        <a:ext uri="{E40237B7-FDA0-4F09-8148-C483321AD2D9}">
          <dgm14:cNvPr xmlns:dgm14="http://schemas.microsoft.com/office/drawing/2010/diagram" id="0" name="" descr="Speed Bump"/>
        </a:ext>
      </dgm:extLst>
    </dgm:pt>
    <dgm:pt modelId="{2D2AD517-82DD-46D1-A226-1D9BAFA2F8C4}" type="pres">
      <dgm:prSet presAssocID="{00966AEA-428E-467E-93A8-47E63289C51C}" presName="spaceRect" presStyleCnt="0"/>
      <dgm:spPr/>
    </dgm:pt>
    <dgm:pt modelId="{B0C095A4-A18E-448C-AFCE-44F398056EC6}" type="pres">
      <dgm:prSet presAssocID="{00966AEA-428E-467E-93A8-47E63289C51C}" presName="parTx" presStyleLbl="revTx" presStyleIdx="6" presStyleCnt="7">
        <dgm:presLayoutVars>
          <dgm:chMax val="0"/>
          <dgm:chPref val="0"/>
        </dgm:presLayoutVars>
      </dgm:prSet>
      <dgm:spPr/>
    </dgm:pt>
  </dgm:ptLst>
  <dgm:cxnLst>
    <dgm:cxn modelId="{F4F42714-9B5F-48DB-8C23-7F836CE669FC}" type="presOf" srcId="{B6B255B2-01F4-4345-8DCB-8F002ECBF371}" destId="{FADE7CE1-7DB6-40D0-9C6F-634D1E6E151F}" srcOrd="0" destOrd="0" presId="urn:microsoft.com/office/officeart/2018/2/layout/IconVerticalSolidList"/>
    <dgm:cxn modelId="{0F8AA52E-7006-457E-9F7A-93F85CCEC2C6}" type="presOf" srcId="{AE57C298-189D-4B14-A0EE-064D9767BE59}" destId="{F1028AEF-52DF-4C98-B62F-12928A881C0C}" srcOrd="0" destOrd="0" presId="urn:microsoft.com/office/officeart/2018/2/layout/IconVerticalSolidList"/>
    <dgm:cxn modelId="{FACE7A30-F598-4D0D-843B-8AC316B15D3B}" srcId="{E1D9B3E4-1080-4243-801C-947AE31331EF}" destId="{AE57C298-189D-4B14-A0EE-064D9767BE59}" srcOrd="0" destOrd="0" parTransId="{7404C724-BAFE-455A-A22F-1414750A1107}" sibTransId="{67268BAA-C63C-4A38-9964-AA2DD1E01A61}"/>
    <dgm:cxn modelId="{70E02038-54D6-4E40-8921-68AC4C1184F4}" type="presOf" srcId="{6D674383-DA23-4E22-A089-84353C893A99}" destId="{AEB63FCD-B47F-4F24-B043-90F7D26D8C62}" srcOrd="0" destOrd="0" presId="urn:microsoft.com/office/officeart/2018/2/layout/IconVerticalSolidList"/>
    <dgm:cxn modelId="{BE7D795F-3C36-481D-800A-29C909F99851}" type="presOf" srcId="{00966AEA-428E-467E-93A8-47E63289C51C}" destId="{B0C095A4-A18E-448C-AFCE-44F398056EC6}" srcOrd="0" destOrd="0" presId="urn:microsoft.com/office/officeart/2018/2/layout/IconVerticalSolidList"/>
    <dgm:cxn modelId="{474D6B68-D995-4EB6-B23B-8DD2B35D9661}" srcId="{E1D9B3E4-1080-4243-801C-947AE31331EF}" destId="{840FFD35-9D67-4209-843A-FB1A7FA6754C}" srcOrd="2" destOrd="0" parTransId="{3CE2166A-EBF4-4BB3-8E0C-0946884A1B66}" sibTransId="{2AC1419F-D867-4F6C-9C2D-EC268BB9E69F}"/>
    <dgm:cxn modelId="{FF760155-023A-4EAC-9306-3287FDFF6335}" srcId="{E1D9B3E4-1080-4243-801C-947AE31331EF}" destId="{48A0F7BA-AB55-4358-AB04-52013D9C070A}" srcOrd="5" destOrd="0" parTransId="{5CFE53AC-9105-4904-A53A-2921661C5B5E}" sibTransId="{8FD84D29-E9D0-4975-8541-C96C5ADEDE25}"/>
    <dgm:cxn modelId="{41A71155-73AC-4D99-9F4B-E8E8F7E39401}" srcId="{E1D9B3E4-1080-4243-801C-947AE31331EF}" destId="{00966AEA-428E-467E-93A8-47E63289C51C}" srcOrd="6" destOrd="0" parTransId="{5F11CB76-194E-4A80-BE76-9C088214D530}" sibTransId="{7638398B-3F3A-4206-AD52-35A739FEB79E}"/>
    <dgm:cxn modelId="{C07F4978-A6FD-4D2E-A44E-2DF96A46F30F}" type="presOf" srcId="{DF4647D3-EAB0-43A4-A80F-628631A9D38F}" destId="{79761A32-D072-4CA5-A3A2-C5C37E019D5F}" srcOrd="0" destOrd="0" presId="urn:microsoft.com/office/officeart/2018/2/layout/IconVerticalSolidList"/>
    <dgm:cxn modelId="{A14C9759-2F71-4214-877E-850CC570EAB4}" srcId="{E1D9B3E4-1080-4243-801C-947AE31331EF}" destId="{B6B255B2-01F4-4345-8DCB-8F002ECBF371}" srcOrd="4" destOrd="0" parTransId="{74F5EE8A-10A3-4255-B610-E40E12E34694}" sibTransId="{F78AABB9-3CD5-455D-9D6C-0F4053178E20}"/>
    <dgm:cxn modelId="{08C2FCA3-5CB5-4CF0-8770-D881689D68F9}" type="presOf" srcId="{E1D9B3E4-1080-4243-801C-947AE31331EF}" destId="{019A731E-C1FB-47B8-9F37-FC87C82A9423}" srcOrd="0" destOrd="0" presId="urn:microsoft.com/office/officeart/2018/2/layout/IconVerticalSolidList"/>
    <dgm:cxn modelId="{2CFD37AE-331B-4D86-AFF0-0E603FF8CD0C}" srcId="{E1D9B3E4-1080-4243-801C-947AE31331EF}" destId="{6D674383-DA23-4E22-A089-84353C893A99}" srcOrd="3" destOrd="0" parTransId="{C1664C27-B4E3-48B9-8D42-8A639BAC6845}" sibTransId="{76648E6A-B59C-4F62-91C0-EF9ADB9AC172}"/>
    <dgm:cxn modelId="{FD1F15D8-A4F8-46A4-9A17-42D550E8D050}" type="presOf" srcId="{840FFD35-9D67-4209-843A-FB1A7FA6754C}" destId="{AEE3EC24-C220-4D8C-B460-4A60C6473DEF}" srcOrd="0" destOrd="0" presId="urn:microsoft.com/office/officeart/2018/2/layout/IconVerticalSolidList"/>
    <dgm:cxn modelId="{FA9A4FDA-FA80-4F79-B95F-22C9A82B6095}" type="presOf" srcId="{48A0F7BA-AB55-4358-AB04-52013D9C070A}" destId="{13A7BE20-A694-483B-8821-96B2D23F9F6C}" srcOrd="0" destOrd="0" presId="urn:microsoft.com/office/officeart/2018/2/layout/IconVerticalSolidList"/>
    <dgm:cxn modelId="{5FA737ED-6DF4-4F5C-8261-7F3A16475902}" srcId="{E1D9B3E4-1080-4243-801C-947AE31331EF}" destId="{DF4647D3-EAB0-43A4-A80F-628631A9D38F}" srcOrd="1" destOrd="0" parTransId="{521AF1C4-FDC0-4661-BFD9-2F107BCBF9CB}" sibTransId="{C9906BAD-73AB-4A61-89F3-95DE7047BC73}"/>
    <dgm:cxn modelId="{61EBB609-201E-4ACC-BABC-33318A0D4D3C}" type="presParOf" srcId="{019A731E-C1FB-47B8-9F37-FC87C82A9423}" destId="{0B582E8D-D0BF-4779-B17A-1676C1A4C468}" srcOrd="0" destOrd="0" presId="urn:microsoft.com/office/officeart/2018/2/layout/IconVerticalSolidList"/>
    <dgm:cxn modelId="{87AAEE3D-99DC-4E2B-8649-4E3BF3002CFC}" type="presParOf" srcId="{0B582E8D-D0BF-4779-B17A-1676C1A4C468}" destId="{0ADDBCB3-2CF7-49D1-A05C-A74BCD24637B}" srcOrd="0" destOrd="0" presId="urn:microsoft.com/office/officeart/2018/2/layout/IconVerticalSolidList"/>
    <dgm:cxn modelId="{D2D23456-69BE-41ED-9F82-0E12FA53775B}" type="presParOf" srcId="{0B582E8D-D0BF-4779-B17A-1676C1A4C468}" destId="{B9A064B6-ED81-40B4-9867-B8C937A46D5E}" srcOrd="1" destOrd="0" presId="urn:microsoft.com/office/officeart/2018/2/layout/IconVerticalSolidList"/>
    <dgm:cxn modelId="{D07B0E98-C6AB-44BF-8DAB-EA3A68271337}" type="presParOf" srcId="{0B582E8D-D0BF-4779-B17A-1676C1A4C468}" destId="{C2E98489-5CC4-4C36-A210-1D41B2B51DCB}" srcOrd="2" destOrd="0" presId="urn:microsoft.com/office/officeart/2018/2/layout/IconVerticalSolidList"/>
    <dgm:cxn modelId="{233CD55B-E289-458F-BA9E-086E9F3735A2}" type="presParOf" srcId="{0B582E8D-D0BF-4779-B17A-1676C1A4C468}" destId="{F1028AEF-52DF-4C98-B62F-12928A881C0C}" srcOrd="3" destOrd="0" presId="urn:microsoft.com/office/officeart/2018/2/layout/IconVerticalSolidList"/>
    <dgm:cxn modelId="{319A7C93-8AE0-455C-B65B-7C2CC0B908FE}" type="presParOf" srcId="{019A731E-C1FB-47B8-9F37-FC87C82A9423}" destId="{383BF9EF-7094-4AEC-ACBA-FB5750A3459A}" srcOrd="1" destOrd="0" presId="urn:microsoft.com/office/officeart/2018/2/layout/IconVerticalSolidList"/>
    <dgm:cxn modelId="{CA55056B-5218-4C94-8FE6-2D65DAC87033}" type="presParOf" srcId="{019A731E-C1FB-47B8-9F37-FC87C82A9423}" destId="{2B78552D-3594-4B96-87E7-A94A24AD90C7}" srcOrd="2" destOrd="0" presId="urn:microsoft.com/office/officeart/2018/2/layout/IconVerticalSolidList"/>
    <dgm:cxn modelId="{0631B9C5-E8A5-4D30-BFB3-C41B14F02609}" type="presParOf" srcId="{2B78552D-3594-4B96-87E7-A94A24AD90C7}" destId="{757268CA-F623-419D-973F-1FC12CC8EC61}" srcOrd="0" destOrd="0" presId="urn:microsoft.com/office/officeart/2018/2/layout/IconVerticalSolidList"/>
    <dgm:cxn modelId="{CC1D6CB1-ED87-4F86-8E04-B8C79BBBA07A}" type="presParOf" srcId="{2B78552D-3594-4B96-87E7-A94A24AD90C7}" destId="{2CBB1AF7-DB4C-451B-A21E-1F8878137169}" srcOrd="1" destOrd="0" presId="urn:microsoft.com/office/officeart/2018/2/layout/IconVerticalSolidList"/>
    <dgm:cxn modelId="{C758E6D2-F1CC-4E03-8FEC-D4E6EB426898}" type="presParOf" srcId="{2B78552D-3594-4B96-87E7-A94A24AD90C7}" destId="{5A09B28C-E2C5-40FB-86FA-5CC17043064F}" srcOrd="2" destOrd="0" presId="urn:microsoft.com/office/officeart/2018/2/layout/IconVerticalSolidList"/>
    <dgm:cxn modelId="{DF9F8039-D4DF-432E-9891-7846C48495E8}" type="presParOf" srcId="{2B78552D-3594-4B96-87E7-A94A24AD90C7}" destId="{79761A32-D072-4CA5-A3A2-C5C37E019D5F}" srcOrd="3" destOrd="0" presId="urn:microsoft.com/office/officeart/2018/2/layout/IconVerticalSolidList"/>
    <dgm:cxn modelId="{80BAFE89-39FB-4F15-AEC6-C10F799CFB4E}" type="presParOf" srcId="{019A731E-C1FB-47B8-9F37-FC87C82A9423}" destId="{4E78087A-EEF1-4FF1-A168-10D759A0C7D1}" srcOrd="3" destOrd="0" presId="urn:microsoft.com/office/officeart/2018/2/layout/IconVerticalSolidList"/>
    <dgm:cxn modelId="{7F4E479C-C876-47D8-8241-EDD7187E8790}" type="presParOf" srcId="{019A731E-C1FB-47B8-9F37-FC87C82A9423}" destId="{84E14849-47DB-40FE-A99A-B22EFE73D833}" srcOrd="4" destOrd="0" presId="urn:microsoft.com/office/officeart/2018/2/layout/IconVerticalSolidList"/>
    <dgm:cxn modelId="{000585AA-2E2E-4E73-9107-E0731BA9A402}" type="presParOf" srcId="{84E14849-47DB-40FE-A99A-B22EFE73D833}" destId="{CEB0EFEE-1CF9-41A8-BC25-2D65E88C9796}" srcOrd="0" destOrd="0" presId="urn:microsoft.com/office/officeart/2018/2/layout/IconVerticalSolidList"/>
    <dgm:cxn modelId="{C549BACF-F755-4AA6-9ED1-6781223AABD5}" type="presParOf" srcId="{84E14849-47DB-40FE-A99A-B22EFE73D833}" destId="{3693F59E-FE0F-41E5-B174-3FAFB9691F44}" srcOrd="1" destOrd="0" presId="urn:microsoft.com/office/officeart/2018/2/layout/IconVerticalSolidList"/>
    <dgm:cxn modelId="{9394A3B5-F892-43A4-A29F-A9EB7AD9CDD9}" type="presParOf" srcId="{84E14849-47DB-40FE-A99A-B22EFE73D833}" destId="{4577D9BE-91B0-460A-BA8F-0BA3CCF98F8A}" srcOrd="2" destOrd="0" presId="urn:microsoft.com/office/officeart/2018/2/layout/IconVerticalSolidList"/>
    <dgm:cxn modelId="{A25E2D70-CB9D-4B99-A868-4B11214FF0F6}" type="presParOf" srcId="{84E14849-47DB-40FE-A99A-B22EFE73D833}" destId="{AEE3EC24-C220-4D8C-B460-4A60C6473DEF}" srcOrd="3" destOrd="0" presId="urn:microsoft.com/office/officeart/2018/2/layout/IconVerticalSolidList"/>
    <dgm:cxn modelId="{513789C4-A208-4088-95C6-5ACBFD2D615A}" type="presParOf" srcId="{019A731E-C1FB-47B8-9F37-FC87C82A9423}" destId="{D1F9B5EC-8F4C-440A-8AC9-AD35E98B4A49}" srcOrd="5" destOrd="0" presId="urn:microsoft.com/office/officeart/2018/2/layout/IconVerticalSolidList"/>
    <dgm:cxn modelId="{4D5B008D-C21F-4884-81B8-3A52A9D3684A}" type="presParOf" srcId="{019A731E-C1FB-47B8-9F37-FC87C82A9423}" destId="{235088AB-A8B1-4575-ADFE-CECCCF7A757A}" srcOrd="6" destOrd="0" presId="urn:microsoft.com/office/officeart/2018/2/layout/IconVerticalSolidList"/>
    <dgm:cxn modelId="{74E14C53-C34B-44D9-B7FD-936EDD765D2A}" type="presParOf" srcId="{235088AB-A8B1-4575-ADFE-CECCCF7A757A}" destId="{78FFE0C2-F04D-44E3-9F87-6E8301C58EE3}" srcOrd="0" destOrd="0" presId="urn:microsoft.com/office/officeart/2018/2/layout/IconVerticalSolidList"/>
    <dgm:cxn modelId="{83ACF392-3560-49C8-B863-A8000949D1B3}" type="presParOf" srcId="{235088AB-A8B1-4575-ADFE-CECCCF7A757A}" destId="{87AB2285-E466-483D-BD88-A660982C3832}" srcOrd="1" destOrd="0" presId="urn:microsoft.com/office/officeart/2018/2/layout/IconVerticalSolidList"/>
    <dgm:cxn modelId="{F47F13F2-8E94-43DC-AEBA-B02C3978B9A8}" type="presParOf" srcId="{235088AB-A8B1-4575-ADFE-CECCCF7A757A}" destId="{5C0F6A85-F7EF-4EFC-A5B1-CC06C3075617}" srcOrd="2" destOrd="0" presId="urn:microsoft.com/office/officeart/2018/2/layout/IconVerticalSolidList"/>
    <dgm:cxn modelId="{FF21EC89-331D-4A9E-91C8-6E16B9D3B91E}" type="presParOf" srcId="{235088AB-A8B1-4575-ADFE-CECCCF7A757A}" destId="{AEB63FCD-B47F-4F24-B043-90F7D26D8C62}" srcOrd="3" destOrd="0" presId="urn:microsoft.com/office/officeart/2018/2/layout/IconVerticalSolidList"/>
    <dgm:cxn modelId="{03C58ABA-C419-4755-A989-FD294D8A3E55}" type="presParOf" srcId="{019A731E-C1FB-47B8-9F37-FC87C82A9423}" destId="{70B63D0E-E4F5-401F-99AB-746B872D29BD}" srcOrd="7" destOrd="0" presId="urn:microsoft.com/office/officeart/2018/2/layout/IconVerticalSolidList"/>
    <dgm:cxn modelId="{CF03614D-1548-431E-A8C1-90AB009D0F43}" type="presParOf" srcId="{019A731E-C1FB-47B8-9F37-FC87C82A9423}" destId="{4FFA1B2F-D0E4-467B-BB6F-97396D3D5887}" srcOrd="8" destOrd="0" presId="urn:microsoft.com/office/officeart/2018/2/layout/IconVerticalSolidList"/>
    <dgm:cxn modelId="{D9E6036D-6BD7-4469-9A16-F65F61C8438F}" type="presParOf" srcId="{4FFA1B2F-D0E4-467B-BB6F-97396D3D5887}" destId="{5CA91FCD-1BCE-48A2-9109-FDE9D46444AD}" srcOrd="0" destOrd="0" presId="urn:microsoft.com/office/officeart/2018/2/layout/IconVerticalSolidList"/>
    <dgm:cxn modelId="{EBF0AFF2-AAC8-456B-8A1B-EF5EAA3DA71C}" type="presParOf" srcId="{4FFA1B2F-D0E4-467B-BB6F-97396D3D5887}" destId="{821963BB-1C2C-4764-97FE-A421AC3B545D}" srcOrd="1" destOrd="0" presId="urn:microsoft.com/office/officeart/2018/2/layout/IconVerticalSolidList"/>
    <dgm:cxn modelId="{6EDEE1FF-1696-4EA3-8725-452554A37173}" type="presParOf" srcId="{4FFA1B2F-D0E4-467B-BB6F-97396D3D5887}" destId="{55A2D6B3-ED21-4D34-BC36-A847915CC2FD}" srcOrd="2" destOrd="0" presId="urn:microsoft.com/office/officeart/2018/2/layout/IconVerticalSolidList"/>
    <dgm:cxn modelId="{30784D10-A1A2-4C54-986B-EFB8D26985D4}" type="presParOf" srcId="{4FFA1B2F-D0E4-467B-BB6F-97396D3D5887}" destId="{FADE7CE1-7DB6-40D0-9C6F-634D1E6E151F}" srcOrd="3" destOrd="0" presId="urn:microsoft.com/office/officeart/2018/2/layout/IconVerticalSolidList"/>
    <dgm:cxn modelId="{BDE42523-E269-4157-B0D2-7D95A0065E72}" type="presParOf" srcId="{019A731E-C1FB-47B8-9F37-FC87C82A9423}" destId="{59CE3860-8D17-4469-B82F-2A07C284AFD8}" srcOrd="9" destOrd="0" presId="urn:microsoft.com/office/officeart/2018/2/layout/IconVerticalSolidList"/>
    <dgm:cxn modelId="{E78BB0AA-FD84-4216-AE19-5530C5060EA3}" type="presParOf" srcId="{019A731E-C1FB-47B8-9F37-FC87C82A9423}" destId="{39C0B65F-0CEE-4BFE-950D-9FBB10C3BE8B}" srcOrd="10" destOrd="0" presId="urn:microsoft.com/office/officeart/2018/2/layout/IconVerticalSolidList"/>
    <dgm:cxn modelId="{96E7792D-B9D2-4C0E-866C-6B1755C5C77E}" type="presParOf" srcId="{39C0B65F-0CEE-4BFE-950D-9FBB10C3BE8B}" destId="{268682C1-3E89-452D-AA41-0D75232CBD94}" srcOrd="0" destOrd="0" presId="urn:microsoft.com/office/officeart/2018/2/layout/IconVerticalSolidList"/>
    <dgm:cxn modelId="{6E953D84-FD58-4ECE-8B55-26FC93875FF7}" type="presParOf" srcId="{39C0B65F-0CEE-4BFE-950D-9FBB10C3BE8B}" destId="{BAEDF4EB-EF27-40CC-AFAF-1A13C15B2A50}" srcOrd="1" destOrd="0" presId="urn:microsoft.com/office/officeart/2018/2/layout/IconVerticalSolidList"/>
    <dgm:cxn modelId="{2303F301-E8E9-41AB-A055-162A762DE0A9}" type="presParOf" srcId="{39C0B65F-0CEE-4BFE-950D-9FBB10C3BE8B}" destId="{EDF58614-8CF6-46C4-B625-9456359D599B}" srcOrd="2" destOrd="0" presId="urn:microsoft.com/office/officeart/2018/2/layout/IconVerticalSolidList"/>
    <dgm:cxn modelId="{C0FA8D7F-C85C-4346-8BAA-632BC4B87FBB}" type="presParOf" srcId="{39C0B65F-0CEE-4BFE-950D-9FBB10C3BE8B}" destId="{13A7BE20-A694-483B-8821-96B2D23F9F6C}" srcOrd="3" destOrd="0" presId="urn:microsoft.com/office/officeart/2018/2/layout/IconVerticalSolidList"/>
    <dgm:cxn modelId="{22B21EF5-C87F-409B-9058-9304FC433F11}" type="presParOf" srcId="{019A731E-C1FB-47B8-9F37-FC87C82A9423}" destId="{51D946E1-E26A-4AB3-B086-6D82DD44315D}" srcOrd="11" destOrd="0" presId="urn:microsoft.com/office/officeart/2018/2/layout/IconVerticalSolidList"/>
    <dgm:cxn modelId="{DCFE6AF6-2B66-45E2-9AA3-E5267344CA44}" type="presParOf" srcId="{019A731E-C1FB-47B8-9F37-FC87C82A9423}" destId="{F63DD86D-3B17-47AD-8540-C23BABE24C87}" srcOrd="12" destOrd="0" presId="urn:microsoft.com/office/officeart/2018/2/layout/IconVerticalSolidList"/>
    <dgm:cxn modelId="{5C263AC4-1B3A-4CE5-9987-D74C883E47AE}" type="presParOf" srcId="{F63DD86D-3B17-47AD-8540-C23BABE24C87}" destId="{591B9CE8-077B-4FFC-BAF6-19D2254D2E18}" srcOrd="0" destOrd="0" presId="urn:microsoft.com/office/officeart/2018/2/layout/IconVerticalSolidList"/>
    <dgm:cxn modelId="{C5995ADD-74E8-4B30-98F4-EC7B4ECDD0BF}" type="presParOf" srcId="{F63DD86D-3B17-47AD-8540-C23BABE24C87}" destId="{1AE0124B-EC4A-42F3-B231-C07191956416}" srcOrd="1" destOrd="0" presId="urn:microsoft.com/office/officeart/2018/2/layout/IconVerticalSolidList"/>
    <dgm:cxn modelId="{19C64DA9-C1ED-436D-8502-3A85ADCB73CB}" type="presParOf" srcId="{F63DD86D-3B17-47AD-8540-C23BABE24C87}" destId="{2D2AD517-82DD-46D1-A226-1D9BAFA2F8C4}" srcOrd="2" destOrd="0" presId="urn:microsoft.com/office/officeart/2018/2/layout/IconVerticalSolidList"/>
    <dgm:cxn modelId="{B5A26BF7-0268-48EA-A6D2-5EC082ABA0C8}" type="presParOf" srcId="{F63DD86D-3B17-47AD-8540-C23BABE24C87}" destId="{B0C095A4-A18E-448C-AFCE-44F398056EC6}" srcOrd="3" destOrd="0" presId="urn:microsoft.com/office/officeart/2018/2/layout/IconVerticalSolidList"/>
  </dgm:cxnLst>
  <dgm:bg>
    <a:noFill/>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81AB0774-E8BD-4D42-A87D-F78A6335927A}" type="doc">
      <dgm:prSet loTypeId="urn:microsoft.com/office/officeart/2005/8/layout/vList2" loCatId="list" qsTypeId="urn:microsoft.com/office/officeart/2005/8/quickstyle/simple5" qsCatId="simple" csTypeId="urn:microsoft.com/office/officeart/2005/8/colors/accent2_2" csCatId="accent2" phldr="1"/>
      <dgm:spPr/>
      <dgm:t>
        <a:bodyPr/>
        <a:lstStyle/>
        <a:p>
          <a:endParaRPr lang="en-US"/>
        </a:p>
      </dgm:t>
    </dgm:pt>
    <dgm:pt modelId="{0C11BC65-E896-404F-B704-B27A3C00E92F}">
      <dgm:prSet custT="1"/>
      <dgm:spPr/>
      <dgm:t>
        <a:bodyPr/>
        <a:lstStyle/>
        <a:p>
          <a:r>
            <a:rPr lang="en-US" sz="1600"/>
            <a:t>Uses line by line reading and tokenization (std::strtok) to convert CSV input into structured objects</a:t>
          </a:r>
          <a:endParaRPr lang="en-US" sz="1600" dirty="0"/>
        </a:p>
      </dgm:t>
    </dgm:pt>
    <dgm:pt modelId="{96B740EC-8CCF-4F90-A92B-E8B30959EBC3}" type="parTrans" cxnId="{DB383634-24B7-4012-9586-179819668D17}">
      <dgm:prSet/>
      <dgm:spPr/>
      <dgm:t>
        <a:bodyPr/>
        <a:lstStyle/>
        <a:p>
          <a:endParaRPr lang="en-US"/>
        </a:p>
      </dgm:t>
    </dgm:pt>
    <dgm:pt modelId="{B2E9D168-E37F-45FC-BDB8-EA551B497EEE}" type="sibTrans" cxnId="{DB383634-24B7-4012-9586-179819668D17}">
      <dgm:prSet/>
      <dgm:spPr/>
      <dgm:t>
        <a:bodyPr/>
        <a:lstStyle/>
        <a:p>
          <a:endParaRPr lang="en-US"/>
        </a:p>
      </dgm:t>
    </dgm:pt>
    <dgm:pt modelId="{A0C65729-D639-477D-9CD6-99318D9617E2}">
      <dgm:prSet custT="1"/>
      <dgm:spPr/>
      <dgm:t>
        <a:bodyPr/>
        <a:lstStyle/>
        <a:p>
          <a:r>
            <a:rPr lang="en-US" sz="1600"/>
            <a:t>Helper functions handle string to integer conversion</a:t>
          </a:r>
          <a:endParaRPr lang="en-US" sz="1600" dirty="0"/>
        </a:p>
      </dgm:t>
    </dgm:pt>
    <dgm:pt modelId="{B00459DC-58A1-4A0C-AABF-C5A67691926B}" type="parTrans" cxnId="{6A80C893-3ED5-4B24-95B2-D386E57E9913}">
      <dgm:prSet/>
      <dgm:spPr/>
      <dgm:t>
        <a:bodyPr/>
        <a:lstStyle/>
        <a:p>
          <a:endParaRPr lang="en-US"/>
        </a:p>
      </dgm:t>
    </dgm:pt>
    <dgm:pt modelId="{DB66A979-6DA8-4075-B849-3B58826DAE45}" type="sibTrans" cxnId="{6A80C893-3ED5-4B24-95B2-D386E57E9913}">
      <dgm:prSet/>
      <dgm:spPr/>
      <dgm:t>
        <a:bodyPr/>
        <a:lstStyle/>
        <a:p>
          <a:endParaRPr lang="en-US"/>
        </a:p>
      </dgm:t>
    </dgm:pt>
    <dgm:pt modelId="{2144728E-7541-46AA-8D60-4E6C9885E953}">
      <dgm:prSet custT="1"/>
      <dgm:spPr/>
      <dgm:t>
        <a:bodyPr/>
        <a:lstStyle/>
        <a:p>
          <a:r>
            <a:rPr lang="en-US" sz="1600"/>
            <a:t>The main entry point, parse_file(), locates each section in the file and calls the appropriate parsing function</a:t>
          </a:r>
          <a:endParaRPr lang="en-US" sz="1600" dirty="0"/>
        </a:p>
      </dgm:t>
    </dgm:pt>
    <dgm:pt modelId="{38B631C8-C47F-467C-A382-1C4C39041871}" type="parTrans" cxnId="{A54432D4-6A9B-47B1-AA36-7E0F7DA7A2C7}">
      <dgm:prSet/>
      <dgm:spPr/>
      <dgm:t>
        <a:bodyPr/>
        <a:lstStyle/>
        <a:p>
          <a:endParaRPr lang="en-US"/>
        </a:p>
      </dgm:t>
    </dgm:pt>
    <dgm:pt modelId="{93108788-A9BB-4A9C-A27F-16B082CAA098}" type="sibTrans" cxnId="{A54432D4-6A9B-47B1-AA36-7E0F7DA7A2C7}">
      <dgm:prSet/>
      <dgm:spPr/>
      <dgm:t>
        <a:bodyPr/>
        <a:lstStyle/>
        <a:p>
          <a:endParaRPr lang="en-US"/>
        </a:p>
      </dgm:t>
    </dgm:pt>
    <dgm:pt modelId="{2A549EE4-BE46-4590-93D4-21359F7506B6}">
      <dgm:prSet custT="1"/>
      <dgm:spPr/>
      <dgm:t>
        <a:bodyPr/>
        <a:lstStyle/>
        <a:p>
          <a:r>
            <a:rPr lang="en-US" sz="1600"/>
            <a:t>Trimming whitespace and quotes, and validating input values.</a:t>
          </a:r>
          <a:endParaRPr lang="en-US" sz="1600" dirty="0"/>
        </a:p>
      </dgm:t>
    </dgm:pt>
    <dgm:pt modelId="{DA3A99FE-5847-4FFB-9DF8-78735B421A4F}" type="parTrans" cxnId="{AC5692D3-317A-4756-9F1F-2ED34780E018}">
      <dgm:prSet/>
      <dgm:spPr/>
      <dgm:t>
        <a:bodyPr/>
        <a:lstStyle/>
        <a:p>
          <a:endParaRPr lang="pt-PT"/>
        </a:p>
      </dgm:t>
    </dgm:pt>
    <dgm:pt modelId="{2A5EF5AC-1051-4512-92A7-19C6C49C9B57}" type="sibTrans" cxnId="{AC5692D3-317A-4756-9F1F-2ED34780E018}">
      <dgm:prSet/>
      <dgm:spPr/>
      <dgm:t>
        <a:bodyPr/>
        <a:lstStyle/>
        <a:p>
          <a:endParaRPr lang="pt-PT"/>
        </a:p>
      </dgm:t>
    </dgm:pt>
    <dgm:pt modelId="{7FC4F643-2A31-4426-A4BA-47E23F3E1CB8}">
      <dgm:prSet custT="1"/>
      <dgm:spPr/>
      <dgm:t>
        <a:bodyPr/>
        <a:lstStyle/>
        <a:p>
          <a:r>
            <a:rPr lang="en-US" sz="2000" dirty="0"/>
            <a:t> </a:t>
          </a:r>
          <a:r>
            <a:rPr lang="en-US" sz="1600" dirty="0"/>
            <a:t>Ensuring that all data is loaded and ready for further processing.</a:t>
          </a:r>
          <a:endParaRPr lang="en-US" sz="2000" dirty="0"/>
        </a:p>
      </dgm:t>
    </dgm:pt>
    <dgm:pt modelId="{3FF02AE1-3249-4C0A-8AA7-8A801310BE7F}" type="parTrans" cxnId="{00681B8C-3A58-4F5D-8B8A-61A5B3A0CF03}">
      <dgm:prSet/>
      <dgm:spPr/>
      <dgm:t>
        <a:bodyPr/>
        <a:lstStyle/>
        <a:p>
          <a:endParaRPr lang="pt-PT"/>
        </a:p>
      </dgm:t>
    </dgm:pt>
    <dgm:pt modelId="{EF9DCE0D-0EFB-4E63-BDCE-3FB31E0A7010}" type="sibTrans" cxnId="{00681B8C-3A58-4F5D-8B8A-61A5B3A0CF03}">
      <dgm:prSet/>
      <dgm:spPr/>
      <dgm:t>
        <a:bodyPr/>
        <a:lstStyle/>
        <a:p>
          <a:endParaRPr lang="pt-PT"/>
        </a:p>
      </dgm:t>
    </dgm:pt>
    <dgm:pt modelId="{F9A08E39-0C0A-4000-AE13-DD5596A2E227}" type="pres">
      <dgm:prSet presAssocID="{81AB0774-E8BD-4D42-A87D-F78A6335927A}" presName="linear" presStyleCnt="0">
        <dgm:presLayoutVars>
          <dgm:animLvl val="lvl"/>
          <dgm:resizeHandles val="exact"/>
        </dgm:presLayoutVars>
      </dgm:prSet>
      <dgm:spPr/>
    </dgm:pt>
    <dgm:pt modelId="{AB387511-4AAF-465F-ADE0-7F4B93F3FD69}" type="pres">
      <dgm:prSet presAssocID="{0C11BC65-E896-404F-B704-B27A3C00E92F}" presName="parentText" presStyleLbl="node1" presStyleIdx="0" presStyleCnt="3">
        <dgm:presLayoutVars>
          <dgm:chMax val="0"/>
          <dgm:bulletEnabled val="1"/>
        </dgm:presLayoutVars>
      </dgm:prSet>
      <dgm:spPr/>
    </dgm:pt>
    <dgm:pt modelId="{AEE53534-9171-4A6F-A1AA-8D581C93BC05}" type="pres">
      <dgm:prSet presAssocID="{B2E9D168-E37F-45FC-BDB8-EA551B497EEE}" presName="spacer" presStyleCnt="0"/>
      <dgm:spPr/>
    </dgm:pt>
    <dgm:pt modelId="{3D5D2981-7FA9-4705-B9E6-71B9EC198F72}" type="pres">
      <dgm:prSet presAssocID="{A0C65729-D639-477D-9CD6-99318D9617E2}" presName="parentText" presStyleLbl="node1" presStyleIdx="1" presStyleCnt="3">
        <dgm:presLayoutVars>
          <dgm:chMax val="0"/>
          <dgm:bulletEnabled val="1"/>
        </dgm:presLayoutVars>
      </dgm:prSet>
      <dgm:spPr/>
    </dgm:pt>
    <dgm:pt modelId="{EAB68A79-71BD-4992-9CFE-EBD26A2A2BFE}" type="pres">
      <dgm:prSet presAssocID="{A0C65729-D639-477D-9CD6-99318D9617E2}" presName="childText" presStyleLbl="revTx" presStyleIdx="0" presStyleCnt="2">
        <dgm:presLayoutVars>
          <dgm:bulletEnabled val="1"/>
        </dgm:presLayoutVars>
      </dgm:prSet>
      <dgm:spPr/>
    </dgm:pt>
    <dgm:pt modelId="{87FBEB0C-24D6-42CF-9D4A-2103245B5F00}" type="pres">
      <dgm:prSet presAssocID="{2144728E-7541-46AA-8D60-4E6C9885E953}" presName="parentText" presStyleLbl="node1" presStyleIdx="2" presStyleCnt="3" custLinFactNeighborX="-724" custLinFactNeighborY="-17584">
        <dgm:presLayoutVars>
          <dgm:chMax val="0"/>
          <dgm:bulletEnabled val="1"/>
        </dgm:presLayoutVars>
      </dgm:prSet>
      <dgm:spPr/>
    </dgm:pt>
    <dgm:pt modelId="{8D2F7B35-63FD-4022-9566-55F57320D5D6}" type="pres">
      <dgm:prSet presAssocID="{2144728E-7541-46AA-8D60-4E6C9885E953}" presName="childText" presStyleLbl="revTx" presStyleIdx="1" presStyleCnt="2">
        <dgm:presLayoutVars>
          <dgm:bulletEnabled val="1"/>
        </dgm:presLayoutVars>
      </dgm:prSet>
      <dgm:spPr/>
    </dgm:pt>
  </dgm:ptLst>
  <dgm:cxnLst>
    <dgm:cxn modelId="{F9A2391C-F3A9-48E0-A9A2-7C306E76E68A}" type="presOf" srcId="{A0C65729-D639-477D-9CD6-99318D9617E2}" destId="{3D5D2981-7FA9-4705-B9E6-71B9EC198F72}" srcOrd="0" destOrd="0" presId="urn:microsoft.com/office/officeart/2005/8/layout/vList2"/>
    <dgm:cxn modelId="{DB383634-24B7-4012-9586-179819668D17}" srcId="{81AB0774-E8BD-4D42-A87D-F78A6335927A}" destId="{0C11BC65-E896-404F-B704-B27A3C00E92F}" srcOrd="0" destOrd="0" parTransId="{96B740EC-8CCF-4F90-A92B-E8B30959EBC3}" sibTransId="{B2E9D168-E37F-45FC-BDB8-EA551B497EEE}"/>
    <dgm:cxn modelId="{5C57EC42-B1EA-4D75-BB04-15CEE8C67151}" type="presOf" srcId="{2144728E-7541-46AA-8D60-4E6C9885E953}" destId="{87FBEB0C-24D6-42CF-9D4A-2103245B5F00}" srcOrd="0" destOrd="0" presId="urn:microsoft.com/office/officeart/2005/8/layout/vList2"/>
    <dgm:cxn modelId="{74E48266-98BD-4455-AD71-59EB8073B21F}" type="presOf" srcId="{81AB0774-E8BD-4D42-A87D-F78A6335927A}" destId="{F9A08E39-0C0A-4000-AE13-DD5596A2E227}" srcOrd="0" destOrd="0" presId="urn:microsoft.com/office/officeart/2005/8/layout/vList2"/>
    <dgm:cxn modelId="{7745D97B-6A5B-45B9-98D0-106DCA5F3971}" type="presOf" srcId="{7FC4F643-2A31-4426-A4BA-47E23F3E1CB8}" destId="{8D2F7B35-63FD-4022-9566-55F57320D5D6}" srcOrd="0" destOrd="0" presId="urn:microsoft.com/office/officeart/2005/8/layout/vList2"/>
    <dgm:cxn modelId="{00681B8C-3A58-4F5D-8B8A-61A5B3A0CF03}" srcId="{2144728E-7541-46AA-8D60-4E6C9885E953}" destId="{7FC4F643-2A31-4426-A4BA-47E23F3E1CB8}" srcOrd="0" destOrd="0" parTransId="{3FF02AE1-3249-4C0A-8AA7-8A801310BE7F}" sibTransId="{EF9DCE0D-0EFB-4E63-BDCE-3FB31E0A7010}"/>
    <dgm:cxn modelId="{6A80C893-3ED5-4B24-95B2-D386E57E9913}" srcId="{81AB0774-E8BD-4D42-A87D-F78A6335927A}" destId="{A0C65729-D639-477D-9CD6-99318D9617E2}" srcOrd="1" destOrd="0" parTransId="{B00459DC-58A1-4A0C-AABF-C5A67691926B}" sibTransId="{DB66A979-6DA8-4075-B849-3B58826DAE45}"/>
    <dgm:cxn modelId="{968977A2-69BF-48EE-BC27-C2FCD7590793}" type="presOf" srcId="{0C11BC65-E896-404F-B704-B27A3C00E92F}" destId="{AB387511-4AAF-465F-ADE0-7F4B93F3FD69}" srcOrd="0" destOrd="0" presId="urn:microsoft.com/office/officeart/2005/8/layout/vList2"/>
    <dgm:cxn modelId="{921E56A4-9267-4D0B-8EC5-C39D619BCBA9}" type="presOf" srcId="{2A549EE4-BE46-4590-93D4-21359F7506B6}" destId="{EAB68A79-71BD-4992-9CFE-EBD26A2A2BFE}" srcOrd="0" destOrd="0" presId="urn:microsoft.com/office/officeart/2005/8/layout/vList2"/>
    <dgm:cxn modelId="{AC5692D3-317A-4756-9F1F-2ED34780E018}" srcId="{A0C65729-D639-477D-9CD6-99318D9617E2}" destId="{2A549EE4-BE46-4590-93D4-21359F7506B6}" srcOrd="0" destOrd="0" parTransId="{DA3A99FE-5847-4FFB-9DF8-78735B421A4F}" sibTransId="{2A5EF5AC-1051-4512-92A7-19C6C49C9B57}"/>
    <dgm:cxn modelId="{A54432D4-6A9B-47B1-AA36-7E0F7DA7A2C7}" srcId="{81AB0774-E8BD-4D42-A87D-F78A6335927A}" destId="{2144728E-7541-46AA-8D60-4E6C9885E953}" srcOrd="2" destOrd="0" parTransId="{38B631C8-C47F-467C-A382-1C4C39041871}" sibTransId="{93108788-A9BB-4A9C-A27F-16B082CAA098}"/>
    <dgm:cxn modelId="{E3B30502-9DC1-45F5-9086-FC51697F79F7}" type="presParOf" srcId="{F9A08E39-0C0A-4000-AE13-DD5596A2E227}" destId="{AB387511-4AAF-465F-ADE0-7F4B93F3FD69}" srcOrd="0" destOrd="0" presId="urn:microsoft.com/office/officeart/2005/8/layout/vList2"/>
    <dgm:cxn modelId="{92B3C944-79E1-4F40-8846-A2BD61794AED}" type="presParOf" srcId="{F9A08E39-0C0A-4000-AE13-DD5596A2E227}" destId="{AEE53534-9171-4A6F-A1AA-8D581C93BC05}" srcOrd="1" destOrd="0" presId="urn:microsoft.com/office/officeart/2005/8/layout/vList2"/>
    <dgm:cxn modelId="{7456AE06-DBFF-41F2-8529-B11150BC1625}" type="presParOf" srcId="{F9A08E39-0C0A-4000-AE13-DD5596A2E227}" destId="{3D5D2981-7FA9-4705-B9E6-71B9EC198F72}" srcOrd="2" destOrd="0" presId="urn:microsoft.com/office/officeart/2005/8/layout/vList2"/>
    <dgm:cxn modelId="{FFFC6BBF-2531-4381-976B-DC35944B758B}" type="presParOf" srcId="{F9A08E39-0C0A-4000-AE13-DD5596A2E227}" destId="{EAB68A79-71BD-4992-9CFE-EBD26A2A2BFE}" srcOrd="3" destOrd="0" presId="urn:microsoft.com/office/officeart/2005/8/layout/vList2"/>
    <dgm:cxn modelId="{27C7B832-48BC-4F82-AAF2-4CFE984E3C57}" type="presParOf" srcId="{F9A08E39-0C0A-4000-AE13-DD5596A2E227}" destId="{87FBEB0C-24D6-42CF-9D4A-2103245B5F00}" srcOrd="4" destOrd="0" presId="urn:microsoft.com/office/officeart/2005/8/layout/vList2"/>
    <dgm:cxn modelId="{FCD3C9F9-6DC9-4369-809D-69EF54D53C1B}" type="presParOf" srcId="{F9A08E39-0C0A-4000-AE13-DD5596A2E227}" destId="{8D2F7B35-63FD-4022-9566-55F57320D5D6}" srcOrd="5"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1721E70-070F-4B6A-9B65-05BE03C0EC64}" type="doc">
      <dgm:prSet loTypeId="urn:microsoft.com/office/officeart/2005/8/layout/list1" loCatId="list" qsTypeId="urn:microsoft.com/office/officeart/2005/8/quickstyle/simple2" qsCatId="simple" csTypeId="urn:microsoft.com/office/officeart/2005/8/colors/colorful2" csCatId="colorful" phldr="1"/>
      <dgm:spPr/>
      <dgm:t>
        <a:bodyPr/>
        <a:lstStyle/>
        <a:p>
          <a:endParaRPr lang="pt-PT"/>
        </a:p>
      </dgm:t>
    </dgm:pt>
    <dgm:pt modelId="{F3B4A5EE-38AE-4A0A-94A1-F33CBC1F966B}">
      <dgm:prSet/>
      <dgm:spPr/>
      <dgm:t>
        <a:bodyPr/>
        <a:lstStyle/>
        <a:p>
          <a:r>
            <a:rPr lang="en-US" dirty="0"/>
            <a:t>Submissions</a:t>
          </a:r>
          <a:endParaRPr lang="pt-PT" dirty="0"/>
        </a:p>
      </dgm:t>
    </dgm:pt>
    <dgm:pt modelId="{CAA1B86E-2215-4653-9F40-22FB3B0B8D8E}" type="parTrans" cxnId="{E8B16429-3DE0-4091-B9D3-469FA27DEEB1}">
      <dgm:prSet/>
      <dgm:spPr/>
      <dgm:t>
        <a:bodyPr/>
        <a:lstStyle/>
        <a:p>
          <a:endParaRPr lang="pt-PT"/>
        </a:p>
      </dgm:t>
    </dgm:pt>
    <dgm:pt modelId="{159372F0-ADB1-4763-B108-55B1AE5EA769}" type="sibTrans" cxnId="{E8B16429-3DE0-4091-B9D3-469FA27DEEB1}">
      <dgm:prSet/>
      <dgm:spPr/>
      <dgm:t>
        <a:bodyPr/>
        <a:lstStyle/>
        <a:p>
          <a:endParaRPr lang="pt-PT"/>
        </a:p>
      </dgm:t>
    </dgm:pt>
    <dgm:pt modelId="{4809CAC7-DF5D-449F-9EF3-19ED06D21729}">
      <dgm:prSet/>
      <dgm:spPr/>
      <dgm:t>
        <a:bodyPr/>
        <a:lstStyle/>
        <a:p>
          <a:r>
            <a:rPr lang="en-US" dirty="0"/>
            <a:t>Non essential fields like title, authors, and email are ignored. </a:t>
          </a:r>
          <a:endParaRPr lang="pt-PT" dirty="0"/>
        </a:p>
      </dgm:t>
    </dgm:pt>
    <dgm:pt modelId="{BEDBCF83-0405-43B4-A4EF-55E0ED7A8D57}" type="parTrans" cxnId="{E55C988B-06AC-4D8A-9548-3071061CB58B}">
      <dgm:prSet/>
      <dgm:spPr/>
      <dgm:t>
        <a:bodyPr/>
        <a:lstStyle/>
        <a:p>
          <a:endParaRPr lang="pt-PT"/>
        </a:p>
      </dgm:t>
    </dgm:pt>
    <dgm:pt modelId="{B0E39F35-746C-4EA9-8ADB-A087DAAC700A}" type="sibTrans" cxnId="{E55C988B-06AC-4D8A-9548-3071061CB58B}">
      <dgm:prSet/>
      <dgm:spPr/>
      <dgm:t>
        <a:bodyPr/>
        <a:lstStyle/>
        <a:p>
          <a:endParaRPr lang="pt-PT"/>
        </a:p>
      </dgm:t>
    </dgm:pt>
    <dgm:pt modelId="{E26BC649-F02F-4A38-BFE8-3DC6D46C86E7}">
      <dgm:prSet/>
      <dgm:spPr/>
      <dgm:t>
        <a:bodyPr/>
        <a:lstStyle/>
        <a:p>
          <a:r>
            <a:rPr lang="en-US" dirty="0"/>
            <a:t>Relevant information of valid submissions is stored in a submission structure, which is then stored in a vector of submissions.</a:t>
          </a:r>
          <a:endParaRPr lang="pt-PT" dirty="0"/>
        </a:p>
      </dgm:t>
    </dgm:pt>
    <dgm:pt modelId="{19AE3B6A-18B7-4776-BFDF-5A7934880ECB}" type="parTrans" cxnId="{2BA3CE1A-FC0A-4CCB-A8E8-0C3791357662}">
      <dgm:prSet/>
      <dgm:spPr/>
      <dgm:t>
        <a:bodyPr/>
        <a:lstStyle/>
        <a:p>
          <a:endParaRPr lang="pt-PT"/>
        </a:p>
      </dgm:t>
    </dgm:pt>
    <dgm:pt modelId="{AC00297B-DCC4-49EB-9A1E-FAFAF2136B92}" type="sibTrans" cxnId="{2BA3CE1A-FC0A-4CCB-A8E8-0C3791357662}">
      <dgm:prSet/>
      <dgm:spPr/>
      <dgm:t>
        <a:bodyPr/>
        <a:lstStyle/>
        <a:p>
          <a:endParaRPr lang="pt-PT"/>
        </a:p>
      </dgm:t>
    </dgm:pt>
    <dgm:pt modelId="{6BBBE990-6282-47ED-A318-E71C0D659ABA}">
      <dgm:prSet/>
      <dgm:spPr/>
      <dgm:t>
        <a:bodyPr/>
        <a:lstStyle/>
        <a:p>
          <a:r>
            <a:rPr lang="en-US" dirty="0"/>
            <a:t>Each reviewer’s ID and expertise domains are extracted similarly and stored in a reviewer structure and then in a vector.</a:t>
          </a:r>
          <a:endParaRPr lang="pt-PT" dirty="0"/>
        </a:p>
      </dgm:t>
    </dgm:pt>
    <dgm:pt modelId="{D10E8EC5-86B5-49D7-84D6-DC28676CF2AD}" type="parTrans" cxnId="{4875FFA4-724E-4D8D-A7F1-406614E14F12}">
      <dgm:prSet/>
      <dgm:spPr/>
      <dgm:t>
        <a:bodyPr/>
        <a:lstStyle/>
        <a:p>
          <a:endParaRPr lang="pt-PT"/>
        </a:p>
      </dgm:t>
    </dgm:pt>
    <dgm:pt modelId="{33B2C064-15A9-4CB4-89DF-135119CFD524}" type="sibTrans" cxnId="{4875FFA4-724E-4D8D-A7F1-406614E14F12}">
      <dgm:prSet/>
      <dgm:spPr/>
      <dgm:t>
        <a:bodyPr/>
        <a:lstStyle/>
        <a:p>
          <a:endParaRPr lang="pt-PT"/>
        </a:p>
      </dgm:t>
    </dgm:pt>
    <dgm:pt modelId="{14D2F083-BDB9-4BB1-BAFF-D82CA4DFF0FB}">
      <dgm:prSet/>
      <dgm:spPr/>
      <dgm:t>
        <a:bodyPr/>
        <a:lstStyle/>
        <a:p>
          <a:r>
            <a:rPr lang="en-US" dirty="0"/>
            <a:t>When it comes to parameters, workflow parameters are read and then stored in a parameters_ structure.</a:t>
          </a:r>
          <a:endParaRPr lang="pt-PT" dirty="0"/>
        </a:p>
      </dgm:t>
    </dgm:pt>
    <dgm:pt modelId="{7F79AEAF-ADA5-42F8-90E3-5C919EAB304D}" type="parTrans" cxnId="{48238EF7-98BD-460F-AC9C-DF25EA1205D3}">
      <dgm:prSet/>
      <dgm:spPr/>
      <dgm:t>
        <a:bodyPr/>
        <a:lstStyle/>
        <a:p>
          <a:endParaRPr lang="pt-PT"/>
        </a:p>
      </dgm:t>
    </dgm:pt>
    <dgm:pt modelId="{853639CB-009C-452F-9A9A-CBB7B43A7E44}" type="sibTrans" cxnId="{48238EF7-98BD-460F-AC9C-DF25EA1205D3}">
      <dgm:prSet/>
      <dgm:spPr/>
      <dgm:t>
        <a:bodyPr/>
        <a:lstStyle/>
        <a:p>
          <a:endParaRPr lang="pt-PT"/>
        </a:p>
      </dgm:t>
    </dgm:pt>
    <dgm:pt modelId="{A62FF7B6-D2DA-403B-BABD-694AC22832BD}">
      <dgm:prSet/>
      <dgm:spPr/>
      <dgm:t>
        <a:bodyPr/>
        <a:lstStyle/>
        <a:p>
          <a:r>
            <a:rPr lang="pt-PT" dirty="0" err="1"/>
            <a:t>Control</a:t>
          </a:r>
          <a:endParaRPr lang="pt-PT" dirty="0"/>
        </a:p>
      </dgm:t>
    </dgm:pt>
    <dgm:pt modelId="{0CB2B655-0E2D-42D5-9F18-DC6CD65B98A4}" type="parTrans" cxnId="{CA0C5606-2CF3-4651-A823-5491A226568E}">
      <dgm:prSet/>
      <dgm:spPr/>
      <dgm:t>
        <a:bodyPr/>
        <a:lstStyle/>
        <a:p>
          <a:endParaRPr lang="pt-PT"/>
        </a:p>
      </dgm:t>
    </dgm:pt>
    <dgm:pt modelId="{AB77CBF0-3F70-435C-9399-12BAFFA2FA0C}" type="sibTrans" cxnId="{CA0C5606-2CF3-4651-A823-5491A226568E}">
      <dgm:prSet/>
      <dgm:spPr/>
      <dgm:t>
        <a:bodyPr/>
        <a:lstStyle/>
        <a:p>
          <a:endParaRPr lang="pt-PT"/>
        </a:p>
      </dgm:t>
    </dgm:pt>
    <dgm:pt modelId="{FAD31784-C256-4176-B67A-63D3629DD356}">
      <dgm:prSet/>
      <dgm:spPr/>
      <dgm:t>
        <a:bodyPr/>
        <a:lstStyle/>
        <a:p>
          <a:r>
            <a:rPr lang="en-US" dirty="0"/>
            <a:t>To handle the submissions info, each line is tokenized to extract the submission ID and domain (primary and secondary). </a:t>
          </a:r>
          <a:endParaRPr lang="pt-PT" dirty="0"/>
        </a:p>
      </dgm:t>
    </dgm:pt>
    <dgm:pt modelId="{EE1B264B-DDED-473C-8D8E-FF2B9D81584C}" type="parTrans" cxnId="{EEAB7ADC-0CA6-4034-B81A-0CEA972E981E}">
      <dgm:prSet/>
      <dgm:spPr/>
      <dgm:t>
        <a:bodyPr/>
        <a:lstStyle/>
        <a:p>
          <a:endParaRPr lang="pt-PT"/>
        </a:p>
      </dgm:t>
    </dgm:pt>
    <dgm:pt modelId="{AABAD13F-38F2-4AD3-A1DF-E504D08D3DB4}" type="sibTrans" cxnId="{EEAB7ADC-0CA6-4034-B81A-0CEA972E981E}">
      <dgm:prSet/>
      <dgm:spPr/>
      <dgm:t>
        <a:bodyPr/>
        <a:lstStyle/>
        <a:p>
          <a:endParaRPr lang="pt-PT"/>
        </a:p>
      </dgm:t>
    </dgm:pt>
    <dgm:pt modelId="{EA30E9CA-5D85-4836-B491-83539FFCE320}">
      <dgm:prSet/>
      <dgm:spPr/>
      <dgm:t>
        <a:bodyPr/>
        <a:lstStyle/>
        <a:p>
          <a:r>
            <a:rPr lang="pt-PT"/>
            <a:t>Reviewers</a:t>
          </a:r>
          <a:endParaRPr lang="pt-PT" dirty="0"/>
        </a:p>
      </dgm:t>
    </dgm:pt>
    <dgm:pt modelId="{361F551C-B726-4D0F-BAB2-93DC8B64E643}" type="parTrans" cxnId="{96CEDA44-F2ED-44EA-9982-8EF8B62894B5}">
      <dgm:prSet/>
      <dgm:spPr/>
      <dgm:t>
        <a:bodyPr/>
        <a:lstStyle/>
        <a:p>
          <a:endParaRPr lang="pt-PT"/>
        </a:p>
      </dgm:t>
    </dgm:pt>
    <dgm:pt modelId="{EF56F3BD-8919-42B6-A96E-EA665184D01C}" type="sibTrans" cxnId="{96CEDA44-F2ED-44EA-9982-8EF8B62894B5}">
      <dgm:prSet/>
      <dgm:spPr/>
      <dgm:t>
        <a:bodyPr/>
        <a:lstStyle/>
        <a:p>
          <a:endParaRPr lang="pt-PT"/>
        </a:p>
      </dgm:t>
    </dgm:pt>
    <dgm:pt modelId="{3C6691CC-8F7C-4965-BC3B-93FD99F4FE9B}">
      <dgm:prSet/>
      <dgm:spPr/>
      <dgm:t>
        <a:bodyPr/>
        <a:lstStyle/>
        <a:p>
          <a:r>
            <a:rPr lang="pt-PT"/>
            <a:t>Parameters</a:t>
          </a:r>
          <a:endParaRPr lang="pt-PT" dirty="0"/>
        </a:p>
      </dgm:t>
    </dgm:pt>
    <dgm:pt modelId="{39BABCFE-FA2D-48BA-B2B8-80294A06FF36}" type="parTrans" cxnId="{29815B00-911F-4E7C-B369-21F66D48B929}">
      <dgm:prSet/>
      <dgm:spPr/>
      <dgm:t>
        <a:bodyPr/>
        <a:lstStyle/>
        <a:p>
          <a:endParaRPr lang="pt-PT"/>
        </a:p>
      </dgm:t>
    </dgm:pt>
    <dgm:pt modelId="{94BF7044-ADE2-4A87-94D1-4C41F49A520A}" type="sibTrans" cxnId="{29815B00-911F-4E7C-B369-21F66D48B929}">
      <dgm:prSet/>
      <dgm:spPr/>
      <dgm:t>
        <a:bodyPr/>
        <a:lstStyle/>
        <a:p>
          <a:endParaRPr lang="pt-PT"/>
        </a:p>
      </dgm:t>
    </dgm:pt>
    <dgm:pt modelId="{07831FAD-7A09-4227-9BFA-B15723631927}">
      <dgm:prSet/>
      <dgm:spPr/>
      <dgm:t>
        <a:bodyPr/>
        <a:lstStyle/>
        <a:p>
          <a:r>
            <a:rPr lang="en-US"/>
            <a:t>Lastly, to handle control settings, control information is read, trimming any surrounding spaces or quotation marks and saving the relevant info in a control_ structure.</a:t>
          </a:r>
          <a:endParaRPr lang="pt-PT" dirty="0"/>
        </a:p>
      </dgm:t>
    </dgm:pt>
    <dgm:pt modelId="{924AFBB5-7986-4CC0-A9AD-5B0D094C427F}" type="parTrans" cxnId="{CAA7E719-C29D-4996-888A-F162D330C1E9}">
      <dgm:prSet/>
      <dgm:spPr/>
      <dgm:t>
        <a:bodyPr/>
        <a:lstStyle/>
        <a:p>
          <a:endParaRPr lang="pt-PT"/>
        </a:p>
      </dgm:t>
    </dgm:pt>
    <dgm:pt modelId="{E7876FE5-6EF8-4375-B9A6-D42BF2102DB8}" type="sibTrans" cxnId="{CAA7E719-C29D-4996-888A-F162D330C1E9}">
      <dgm:prSet/>
      <dgm:spPr/>
      <dgm:t>
        <a:bodyPr/>
        <a:lstStyle/>
        <a:p>
          <a:endParaRPr lang="pt-PT"/>
        </a:p>
      </dgm:t>
    </dgm:pt>
    <dgm:pt modelId="{AC3F5FBD-D21C-4794-A4DC-617609DC1ACD}" type="pres">
      <dgm:prSet presAssocID="{F1721E70-070F-4B6A-9B65-05BE03C0EC64}" presName="linear" presStyleCnt="0">
        <dgm:presLayoutVars>
          <dgm:dir/>
          <dgm:animLvl val="lvl"/>
          <dgm:resizeHandles val="exact"/>
        </dgm:presLayoutVars>
      </dgm:prSet>
      <dgm:spPr/>
    </dgm:pt>
    <dgm:pt modelId="{E202FE0E-46BD-44FC-8744-8C853BE094FD}" type="pres">
      <dgm:prSet presAssocID="{F3B4A5EE-38AE-4A0A-94A1-F33CBC1F966B}" presName="parentLin" presStyleCnt="0"/>
      <dgm:spPr/>
    </dgm:pt>
    <dgm:pt modelId="{B6BDFB2E-852C-45C2-81B9-D2C97CE78343}" type="pres">
      <dgm:prSet presAssocID="{F3B4A5EE-38AE-4A0A-94A1-F33CBC1F966B}" presName="parentLeftMargin" presStyleLbl="node1" presStyleIdx="0" presStyleCnt="4"/>
      <dgm:spPr/>
    </dgm:pt>
    <dgm:pt modelId="{DB331E0D-350D-4C3D-B4B1-C0510EDA1349}" type="pres">
      <dgm:prSet presAssocID="{F3B4A5EE-38AE-4A0A-94A1-F33CBC1F966B}" presName="parentText" presStyleLbl="node1" presStyleIdx="0" presStyleCnt="4">
        <dgm:presLayoutVars>
          <dgm:chMax val="0"/>
          <dgm:bulletEnabled val="1"/>
        </dgm:presLayoutVars>
      </dgm:prSet>
      <dgm:spPr/>
    </dgm:pt>
    <dgm:pt modelId="{FD0CF09E-101E-459C-A6CB-75C051B7DCC0}" type="pres">
      <dgm:prSet presAssocID="{F3B4A5EE-38AE-4A0A-94A1-F33CBC1F966B}" presName="negativeSpace" presStyleCnt="0"/>
      <dgm:spPr/>
    </dgm:pt>
    <dgm:pt modelId="{6552EF31-DF7E-46FC-B900-6E060501F816}" type="pres">
      <dgm:prSet presAssocID="{F3B4A5EE-38AE-4A0A-94A1-F33CBC1F966B}" presName="childText" presStyleLbl="conFgAcc1" presStyleIdx="0" presStyleCnt="4">
        <dgm:presLayoutVars>
          <dgm:bulletEnabled val="1"/>
        </dgm:presLayoutVars>
      </dgm:prSet>
      <dgm:spPr/>
    </dgm:pt>
    <dgm:pt modelId="{F860DBED-CDB2-4714-93E4-D354A344EE48}" type="pres">
      <dgm:prSet presAssocID="{159372F0-ADB1-4763-B108-55B1AE5EA769}" presName="spaceBetweenRectangles" presStyleCnt="0"/>
      <dgm:spPr/>
    </dgm:pt>
    <dgm:pt modelId="{BE6B3BCA-876B-4EE5-8986-119790514518}" type="pres">
      <dgm:prSet presAssocID="{EA30E9CA-5D85-4836-B491-83539FFCE320}" presName="parentLin" presStyleCnt="0"/>
      <dgm:spPr/>
    </dgm:pt>
    <dgm:pt modelId="{BBC67480-6F03-4C6C-AC3F-E5AD22FA6D54}" type="pres">
      <dgm:prSet presAssocID="{EA30E9CA-5D85-4836-B491-83539FFCE320}" presName="parentLeftMargin" presStyleLbl="node1" presStyleIdx="0" presStyleCnt="4"/>
      <dgm:spPr/>
    </dgm:pt>
    <dgm:pt modelId="{DA7FA216-1553-4472-BC0E-5E663CFDCBF6}" type="pres">
      <dgm:prSet presAssocID="{EA30E9CA-5D85-4836-B491-83539FFCE320}" presName="parentText" presStyleLbl="node1" presStyleIdx="1" presStyleCnt="4">
        <dgm:presLayoutVars>
          <dgm:chMax val="0"/>
          <dgm:bulletEnabled val="1"/>
        </dgm:presLayoutVars>
      </dgm:prSet>
      <dgm:spPr/>
    </dgm:pt>
    <dgm:pt modelId="{ECE9CE36-BF51-42D0-B554-E15A997E6C73}" type="pres">
      <dgm:prSet presAssocID="{EA30E9CA-5D85-4836-B491-83539FFCE320}" presName="negativeSpace" presStyleCnt="0"/>
      <dgm:spPr/>
    </dgm:pt>
    <dgm:pt modelId="{B4C0D978-0B99-4F41-B68C-6C12E1AECDAA}" type="pres">
      <dgm:prSet presAssocID="{EA30E9CA-5D85-4836-B491-83539FFCE320}" presName="childText" presStyleLbl="conFgAcc1" presStyleIdx="1" presStyleCnt="4">
        <dgm:presLayoutVars>
          <dgm:bulletEnabled val="1"/>
        </dgm:presLayoutVars>
      </dgm:prSet>
      <dgm:spPr/>
    </dgm:pt>
    <dgm:pt modelId="{81E6C7EF-7EB5-4F3B-8D78-9DD258AEB3A4}" type="pres">
      <dgm:prSet presAssocID="{EF56F3BD-8919-42B6-A96E-EA665184D01C}" presName="spaceBetweenRectangles" presStyleCnt="0"/>
      <dgm:spPr/>
    </dgm:pt>
    <dgm:pt modelId="{27E46CAE-8954-432A-B9DD-932F2FD669AF}" type="pres">
      <dgm:prSet presAssocID="{3C6691CC-8F7C-4965-BC3B-93FD99F4FE9B}" presName="parentLin" presStyleCnt="0"/>
      <dgm:spPr/>
    </dgm:pt>
    <dgm:pt modelId="{790501BF-2B38-42C8-B7AA-14522EF382C1}" type="pres">
      <dgm:prSet presAssocID="{3C6691CC-8F7C-4965-BC3B-93FD99F4FE9B}" presName="parentLeftMargin" presStyleLbl="node1" presStyleIdx="1" presStyleCnt="4"/>
      <dgm:spPr/>
    </dgm:pt>
    <dgm:pt modelId="{C425AD88-15E3-4C30-B9D3-525FCD66A8D5}" type="pres">
      <dgm:prSet presAssocID="{3C6691CC-8F7C-4965-BC3B-93FD99F4FE9B}" presName="parentText" presStyleLbl="node1" presStyleIdx="2" presStyleCnt="4">
        <dgm:presLayoutVars>
          <dgm:chMax val="0"/>
          <dgm:bulletEnabled val="1"/>
        </dgm:presLayoutVars>
      </dgm:prSet>
      <dgm:spPr/>
    </dgm:pt>
    <dgm:pt modelId="{945A52AB-769C-4087-9F38-2385195C8B3E}" type="pres">
      <dgm:prSet presAssocID="{3C6691CC-8F7C-4965-BC3B-93FD99F4FE9B}" presName="negativeSpace" presStyleCnt="0"/>
      <dgm:spPr/>
    </dgm:pt>
    <dgm:pt modelId="{4CACF898-6E53-4F30-ABC3-B95F1C005F72}" type="pres">
      <dgm:prSet presAssocID="{3C6691CC-8F7C-4965-BC3B-93FD99F4FE9B}" presName="childText" presStyleLbl="conFgAcc1" presStyleIdx="2" presStyleCnt="4">
        <dgm:presLayoutVars>
          <dgm:bulletEnabled val="1"/>
        </dgm:presLayoutVars>
      </dgm:prSet>
      <dgm:spPr/>
    </dgm:pt>
    <dgm:pt modelId="{DB3A8360-77DF-4681-B955-21A20015DA51}" type="pres">
      <dgm:prSet presAssocID="{94BF7044-ADE2-4A87-94D1-4C41F49A520A}" presName="spaceBetweenRectangles" presStyleCnt="0"/>
      <dgm:spPr/>
    </dgm:pt>
    <dgm:pt modelId="{F3F5FD14-91B5-456C-8109-BA7637E5B063}" type="pres">
      <dgm:prSet presAssocID="{A62FF7B6-D2DA-403B-BABD-694AC22832BD}" presName="parentLin" presStyleCnt="0"/>
      <dgm:spPr/>
    </dgm:pt>
    <dgm:pt modelId="{F6E87375-0F7C-4697-B9C0-9DE3ADC86D98}" type="pres">
      <dgm:prSet presAssocID="{A62FF7B6-D2DA-403B-BABD-694AC22832BD}" presName="parentLeftMargin" presStyleLbl="node1" presStyleIdx="2" presStyleCnt="4"/>
      <dgm:spPr/>
    </dgm:pt>
    <dgm:pt modelId="{2965BB6F-964A-45DC-9DC5-50EDD3495D46}" type="pres">
      <dgm:prSet presAssocID="{A62FF7B6-D2DA-403B-BABD-694AC22832BD}" presName="parentText" presStyleLbl="node1" presStyleIdx="3" presStyleCnt="4">
        <dgm:presLayoutVars>
          <dgm:chMax val="0"/>
          <dgm:bulletEnabled val="1"/>
        </dgm:presLayoutVars>
      </dgm:prSet>
      <dgm:spPr/>
    </dgm:pt>
    <dgm:pt modelId="{4EFD72B4-B796-42E5-B375-A3F254364B71}" type="pres">
      <dgm:prSet presAssocID="{A62FF7B6-D2DA-403B-BABD-694AC22832BD}" presName="negativeSpace" presStyleCnt="0"/>
      <dgm:spPr/>
    </dgm:pt>
    <dgm:pt modelId="{E83D4DCE-9C77-4ED6-B1A1-B7EEE6BFB6FD}" type="pres">
      <dgm:prSet presAssocID="{A62FF7B6-D2DA-403B-BABD-694AC22832BD}" presName="childText" presStyleLbl="conFgAcc1" presStyleIdx="3" presStyleCnt="4">
        <dgm:presLayoutVars>
          <dgm:bulletEnabled val="1"/>
        </dgm:presLayoutVars>
      </dgm:prSet>
      <dgm:spPr/>
    </dgm:pt>
  </dgm:ptLst>
  <dgm:cxnLst>
    <dgm:cxn modelId="{29815B00-911F-4E7C-B369-21F66D48B929}" srcId="{F1721E70-070F-4B6A-9B65-05BE03C0EC64}" destId="{3C6691CC-8F7C-4965-BC3B-93FD99F4FE9B}" srcOrd="2" destOrd="0" parTransId="{39BABCFE-FA2D-48BA-B2B8-80294A06FF36}" sibTransId="{94BF7044-ADE2-4A87-94D1-4C41F49A520A}"/>
    <dgm:cxn modelId="{CA0C5606-2CF3-4651-A823-5491A226568E}" srcId="{F1721E70-070F-4B6A-9B65-05BE03C0EC64}" destId="{A62FF7B6-D2DA-403B-BABD-694AC22832BD}" srcOrd="3" destOrd="0" parTransId="{0CB2B655-0E2D-42D5-9F18-DC6CD65B98A4}" sibTransId="{AB77CBF0-3F70-435C-9399-12BAFFA2FA0C}"/>
    <dgm:cxn modelId="{CAA7E719-C29D-4996-888A-F162D330C1E9}" srcId="{A62FF7B6-D2DA-403B-BABD-694AC22832BD}" destId="{07831FAD-7A09-4227-9BFA-B15723631927}" srcOrd="0" destOrd="0" parTransId="{924AFBB5-7986-4CC0-A9AD-5B0D094C427F}" sibTransId="{E7876FE5-6EF8-4375-B9A6-D42BF2102DB8}"/>
    <dgm:cxn modelId="{2BA3CE1A-FC0A-4CCB-A8E8-0C3791357662}" srcId="{F3B4A5EE-38AE-4A0A-94A1-F33CBC1F966B}" destId="{E26BC649-F02F-4A38-BFE8-3DC6D46C86E7}" srcOrd="2" destOrd="0" parTransId="{19AE3B6A-18B7-4776-BFDF-5A7934880ECB}" sibTransId="{AC00297B-DCC4-49EB-9A1E-FAFAF2136B92}"/>
    <dgm:cxn modelId="{D2A00923-FD00-499A-8443-FD2BA5E420C0}" type="presOf" srcId="{EA30E9CA-5D85-4836-B491-83539FFCE320}" destId="{DA7FA216-1553-4472-BC0E-5E663CFDCBF6}" srcOrd="1" destOrd="0" presId="urn:microsoft.com/office/officeart/2005/8/layout/list1"/>
    <dgm:cxn modelId="{E8B16429-3DE0-4091-B9D3-469FA27DEEB1}" srcId="{F1721E70-070F-4B6A-9B65-05BE03C0EC64}" destId="{F3B4A5EE-38AE-4A0A-94A1-F33CBC1F966B}" srcOrd="0" destOrd="0" parTransId="{CAA1B86E-2215-4653-9F40-22FB3B0B8D8E}" sibTransId="{159372F0-ADB1-4763-B108-55B1AE5EA769}"/>
    <dgm:cxn modelId="{E0E28836-9F83-416E-BA1B-F1D9D7086569}" type="presOf" srcId="{E26BC649-F02F-4A38-BFE8-3DC6D46C86E7}" destId="{6552EF31-DF7E-46FC-B900-6E060501F816}" srcOrd="0" destOrd="2" presId="urn:microsoft.com/office/officeart/2005/8/layout/list1"/>
    <dgm:cxn modelId="{5FEE293C-B27D-47E2-A265-FBB1D1037C1A}" type="presOf" srcId="{6BBBE990-6282-47ED-A318-E71C0D659ABA}" destId="{B4C0D978-0B99-4F41-B68C-6C12E1AECDAA}" srcOrd="0" destOrd="0" presId="urn:microsoft.com/office/officeart/2005/8/layout/list1"/>
    <dgm:cxn modelId="{0482D95C-528F-4B5B-86B1-4B65075343C4}" type="presOf" srcId="{4809CAC7-DF5D-449F-9EF3-19ED06D21729}" destId="{6552EF31-DF7E-46FC-B900-6E060501F816}" srcOrd="0" destOrd="1" presId="urn:microsoft.com/office/officeart/2005/8/layout/list1"/>
    <dgm:cxn modelId="{E0274744-376C-42AE-82FA-842658D32AF0}" type="presOf" srcId="{FAD31784-C256-4176-B67A-63D3629DD356}" destId="{6552EF31-DF7E-46FC-B900-6E060501F816}" srcOrd="0" destOrd="0" presId="urn:microsoft.com/office/officeart/2005/8/layout/list1"/>
    <dgm:cxn modelId="{96CEDA44-F2ED-44EA-9982-8EF8B62894B5}" srcId="{F1721E70-070F-4B6A-9B65-05BE03C0EC64}" destId="{EA30E9CA-5D85-4836-B491-83539FFCE320}" srcOrd="1" destOrd="0" parTransId="{361F551C-B726-4D0F-BAB2-93DC8B64E643}" sibTransId="{EF56F3BD-8919-42B6-A96E-EA665184D01C}"/>
    <dgm:cxn modelId="{9B428B46-231D-435B-B1B3-DF9B70B79CD5}" type="presOf" srcId="{A62FF7B6-D2DA-403B-BABD-694AC22832BD}" destId="{F6E87375-0F7C-4697-B9C0-9DE3ADC86D98}" srcOrd="0" destOrd="0" presId="urn:microsoft.com/office/officeart/2005/8/layout/list1"/>
    <dgm:cxn modelId="{F445386E-E28C-4DDE-A28D-7AC75D67495D}" type="presOf" srcId="{3C6691CC-8F7C-4965-BC3B-93FD99F4FE9B}" destId="{790501BF-2B38-42C8-B7AA-14522EF382C1}" srcOrd="0" destOrd="0" presId="urn:microsoft.com/office/officeart/2005/8/layout/list1"/>
    <dgm:cxn modelId="{F0851A7B-A4E1-4E19-8410-8FB796B049E6}" type="presOf" srcId="{F3B4A5EE-38AE-4A0A-94A1-F33CBC1F966B}" destId="{B6BDFB2E-852C-45C2-81B9-D2C97CE78343}" srcOrd="0" destOrd="0" presId="urn:microsoft.com/office/officeart/2005/8/layout/list1"/>
    <dgm:cxn modelId="{997D157C-12BF-43FF-BDE9-64987788CC1D}" type="presOf" srcId="{3C6691CC-8F7C-4965-BC3B-93FD99F4FE9B}" destId="{C425AD88-15E3-4C30-B9D3-525FCD66A8D5}" srcOrd="1" destOrd="0" presId="urn:microsoft.com/office/officeart/2005/8/layout/list1"/>
    <dgm:cxn modelId="{17908A83-F9A1-4969-A2EF-C7537572CAE8}" type="presOf" srcId="{14D2F083-BDB9-4BB1-BAFF-D82CA4DFF0FB}" destId="{4CACF898-6E53-4F30-ABC3-B95F1C005F72}" srcOrd="0" destOrd="0" presId="urn:microsoft.com/office/officeart/2005/8/layout/list1"/>
    <dgm:cxn modelId="{E55C988B-06AC-4D8A-9548-3071061CB58B}" srcId="{F3B4A5EE-38AE-4A0A-94A1-F33CBC1F966B}" destId="{4809CAC7-DF5D-449F-9EF3-19ED06D21729}" srcOrd="1" destOrd="0" parTransId="{BEDBCF83-0405-43B4-A4EF-55E0ED7A8D57}" sibTransId="{B0E39F35-746C-4EA9-8ADB-A087DAAC700A}"/>
    <dgm:cxn modelId="{F5957593-0694-4FE5-B361-391AE14E7F27}" type="presOf" srcId="{EA30E9CA-5D85-4836-B491-83539FFCE320}" destId="{BBC67480-6F03-4C6C-AC3F-E5AD22FA6D54}" srcOrd="0" destOrd="0" presId="urn:microsoft.com/office/officeart/2005/8/layout/list1"/>
    <dgm:cxn modelId="{45DC369B-EE76-4ADE-80CC-419ACB08BF7E}" type="presOf" srcId="{07831FAD-7A09-4227-9BFA-B15723631927}" destId="{E83D4DCE-9C77-4ED6-B1A1-B7EEE6BFB6FD}" srcOrd="0" destOrd="0" presId="urn:microsoft.com/office/officeart/2005/8/layout/list1"/>
    <dgm:cxn modelId="{4875FFA4-724E-4D8D-A7F1-406614E14F12}" srcId="{EA30E9CA-5D85-4836-B491-83539FFCE320}" destId="{6BBBE990-6282-47ED-A318-E71C0D659ABA}" srcOrd="0" destOrd="0" parTransId="{D10E8EC5-86B5-49D7-84D6-DC28676CF2AD}" sibTransId="{33B2C064-15A9-4CB4-89DF-135119CFD524}"/>
    <dgm:cxn modelId="{FB6F7AD9-6848-428C-9A53-F1C5ACFA31DA}" type="presOf" srcId="{F3B4A5EE-38AE-4A0A-94A1-F33CBC1F966B}" destId="{DB331E0D-350D-4C3D-B4B1-C0510EDA1349}" srcOrd="1" destOrd="0" presId="urn:microsoft.com/office/officeart/2005/8/layout/list1"/>
    <dgm:cxn modelId="{EEAB7ADC-0CA6-4034-B81A-0CEA972E981E}" srcId="{F3B4A5EE-38AE-4A0A-94A1-F33CBC1F966B}" destId="{FAD31784-C256-4176-B67A-63D3629DD356}" srcOrd="0" destOrd="0" parTransId="{EE1B264B-DDED-473C-8D8E-FF2B9D81584C}" sibTransId="{AABAD13F-38F2-4AD3-A1DF-E504D08D3DB4}"/>
    <dgm:cxn modelId="{89D9E6E4-B345-4FB2-A122-6C355DB8D595}" type="presOf" srcId="{A62FF7B6-D2DA-403B-BABD-694AC22832BD}" destId="{2965BB6F-964A-45DC-9DC5-50EDD3495D46}" srcOrd="1" destOrd="0" presId="urn:microsoft.com/office/officeart/2005/8/layout/list1"/>
    <dgm:cxn modelId="{48238EF7-98BD-460F-AC9C-DF25EA1205D3}" srcId="{3C6691CC-8F7C-4965-BC3B-93FD99F4FE9B}" destId="{14D2F083-BDB9-4BB1-BAFF-D82CA4DFF0FB}" srcOrd="0" destOrd="0" parTransId="{7F79AEAF-ADA5-42F8-90E3-5C919EAB304D}" sibTransId="{853639CB-009C-452F-9A9A-CBB7B43A7E44}"/>
    <dgm:cxn modelId="{B6A395F8-CD23-4CAA-A2F0-BE90A6959A06}" type="presOf" srcId="{F1721E70-070F-4B6A-9B65-05BE03C0EC64}" destId="{AC3F5FBD-D21C-4794-A4DC-617609DC1ACD}" srcOrd="0" destOrd="0" presId="urn:microsoft.com/office/officeart/2005/8/layout/list1"/>
    <dgm:cxn modelId="{B25F0B7A-ADB5-4F89-8593-54CFB748DA76}" type="presParOf" srcId="{AC3F5FBD-D21C-4794-A4DC-617609DC1ACD}" destId="{E202FE0E-46BD-44FC-8744-8C853BE094FD}" srcOrd="0" destOrd="0" presId="urn:microsoft.com/office/officeart/2005/8/layout/list1"/>
    <dgm:cxn modelId="{5279CCEC-5741-4148-8E72-A4A3B1E863BE}" type="presParOf" srcId="{E202FE0E-46BD-44FC-8744-8C853BE094FD}" destId="{B6BDFB2E-852C-45C2-81B9-D2C97CE78343}" srcOrd="0" destOrd="0" presId="urn:microsoft.com/office/officeart/2005/8/layout/list1"/>
    <dgm:cxn modelId="{596F53CA-65C1-472F-B777-E79EC4DA83C5}" type="presParOf" srcId="{E202FE0E-46BD-44FC-8744-8C853BE094FD}" destId="{DB331E0D-350D-4C3D-B4B1-C0510EDA1349}" srcOrd="1" destOrd="0" presId="urn:microsoft.com/office/officeart/2005/8/layout/list1"/>
    <dgm:cxn modelId="{5D5905E6-A3BB-4DE9-8904-F0F7F71B8090}" type="presParOf" srcId="{AC3F5FBD-D21C-4794-A4DC-617609DC1ACD}" destId="{FD0CF09E-101E-459C-A6CB-75C051B7DCC0}" srcOrd="1" destOrd="0" presId="urn:microsoft.com/office/officeart/2005/8/layout/list1"/>
    <dgm:cxn modelId="{CC45833C-9374-439D-9CDB-092DECAAB8C3}" type="presParOf" srcId="{AC3F5FBD-D21C-4794-A4DC-617609DC1ACD}" destId="{6552EF31-DF7E-46FC-B900-6E060501F816}" srcOrd="2" destOrd="0" presId="urn:microsoft.com/office/officeart/2005/8/layout/list1"/>
    <dgm:cxn modelId="{BB56D2DE-808E-4EB8-937D-6A2E958CCC3A}" type="presParOf" srcId="{AC3F5FBD-D21C-4794-A4DC-617609DC1ACD}" destId="{F860DBED-CDB2-4714-93E4-D354A344EE48}" srcOrd="3" destOrd="0" presId="urn:microsoft.com/office/officeart/2005/8/layout/list1"/>
    <dgm:cxn modelId="{6216B2D3-78A0-417B-9837-46862AAC15E0}" type="presParOf" srcId="{AC3F5FBD-D21C-4794-A4DC-617609DC1ACD}" destId="{BE6B3BCA-876B-4EE5-8986-119790514518}" srcOrd="4" destOrd="0" presId="urn:microsoft.com/office/officeart/2005/8/layout/list1"/>
    <dgm:cxn modelId="{88FB1F1C-4796-4C5A-A1B2-F50BD5696F54}" type="presParOf" srcId="{BE6B3BCA-876B-4EE5-8986-119790514518}" destId="{BBC67480-6F03-4C6C-AC3F-E5AD22FA6D54}" srcOrd="0" destOrd="0" presId="urn:microsoft.com/office/officeart/2005/8/layout/list1"/>
    <dgm:cxn modelId="{B85F2213-25E2-4DDE-9675-5E79565568D3}" type="presParOf" srcId="{BE6B3BCA-876B-4EE5-8986-119790514518}" destId="{DA7FA216-1553-4472-BC0E-5E663CFDCBF6}" srcOrd="1" destOrd="0" presId="urn:microsoft.com/office/officeart/2005/8/layout/list1"/>
    <dgm:cxn modelId="{15F2FD71-B953-42A7-908F-9C9F5A4BBFC0}" type="presParOf" srcId="{AC3F5FBD-D21C-4794-A4DC-617609DC1ACD}" destId="{ECE9CE36-BF51-42D0-B554-E15A997E6C73}" srcOrd="5" destOrd="0" presId="urn:microsoft.com/office/officeart/2005/8/layout/list1"/>
    <dgm:cxn modelId="{55F0814C-F5E0-4430-998F-E8C9707225E8}" type="presParOf" srcId="{AC3F5FBD-D21C-4794-A4DC-617609DC1ACD}" destId="{B4C0D978-0B99-4F41-B68C-6C12E1AECDAA}" srcOrd="6" destOrd="0" presId="urn:microsoft.com/office/officeart/2005/8/layout/list1"/>
    <dgm:cxn modelId="{23F3C849-B8E2-40A3-BEAA-796F28F0E7EA}" type="presParOf" srcId="{AC3F5FBD-D21C-4794-A4DC-617609DC1ACD}" destId="{81E6C7EF-7EB5-4F3B-8D78-9DD258AEB3A4}" srcOrd="7" destOrd="0" presId="urn:microsoft.com/office/officeart/2005/8/layout/list1"/>
    <dgm:cxn modelId="{996CF46F-7CD0-49F5-9F2A-57D797197C21}" type="presParOf" srcId="{AC3F5FBD-D21C-4794-A4DC-617609DC1ACD}" destId="{27E46CAE-8954-432A-B9DD-932F2FD669AF}" srcOrd="8" destOrd="0" presId="urn:microsoft.com/office/officeart/2005/8/layout/list1"/>
    <dgm:cxn modelId="{BED71F9B-28A7-49A3-816C-2E50C81DB4E7}" type="presParOf" srcId="{27E46CAE-8954-432A-B9DD-932F2FD669AF}" destId="{790501BF-2B38-42C8-B7AA-14522EF382C1}" srcOrd="0" destOrd="0" presId="urn:microsoft.com/office/officeart/2005/8/layout/list1"/>
    <dgm:cxn modelId="{5EC346D3-00C4-4548-8AA0-0C065CF4E7FD}" type="presParOf" srcId="{27E46CAE-8954-432A-B9DD-932F2FD669AF}" destId="{C425AD88-15E3-4C30-B9D3-525FCD66A8D5}" srcOrd="1" destOrd="0" presId="urn:microsoft.com/office/officeart/2005/8/layout/list1"/>
    <dgm:cxn modelId="{5067B9A6-CC95-4C6D-BB13-08F3060116AE}" type="presParOf" srcId="{AC3F5FBD-D21C-4794-A4DC-617609DC1ACD}" destId="{945A52AB-769C-4087-9F38-2385195C8B3E}" srcOrd="9" destOrd="0" presId="urn:microsoft.com/office/officeart/2005/8/layout/list1"/>
    <dgm:cxn modelId="{866D6E59-0D4C-4C18-AAEC-056F83D13DBB}" type="presParOf" srcId="{AC3F5FBD-D21C-4794-A4DC-617609DC1ACD}" destId="{4CACF898-6E53-4F30-ABC3-B95F1C005F72}" srcOrd="10" destOrd="0" presId="urn:microsoft.com/office/officeart/2005/8/layout/list1"/>
    <dgm:cxn modelId="{B6995811-92F2-4CCE-85ED-21E60232C8AA}" type="presParOf" srcId="{AC3F5FBD-D21C-4794-A4DC-617609DC1ACD}" destId="{DB3A8360-77DF-4681-B955-21A20015DA51}" srcOrd="11" destOrd="0" presId="urn:microsoft.com/office/officeart/2005/8/layout/list1"/>
    <dgm:cxn modelId="{8F157F7F-0B35-4DDA-A114-15B186ED02AC}" type="presParOf" srcId="{AC3F5FBD-D21C-4794-A4DC-617609DC1ACD}" destId="{F3F5FD14-91B5-456C-8109-BA7637E5B063}" srcOrd="12" destOrd="0" presId="urn:microsoft.com/office/officeart/2005/8/layout/list1"/>
    <dgm:cxn modelId="{0DDF05FF-FEF1-4799-9F2E-17F79470E517}" type="presParOf" srcId="{F3F5FD14-91B5-456C-8109-BA7637E5B063}" destId="{F6E87375-0F7C-4697-B9C0-9DE3ADC86D98}" srcOrd="0" destOrd="0" presId="urn:microsoft.com/office/officeart/2005/8/layout/list1"/>
    <dgm:cxn modelId="{46B617AA-4C76-41D0-9A61-9830E1A71F98}" type="presParOf" srcId="{F3F5FD14-91B5-456C-8109-BA7637E5B063}" destId="{2965BB6F-964A-45DC-9DC5-50EDD3495D46}" srcOrd="1" destOrd="0" presId="urn:microsoft.com/office/officeart/2005/8/layout/list1"/>
    <dgm:cxn modelId="{143D7456-FCCD-484E-BCD0-74BD628BD15F}" type="presParOf" srcId="{AC3F5FBD-D21C-4794-A4DC-617609DC1ACD}" destId="{4EFD72B4-B796-42E5-B375-A3F254364B71}" srcOrd="13" destOrd="0" presId="urn:microsoft.com/office/officeart/2005/8/layout/list1"/>
    <dgm:cxn modelId="{86D02461-39B7-4624-B91C-B294EC7AEE4A}" type="presParOf" srcId="{AC3F5FBD-D21C-4794-A4DC-617609DC1ACD}" destId="{E83D4DCE-9C77-4ED6-B1A1-B7EEE6BFB6FD}" srcOrd="14"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50F7042-4D4F-4B6B-BBF0-6C3DD5C98925}" type="doc">
      <dgm:prSet loTypeId="urn:microsoft.com/office/officeart/2016/7/layout/LinearBlockProcessNumbered" loCatId="process" qsTypeId="urn:microsoft.com/office/officeart/2005/8/quickstyle/simple1" qsCatId="simple" csTypeId="urn:microsoft.com/office/officeart/2005/8/colors/colorful5" csCatId="colorful"/>
      <dgm:spPr/>
      <dgm:t>
        <a:bodyPr/>
        <a:lstStyle/>
        <a:p>
          <a:endParaRPr lang="en-US"/>
        </a:p>
      </dgm:t>
    </dgm:pt>
    <dgm:pt modelId="{ADD03BBB-E8E8-414F-A924-15C2D7EF300C}">
      <dgm:prSet/>
      <dgm:spPr/>
      <dgm:t>
        <a:bodyPr/>
        <a:lstStyle/>
        <a:p>
          <a:r>
            <a:rPr lang="en-US"/>
            <a:t>Modular parsing for each data type (submission, reviewer, parameters, control)</a:t>
          </a:r>
        </a:p>
      </dgm:t>
    </dgm:pt>
    <dgm:pt modelId="{61C7B138-F0F3-426E-826C-B0F0C8D183A1}" type="parTrans" cxnId="{AD04B544-50EA-4B36-B26B-F32EC4A3C582}">
      <dgm:prSet/>
      <dgm:spPr/>
      <dgm:t>
        <a:bodyPr/>
        <a:lstStyle/>
        <a:p>
          <a:endParaRPr lang="en-US"/>
        </a:p>
      </dgm:t>
    </dgm:pt>
    <dgm:pt modelId="{769B5CCE-4DA1-461A-8499-CFE4EA8CB2C2}" type="sibTrans" cxnId="{AD04B544-50EA-4B36-B26B-F32EC4A3C582}">
      <dgm:prSet phldrT="01" phldr="0"/>
      <dgm:spPr/>
      <dgm:t>
        <a:bodyPr/>
        <a:lstStyle/>
        <a:p>
          <a:r>
            <a:rPr lang="en-US"/>
            <a:t>01</a:t>
          </a:r>
        </a:p>
      </dgm:t>
    </dgm:pt>
    <dgm:pt modelId="{6D4721D0-690E-4CE6-81B8-3A0ED6D978CF}">
      <dgm:prSet/>
      <dgm:spPr/>
      <dgm:t>
        <a:bodyPr/>
        <a:lstStyle/>
        <a:p>
          <a:r>
            <a:rPr lang="en-US"/>
            <a:t>Handling invalid entries adequately</a:t>
          </a:r>
        </a:p>
      </dgm:t>
    </dgm:pt>
    <dgm:pt modelId="{09C756E6-BB4B-4A77-BAEB-6CAC057AAEDE}" type="parTrans" cxnId="{287C4614-9F56-4ABE-9029-91D8BD445C1E}">
      <dgm:prSet/>
      <dgm:spPr/>
      <dgm:t>
        <a:bodyPr/>
        <a:lstStyle/>
        <a:p>
          <a:endParaRPr lang="en-US"/>
        </a:p>
      </dgm:t>
    </dgm:pt>
    <dgm:pt modelId="{4DAA2598-48F2-4BFD-BA51-3F13A7EEF656}" type="sibTrans" cxnId="{287C4614-9F56-4ABE-9029-91D8BD445C1E}">
      <dgm:prSet phldrT="02" phldr="0"/>
      <dgm:spPr/>
      <dgm:t>
        <a:bodyPr/>
        <a:lstStyle/>
        <a:p>
          <a:r>
            <a:rPr lang="en-US"/>
            <a:t>02</a:t>
          </a:r>
        </a:p>
      </dgm:t>
    </dgm:pt>
    <dgm:pt modelId="{0643326E-3B7D-408F-99DC-4ED924BED775}">
      <dgm:prSet/>
      <dgm:spPr/>
      <dgm:t>
        <a:bodyPr/>
        <a:lstStyle/>
        <a:p>
          <a:r>
            <a:rPr lang="en-US"/>
            <a:t>Preparing all data for subsequent algorithms (Maximal Bipartite Matching, etc...) and menu-based interfaces</a:t>
          </a:r>
        </a:p>
      </dgm:t>
    </dgm:pt>
    <dgm:pt modelId="{97D2349B-2F22-4829-83E7-F6F1EA6BA151}" type="parTrans" cxnId="{15858F3A-3A60-4D8C-87E9-135C5E066CEA}">
      <dgm:prSet/>
      <dgm:spPr/>
      <dgm:t>
        <a:bodyPr/>
        <a:lstStyle/>
        <a:p>
          <a:endParaRPr lang="en-US"/>
        </a:p>
      </dgm:t>
    </dgm:pt>
    <dgm:pt modelId="{5CCCACB6-EF69-4556-A885-638173C6F5F9}" type="sibTrans" cxnId="{15858F3A-3A60-4D8C-87E9-135C5E066CEA}">
      <dgm:prSet phldrT="03" phldr="0"/>
      <dgm:spPr/>
      <dgm:t>
        <a:bodyPr/>
        <a:lstStyle/>
        <a:p>
          <a:r>
            <a:rPr lang="en-US"/>
            <a:t>03</a:t>
          </a:r>
        </a:p>
      </dgm:t>
    </dgm:pt>
    <dgm:pt modelId="{9D7E7DD4-D02B-4C32-953C-F7204CF5F831}" type="pres">
      <dgm:prSet presAssocID="{D50F7042-4D4F-4B6B-BBF0-6C3DD5C98925}" presName="Name0" presStyleCnt="0">
        <dgm:presLayoutVars>
          <dgm:animLvl val="lvl"/>
          <dgm:resizeHandles val="exact"/>
        </dgm:presLayoutVars>
      </dgm:prSet>
      <dgm:spPr/>
    </dgm:pt>
    <dgm:pt modelId="{CBABD8DB-1596-483E-A6AD-EA3E4791B58C}" type="pres">
      <dgm:prSet presAssocID="{ADD03BBB-E8E8-414F-A924-15C2D7EF300C}" presName="compositeNode" presStyleCnt="0">
        <dgm:presLayoutVars>
          <dgm:bulletEnabled val="1"/>
        </dgm:presLayoutVars>
      </dgm:prSet>
      <dgm:spPr/>
    </dgm:pt>
    <dgm:pt modelId="{A494B284-6CF7-48FC-8ABC-0FA2A4176F85}" type="pres">
      <dgm:prSet presAssocID="{ADD03BBB-E8E8-414F-A924-15C2D7EF300C}" presName="bgRect" presStyleLbl="alignNode1" presStyleIdx="0" presStyleCnt="3"/>
      <dgm:spPr/>
    </dgm:pt>
    <dgm:pt modelId="{47E09BA3-0D0D-47A6-B12C-B89D8F16D0B4}" type="pres">
      <dgm:prSet presAssocID="{769B5CCE-4DA1-461A-8499-CFE4EA8CB2C2}" presName="sibTransNodeRect" presStyleLbl="alignNode1" presStyleIdx="0" presStyleCnt="3">
        <dgm:presLayoutVars>
          <dgm:chMax val="0"/>
          <dgm:bulletEnabled val="1"/>
        </dgm:presLayoutVars>
      </dgm:prSet>
      <dgm:spPr/>
    </dgm:pt>
    <dgm:pt modelId="{84B5887F-BD12-4539-B624-DF080D6CC0BB}" type="pres">
      <dgm:prSet presAssocID="{ADD03BBB-E8E8-414F-A924-15C2D7EF300C}" presName="nodeRect" presStyleLbl="alignNode1" presStyleIdx="0" presStyleCnt="3">
        <dgm:presLayoutVars>
          <dgm:bulletEnabled val="1"/>
        </dgm:presLayoutVars>
      </dgm:prSet>
      <dgm:spPr/>
    </dgm:pt>
    <dgm:pt modelId="{F738FAB6-F396-4AC7-847C-3B56867E213F}" type="pres">
      <dgm:prSet presAssocID="{769B5CCE-4DA1-461A-8499-CFE4EA8CB2C2}" presName="sibTrans" presStyleCnt="0"/>
      <dgm:spPr/>
    </dgm:pt>
    <dgm:pt modelId="{60415BA3-722C-4BE8-AD6E-A98FA5C2057E}" type="pres">
      <dgm:prSet presAssocID="{6D4721D0-690E-4CE6-81B8-3A0ED6D978CF}" presName="compositeNode" presStyleCnt="0">
        <dgm:presLayoutVars>
          <dgm:bulletEnabled val="1"/>
        </dgm:presLayoutVars>
      </dgm:prSet>
      <dgm:spPr/>
    </dgm:pt>
    <dgm:pt modelId="{AD624EAB-B2E4-4048-8265-CBDDD19BF8C2}" type="pres">
      <dgm:prSet presAssocID="{6D4721D0-690E-4CE6-81B8-3A0ED6D978CF}" presName="bgRect" presStyleLbl="alignNode1" presStyleIdx="1" presStyleCnt="3"/>
      <dgm:spPr/>
    </dgm:pt>
    <dgm:pt modelId="{D9FE99DA-E7EF-4EBD-A0EA-9317C775001B}" type="pres">
      <dgm:prSet presAssocID="{4DAA2598-48F2-4BFD-BA51-3F13A7EEF656}" presName="sibTransNodeRect" presStyleLbl="alignNode1" presStyleIdx="1" presStyleCnt="3">
        <dgm:presLayoutVars>
          <dgm:chMax val="0"/>
          <dgm:bulletEnabled val="1"/>
        </dgm:presLayoutVars>
      </dgm:prSet>
      <dgm:spPr/>
    </dgm:pt>
    <dgm:pt modelId="{50DC674B-D3CD-42D1-AF24-4D4904F2EFD9}" type="pres">
      <dgm:prSet presAssocID="{6D4721D0-690E-4CE6-81B8-3A0ED6D978CF}" presName="nodeRect" presStyleLbl="alignNode1" presStyleIdx="1" presStyleCnt="3">
        <dgm:presLayoutVars>
          <dgm:bulletEnabled val="1"/>
        </dgm:presLayoutVars>
      </dgm:prSet>
      <dgm:spPr/>
    </dgm:pt>
    <dgm:pt modelId="{2171514E-579F-41B6-88CB-7B6235EB9EBB}" type="pres">
      <dgm:prSet presAssocID="{4DAA2598-48F2-4BFD-BA51-3F13A7EEF656}" presName="sibTrans" presStyleCnt="0"/>
      <dgm:spPr/>
    </dgm:pt>
    <dgm:pt modelId="{EF0B67C1-F1CA-4932-89E5-8F1FD9884A62}" type="pres">
      <dgm:prSet presAssocID="{0643326E-3B7D-408F-99DC-4ED924BED775}" presName="compositeNode" presStyleCnt="0">
        <dgm:presLayoutVars>
          <dgm:bulletEnabled val="1"/>
        </dgm:presLayoutVars>
      </dgm:prSet>
      <dgm:spPr/>
    </dgm:pt>
    <dgm:pt modelId="{776B8777-D7EB-44E4-B935-3458A32FFDE2}" type="pres">
      <dgm:prSet presAssocID="{0643326E-3B7D-408F-99DC-4ED924BED775}" presName="bgRect" presStyleLbl="alignNode1" presStyleIdx="2" presStyleCnt="3"/>
      <dgm:spPr/>
    </dgm:pt>
    <dgm:pt modelId="{4318129B-6908-4721-B706-F640DE7DD3DB}" type="pres">
      <dgm:prSet presAssocID="{5CCCACB6-EF69-4556-A885-638173C6F5F9}" presName="sibTransNodeRect" presStyleLbl="alignNode1" presStyleIdx="2" presStyleCnt="3">
        <dgm:presLayoutVars>
          <dgm:chMax val="0"/>
          <dgm:bulletEnabled val="1"/>
        </dgm:presLayoutVars>
      </dgm:prSet>
      <dgm:spPr/>
    </dgm:pt>
    <dgm:pt modelId="{CB1B4A8F-8D35-46C6-9974-44E7CA4A8B32}" type="pres">
      <dgm:prSet presAssocID="{0643326E-3B7D-408F-99DC-4ED924BED775}" presName="nodeRect" presStyleLbl="alignNode1" presStyleIdx="2" presStyleCnt="3">
        <dgm:presLayoutVars>
          <dgm:bulletEnabled val="1"/>
        </dgm:presLayoutVars>
      </dgm:prSet>
      <dgm:spPr/>
    </dgm:pt>
  </dgm:ptLst>
  <dgm:cxnLst>
    <dgm:cxn modelId="{287C4614-9F56-4ABE-9029-91D8BD445C1E}" srcId="{D50F7042-4D4F-4B6B-BBF0-6C3DD5C98925}" destId="{6D4721D0-690E-4CE6-81B8-3A0ED6D978CF}" srcOrd="1" destOrd="0" parTransId="{09C756E6-BB4B-4A77-BAEB-6CAC057AAEDE}" sibTransId="{4DAA2598-48F2-4BFD-BA51-3F13A7EEF656}"/>
    <dgm:cxn modelId="{63EA4723-82C1-459C-9C9E-507E067D9412}" type="presOf" srcId="{4DAA2598-48F2-4BFD-BA51-3F13A7EEF656}" destId="{D9FE99DA-E7EF-4EBD-A0EA-9317C775001B}" srcOrd="0" destOrd="0" presId="urn:microsoft.com/office/officeart/2016/7/layout/LinearBlockProcessNumbered"/>
    <dgm:cxn modelId="{99152924-B656-4B2C-856C-BBDADEC3F66B}" type="presOf" srcId="{769B5CCE-4DA1-461A-8499-CFE4EA8CB2C2}" destId="{47E09BA3-0D0D-47A6-B12C-B89D8F16D0B4}" srcOrd="0" destOrd="0" presId="urn:microsoft.com/office/officeart/2016/7/layout/LinearBlockProcessNumbered"/>
    <dgm:cxn modelId="{18162E2F-11B6-45A9-B178-176B27CFE5EE}" type="presOf" srcId="{ADD03BBB-E8E8-414F-A924-15C2D7EF300C}" destId="{84B5887F-BD12-4539-B624-DF080D6CC0BB}" srcOrd="1" destOrd="0" presId="urn:microsoft.com/office/officeart/2016/7/layout/LinearBlockProcessNumbered"/>
    <dgm:cxn modelId="{15858F3A-3A60-4D8C-87E9-135C5E066CEA}" srcId="{D50F7042-4D4F-4B6B-BBF0-6C3DD5C98925}" destId="{0643326E-3B7D-408F-99DC-4ED924BED775}" srcOrd="2" destOrd="0" parTransId="{97D2349B-2F22-4829-83E7-F6F1EA6BA151}" sibTransId="{5CCCACB6-EF69-4556-A885-638173C6F5F9}"/>
    <dgm:cxn modelId="{AD04B544-50EA-4B36-B26B-F32EC4A3C582}" srcId="{D50F7042-4D4F-4B6B-BBF0-6C3DD5C98925}" destId="{ADD03BBB-E8E8-414F-A924-15C2D7EF300C}" srcOrd="0" destOrd="0" parTransId="{61C7B138-F0F3-426E-826C-B0F0C8D183A1}" sibTransId="{769B5CCE-4DA1-461A-8499-CFE4EA8CB2C2}"/>
    <dgm:cxn modelId="{5BFC6F70-AC73-41AE-ADFA-B5ADBFC8B9C1}" type="presOf" srcId="{0643326E-3B7D-408F-99DC-4ED924BED775}" destId="{776B8777-D7EB-44E4-B935-3458A32FFDE2}" srcOrd="0" destOrd="0" presId="urn:microsoft.com/office/officeart/2016/7/layout/LinearBlockProcessNumbered"/>
    <dgm:cxn modelId="{F37BDE7B-83B4-4B11-9324-117EBE7B6D76}" type="presOf" srcId="{6D4721D0-690E-4CE6-81B8-3A0ED6D978CF}" destId="{50DC674B-D3CD-42D1-AF24-4D4904F2EFD9}" srcOrd="1" destOrd="0" presId="urn:microsoft.com/office/officeart/2016/7/layout/LinearBlockProcessNumbered"/>
    <dgm:cxn modelId="{47EBE8B2-834D-4EFE-AEA4-43434344C6C8}" type="presOf" srcId="{ADD03BBB-E8E8-414F-A924-15C2D7EF300C}" destId="{A494B284-6CF7-48FC-8ABC-0FA2A4176F85}" srcOrd="0" destOrd="0" presId="urn:microsoft.com/office/officeart/2016/7/layout/LinearBlockProcessNumbered"/>
    <dgm:cxn modelId="{2C2A91BE-E35F-4EB5-8E73-348967777A80}" type="presOf" srcId="{5CCCACB6-EF69-4556-A885-638173C6F5F9}" destId="{4318129B-6908-4721-B706-F640DE7DD3DB}" srcOrd="0" destOrd="0" presId="urn:microsoft.com/office/officeart/2016/7/layout/LinearBlockProcessNumbered"/>
    <dgm:cxn modelId="{93D4E5CE-6881-499D-BE77-A91B3F56E087}" type="presOf" srcId="{6D4721D0-690E-4CE6-81B8-3A0ED6D978CF}" destId="{AD624EAB-B2E4-4048-8265-CBDDD19BF8C2}" srcOrd="0" destOrd="0" presId="urn:microsoft.com/office/officeart/2016/7/layout/LinearBlockProcessNumbered"/>
    <dgm:cxn modelId="{C3CF7BE6-D98D-4304-BB7C-EFA925CB3150}" type="presOf" srcId="{0643326E-3B7D-408F-99DC-4ED924BED775}" destId="{CB1B4A8F-8D35-46C6-9974-44E7CA4A8B32}" srcOrd="1" destOrd="0" presId="urn:microsoft.com/office/officeart/2016/7/layout/LinearBlockProcessNumbered"/>
    <dgm:cxn modelId="{9FF9B0F5-2313-473D-9828-D3AE935164EB}" type="presOf" srcId="{D50F7042-4D4F-4B6B-BBF0-6C3DD5C98925}" destId="{9D7E7DD4-D02B-4C32-953C-F7204CF5F831}" srcOrd="0" destOrd="0" presId="urn:microsoft.com/office/officeart/2016/7/layout/LinearBlockProcessNumbered"/>
    <dgm:cxn modelId="{26E7DFD2-EDB7-457C-897A-4F6BA9C23E5D}" type="presParOf" srcId="{9D7E7DD4-D02B-4C32-953C-F7204CF5F831}" destId="{CBABD8DB-1596-483E-A6AD-EA3E4791B58C}" srcOrd="0" destOrd="0" presId="urn:microsoft.com/office/officeart/2016/7/layout/LinearBlockProcessNumbered"/>
    <dgm:cxn modelId="{F5677A55-7413-4678-9887-3B6EF86779ED}" type="presParOf" srcId="{CBABD8DB-1596-483E-A6AD-EA3E4791B58C}" destId="{A494B284-6CF7-48FC-8ABC-0FA2A4176F85}" srcOrd="0" destOrd="0" presId="urn:microsoft.com/office/officeart/2016/7/layout/LinearBlockProcessNumbered"/>
    <dgm:cxn modelId="{76C12DA2-E5E2-4171-A4EE-5873D732EEC5}" type="presParOf" srcId="{CBABD8DB-1596-483E-A6AD-EA3E4791B58C}" destId="{47E09BA3-0D0D-47A6-B12C-B89D8F16D0B4}" srcOrd="1" destOrd="0" presId="urn:microsoft.com/office/officeart/2016/7/layout/LinearBlockProcessNumbered"/>
    <dgm:cxn modelId="{B8A35E10-161E-4CC9-A10B-1C5E1FED1AA2}" type="presParOf" srcId="{CBABD8DB-1596-483E-A6AD-EA3E4791B58C}" destId="{84B5887F-BD12-4539-B624-DF080D6CC0BB}" srcOrd="2" destOrd="0" presId="urn:microsoft.com/office/officeart/2016/7/layout/LinearBlockProcessNumbered"/>
    <dgm:cxn modelId="{51553531-D979-45DC-A350-C66D4B5BB4C2}" type="presParOf" srcId="{9D7E7DD4-D02B-4C32-953C-F7204CF5F831}" destId="{F738FAB6-F396-4AC7-847C-3B56867E213F}" srcOrd="1" destOrd="0" presId="urn:microsoft.com/office/officeart/2016/7/layout/LinearBlockProcessNumbered"/>
    <dgm:cxn modelId="{F549CA6D-247D-4938-881C-E4325173A55D}" type="presParOf" srcId="{9D7E7DD4-D02B-4C32-953C-F7204CF5F831}" destId="{60415BA3-722C-4BE8-AD6E-A98FA5C2057E}" srcOrd="2" destOrd="0" presId="urn:microsoft.com/office/officeart/2016/7/layout/LinearBlockProcessNumbered"/>
    <dgm:cxn modelId="{4FE5139A-BE63-4975-9EB5-0C029A7DD871}" type="presParOf" srcId="{60415BA3-722C-4BE8-AD6E-A98FA5C2057E}" destId="{AD624EAB-B2E4-4048-8265-CBDDD19BF8C2}" srcOrd="0" destOrd="0" presId="urn:microsoft.com/office/officeart/2016/7/layout/LinearBlockProcessNumbered"/>
    <dgm:cxn modelId="{BBA5500E-94C1-41AB-9E72-CAA3EC3D763E}" type="presParOf" srcId="{60415BA3-722C-4BE8-AD6E-A98FA5C2057E}" destId="{D9FE99DA-E7EF-4EBD-A0EA-9317C775001B}" srcOrd="1" destOrd="0" presId="urn:microsoft.com/office/officeart/2016/7/layout/LinearBlockProcessNumbered"/>
    <dgm:cxn modelId="{3CE39EB1-944F-4994-9927-6585A5242EA5}" type="presParOf" srcId="{60415BA3-722C-4BE8-AD6E-A98FA5C2057E}" destId="{50DC674B-D3CD-42D1-AF24-4D4904F2EFD9}" srcOrd="2" destOrd="0" presId="urn:microsoft.com/office/officeart/2016/7/layout/LinearBlockProcessNumbered"/>
    <dgm:cxn modelId="{991E6A83-1878-441F-9C49-49F20F9B5412}" type="presParOf" srcId="{9D7E7DD4-D02B-4C32-953C-F7204CF5F831}" destId="{2171514E-579F-41B6-88CB-7B6235EB9EBB}" srcOrd="3" destOrd="0" presId="urn:microsoft.com/office/officeart/2016/7/layout/LinearBlockProcessNumbered"/>
    <dgm:cxn modelId="{0A6F0729-C9AC-4475-B364-43CF403B9894}" type="presParOf" srcId="{9D7E7DD4-D02B-4C32-953C-F7204CF5F831}" destId="{EF0B67C1-F1CA-4932-89E5-8F1FD9884A62}" srcOrd="4" destOrd="0" presId="urn:microsoft.com/office/officeart/2016/7/layout/LinearBlockProcessNumbered"/>
    <dgm:cxn modelId="{EFCD0D06-B750-40FD-AB66-F5BD7895E06E}" type="presParOf" srcId="{EF0B67C1-F1CA-4932-89E5-8F1FD9884A62}" destId="{776B8777-D7EB-44E4-B935-3458A32FFDE2}" srcOrd="0" destOrd="0" presId="urn:microsoft.com/office/officeart/2016/7/layout/LinearBlockProcessNumbered"/>
    <dgm:cxn modelId="{9A04DD4A-B26D-4BE6-A4D6-51E6902B3EFA}" type="presParOf" srcId="{EF0B67C1-F1CA-4932-89E5-8F1FD9884A62}" destId="{4318129B-6908-4721-B706-F640DE7DD3DB}" srcOrd="1" destOrd="0" presId="urn:microsoft.com/office/officeart/2016/7/layout/LinearBlockProcessNumbered"/>
    <dgm:cxn modelId="{D034ADD0-73D4-4292-8CCD-FFFDE1116FEA}" type="presParOf" srcId="{EF0B67C1-F1CA-4932-89E5-8F1FD9884A62}" destId="{CB1B4A8F-8D35-46C6-9974-44E7CA4A8B32}" srcOrd="2" destOrd="0" presId="urn:microsoft.com/office/officeart/2016/7/layout/LinearBlockProcessNumbered"/>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B20835D-0139-4970-BC21-C82756A61298}" type="doc">
      <dgm:prSet loTypeId="urn:microsoft.com/office/officeart/2005/8/layout/equation1" loCatId="process" qsTypeId="urn:microsoft.com/office/officeart/2005/8/quickstyle/simple1" qsCatId="simple" csTypeId="urn:microsoft.com/office/officeart/2005/8/colors/colorful4" csCatId="colorful" phldr="1"/>
      <dgm:spPr/>
      <dgm:t>
        <a:bodyPr/>
        <a:lstStyle/>
        <a:p>
          <a:endParaRPr lang="pt-PT"/>
        </a:p>
      </dgm:t>
    </dgm:pt>
    <dgm:pt modelId="{13A85086-7433-4C4F-864A-11DDA371077F}">
      <dgm:prSet/>
      <dgm:spPr/>
      <dgm:t>
        <a:bodyPr/>
        <a:lstStyle/>
        <a:p>
          <a:r>
            <a:rPr lang="en-US" dirty="0"/>
            <a:t>Some irregularities in the dataset file (e.g. An '#' between Submissions and Reviewers)</a:t>
          </a:r>
          <a:endParaRPr lang="pt-PT" dirty="0"/>
        </a:p>
      </dgm:t>
    </dgm:pt>
    <dgm:pt modelId="{58020F09-565D-4356-97A8-9A3BD97691BA}" type="parTrans" cxnId="{D3B3E163-70A7-44B3-9054-EB9C4B63F501}">
      <dgm:prSet/>
      <dgm:spPr/>
      <dgm:t>
        <a:bodyPr/>
        <a:lstStyle/>
        <a:p>
          <a:endParaRPr lang="pt-PT"/>
        </a:p>
      </dgm:t>
    </dgm:pt>
    <dgm:pt modelId="{5F942999-35F4-4FD7-AD62-A3F4957B050A}" type="sibTrans" cxnId="{D3B3E163-70A7-44B3-9054-EB9C4B63F501}">
      <dgm:prSet/>
      <dgm:spPr/>
      <dgm:t>
        <a:bodyPr/>
        <a:lstStyle/>
        <a:p>
          <a:endParaRPr lang="pt-PT"/>
        </a:p>
      </dgm:t>
    </dgm:pt>
    <dgm:pt modelId="{287FDA7A-BF72-4F1A-88B1-D6E1584A91E2}">
      <dgm:prSet/>
      <dgm:spPr/>
      <dgm:t>
        <a:bodyPr/>
        <a:lstStyle/>
        <a:p>
          <a:r>
            <a:rPr lang="en-US" dirty="0"/>
            <a:t>Some doubts about the .csv structure (e.g. Can the topics have a different order)</a:t>
          </a:r>
          <a:endParaRPr lang="pt-PT" dirty="0"/>
        </a:p>
      </dgm:t>
    </dgm:pt>
    <dgm:pt modelId="{F4E01EF1-F367-4112-8C80-88EDD325F321}" type="parTrans" cxnId="{DE22ABF9-C314-449F-8B72-9617112493F6}">
      <dgm:prSet/>
      <dgm:spPr/>
      <dgm:t>
        <a:bodyPr/>
        <a:lstStyle/>
        <a:p>
          <a:endParaRPr lang="pt-PT"/>
        </a:p>
      </dgm:t>
    </dgm:pt>
    <dgm:pt modelId="{AC00739B-466A-4106-A0DD-311E7728594D}" type="sibTrans" cxnId="{DE22ABF9-C314-449F-8B72-9617112493F6}">
      <dgm:prSet/>
      <dgm:spPr/>
      <dgm:t>
        <a:bodyPr/>
        <a:lstStyle/>
        <a:p>
          <a:endParaRPr lang="pt-PT"/>
        </a:p>
      </dgm:t>
    </dgm:pt>
    <dgm:pt modelId="{EBBE3820-55D3-4C00-97DB-0276FE69F268}">
      <dgm:prSet/>
      <dgm:spPr/>
      <dgm:t>
        <a:bodyPr/>
        <a:lstStyle/>
        <a:p>
          <a:r>
            <a:rPr lang="en-US" dirty="0"/>
            <a:t>Create the most generic parser to avoid problems in the future.</a:t>
          </a:r>
          <a:endParaRPr lang="pt-PT" dirty="0"/>
        </a:p>
      </dgm:t>
    </dgm:pt>
    <dgm:pt modelId="{B02355BB-116B-47E5-BB8F-F6AAD29E4DE3}" type="parTrans" cxnId="{4C3A2EC4-5F49-4ACD-BAED-F32653FC40D9}">
      <dgm:prSet/>
      <dgm:spPr/>
      <dgm:t>
        <a:bodyPr/>
        <a:lstStyle/>
        <a:p>
          <a:endParaRPr lang="pt-PT"/>
        </a:p>
      </dgm:t>
    </dgm:pt>
    <dgm:pt modelId="{07DAFBC4-CD1E-4655-8303-C0F6396F6FAD}" type="sibTrans" cxnId="{4C3A2EC4-5F49-4ACD-BAED-F32653FC40D9}">
      <dgm:prSet/>
      <dgm:spPr/>
      <dgm:t>
        <a:bodyPr/>
        <a:lstStyle/>
        <a:p>
          <a:endParaRPr lang="pt-PT"/>
        </a:p>
      </dgm:t>
    </dgm:pt>
    <dgm:pt modelId="{2AE36332-5B95-47D5-A4DB-B464FB37BB64}" type="pres">
      <dgm:prSet presAssocID="{CB20835D-0139-4970-BC21-C82756A61298}" presName="linearFlow" presStyleCnt="0">
        <dgm:presLayoutVars>
          <dgm:dir/>
          <dgm:resizeHandles val="exact"/>
        </dgm:presLayoutVars>
      </dgm:prSet>
      <dgm:spPr/>
    </dgm:pt>
    <dgm:pt modelId="{C17A89DD-BCD2-47C0-8829-2FB0BDFC0858}" type="pres">
      <dgm:prSet presAssocID="{13A85086-7433-4C4F-864A-11DDA371077F}" presName="node" presStyleLbl="node1" presStyleIdx="0" presStyleCnt="3">
        <dgm:presLayoutVars>
          <dgm:bulletEnabled val="1"/>
        </dgm:presLayoutVars>
      </dgm:prSet>
      <dgm:spPr/>
    </dgm:pt>
    <dgm:pt modelId="{188955B3-293F-48CD-BAFF-71A8D3A0CF47}" type="pres">
      <dgm:prSet presAssocID="{5F942999-35F4-4FD7-AD62-A3F4957B050A}" presName="spacerL" presStyleCnt="0"/>
      <dgm:spPr/>
    </dgm:pt>
    <dgm:pt modelId="{1F437DB2-F271-40A0-B72C-84D52BF4418A}" type="pres">
      <dgm:prSet presAssocID="{5F942999-35F4-4FD7-AD62-A3F4957B050A}" presName="sibTrans" presStyleLbl="sibTrans2D1" presStyleIdx="0" presStyleCnt="2"/>
      <dgm:spPr/>
    </dgm:pt>
    <dgm:pt modelId="{70C672F6-A59E-463D-AACA-483FAA402A77}" type="pres">
      <dgm:prSet presAssocID="{5F942999-35F4-4FD7-AD62-A3F4957B050A}" presName="spacerR" presStyleCnt="0"/>
      <dgm:spPr/>
    </dgm:pt>
    <dgm:pt modelId="{83136153-8FB4-4E93-9A0F-DE4759C6C9B1}" type="pres">
      <dgm:prSet presAssocID="{287FDA7A-BF72-4F1A-88B1-D6E1584A91E2}" presName="node" presStyleLbl="node1" presStyleIdx="1" presStyleCnt="3">
        <dgm:presLayoutVars>
          <dgm:bulletEnabled val="1"/>
        </dgm:presLayoutVars>
      </dgm:prSet>
      <dgm:spPr/>
    </dgm:pt>
    <dgm:pt modelId="{A07F6D86-5F0E-4B26-B961-8174E927ACE0}" type="pres">
      <dgm:prSet presAssocID="{AC00739B-466A-4106-A0DD-311E7728594D}" presName="spacerL" presStyleCnt="0"/>
      <dgm:spPr/>
    </dgm:pt>
    <dgm:pt modelId="{135F626D-922D-412A-9940-283F14EEB0AB}" type="pres">
      <dgm:prSet presAssocID="{AC00739B-466A-4106-A0DD-311E7728594D}" presName="sibTrans" presStyleLbl="sibTrans2D1" presStyleIdx="1" presStyleCnt="2"/>
      <dgm:spPr/>
    </dgm:pt>
    <dgm:pt modelId="{098BC029-D19C-4A7B-9BED-258988367E30}" type="pres">
      <dgm:prSet presAssocID="{AC00739B-466A-4106-A0DD-311E7728594D}" presName="spacerR" presStyleCnt="0"/>
      <dgm:spPr/>
    </dgm:pt>
    <dgm:pt modelId="{F44952B4-2AD7-4152-8FE2-0B912811AFBA}" type="pres">
      <dgm:prSet presAssocID="{EBBE3820-55D3-4C00-97DB-0276FE69F268}" presName="node" presStyleLbl="node1" presStyleIdx="2" presStyleCnt="3">
        <dgm:presLayoutVars>
          <dgm:bulletEnabled val="1"/>
        </dgm:presLayoutVars>
      </dgm:prSet>
      <dgm:spPr/>
    </dgm:pt>
  </dgm:ptLst>
  <dgm:cxnLst>
    <dgm:cxn modelId="{502E0640-B025-40C4-9146-14FB5DA1DF3D}" type="presOf" srcId="{13A85086-7433-4C4F-864A-11DDA371077F}" destId="{C17A89DD-BCD2-47C0-8829-2FB0BDFC0858}" srcOrd="0" destOrd="0" presId="urn:microsoft.com/office/officeart/2005/8/layout/equation1"/>
    <dgm:cxn modelId="{D3B3E163-70A7-44B3-9054-EB9C4B63F501}" srcId="{CB20835D-0139-4970-BC21-C82756A61298}" destId="{13A85086-7433-4C4F-864A-11DDA371077F}" srcOrd="0" destOrd="0" parTransId="{58020F09-565D-4356-97A8-9A3BD97691BA}" sibTransId="{5F942999-35F4-4FD7-AD62-A3F4957B050A}"/>
    <dgm:cxn modelId="{8048E465-24D9-4778-95A6-0FD03398A10C}" type="presOf" srcId="{CB20835D-0139-4970-BC21-C82756A61298}" destId="{2AE36332-5B95-47D5-A4DB-B464FB37BB64}" srcOrd="0" destOrd="0" presId="urn:microsoft.com/office/officeart/2005/8/layout/equation1"/>
    <dgm:cxn modelId="{A870A08A-393D-472D-88AF-0B8B122FC031}" type="presOf" srcId="{EBBE3820-55D3-4C00-97DB-0276FE69F268}" destId="{F44952B4-2AD7-4152-8FE2-0B912811AFBA}" srcOrd="0" destOrd="0" presId="urn:microsoft.com/office/officeart/2005/8/layout/equation1"/>
    <dgm:cxn modelId="{4C3A2EC4-5F49-4ACD-BAED-F32653FC40D9}" srcId="{CB20835D-0139-4970-BC21-C82756A61298}" destId="{EBBE3820-55D3-4C00-97DB-0276FE69F268}" srcOrd="2" destOrd="0" parTransId="{B02355BB-116B-47E5-BB8F-F6AAD29E4DE3}" sibTransId="{07DAFBC4-CD1E-4655-8303-C0F6396F6FAD}"/>
    <dgm:cxn modelId="{B46E8BE6-476F-402F-B39C-A8BF67DBE06B}" type="presOf" srcId="{5F942999-35F4-4FD7-AD62-A3F4957B050A}" destId="{1F437DB2-F271-40A0-B72C-84D52BF4418A}" srcOrd="0" destOrd="0" presId="urn:microsoft.com/office/officeart/2005/8/layout/equation1"/>
    <dgm:cxn modelId="{269658E7-9EE3-4150-9BC6-22C5A7430A95}" type="presOf" srcId="{AC00739B-466A-4106-A0DD-311E7728594D}" destId="{135F626D-922D-412A-9940-283F14EEB0AB}" srcOrd="0" destOrd="0" presId="urn:microsoft.com/office/officeart/2005/8/layout/equation1"/>
    <dgm:cxn modelId="{DE22ABF9-C314-449F-8B72-9617112493F6}" srcId="{CB20835D-0139-4970-BC21-C82756A61298}" destId="{287FDA7A-BF72-4F1A-88B1-D6E1584A91E2}" srcOrd="1" destOrd="0" parTransId="{F4E01EF1-F367-4112-8C80-88EDD325F321}" sibTransId="{AC00739B-466A-4106-A0DD-311E7728594D}"/>
    <dgm:cxn modelId="{979665FF-44A9-46DC-B85A-93FD859138B0}" type="presOf" srcId="{287FDA7A-BF72-4F1A-88B1-D6E1584A91E2}" destId="{83136153-8FB4-4E93-9A0F-DE4759C6C9B1}" srcOrd="0" destOrd="0" presId="urn:microsoft.com/office/officeart/2005/8/layout/equation1"/>
    <dgm:cxn modelId="{092E5969-0AAE-4910-9359-AF87C6EE7490}" type="presParOf" srcId="{2AE36332-5B95-47D5-A4DB-B464FB37BB64}" destId="{C17A89DD-BCD2-47C0-8829-2FB0BDFC0858}" srcOrd="0" destOrd="0" presId="urn:microsoft.com/office/officeart/2005/8/layout/equation1"/>
    <dgm:cxn modelId="{AB09D5E7-DDF6-4DA7-B091-6E39A9525FAF}" type="presParOf" srcId="{2AE36332-5B95-47D5-A4DB-B464FB37BB64}" destId="{188955B3-293F-48CD-BAFF-71A8D3A0CF47}" srcOrd="1" destOrd="0" presId="urn:microsoft.com/office/officeart/2005/8/layout/equation1"/>
    <dgm:cxn modelId="{D37ADE4C-D4B0-402D-9B7E-4B2EB69025C5}" type="presParOf" srcId="{2AE36332-5B95-47D5-A4DB-B464FB37BB64}" destId="{1F437DB2-F271-40A0-B72C-84D52BF4418A}" srcOrd="2" destOrd="0" presId="urn:microsoft.com/office/officeart/2005/8/layout/equation1"/>
    <dgm:cxn modelId="{7C0F809C-A5D2-42EF-9B4D-F1558B7BD1A4}" type="presParOf" srcId="{2AE36332-5B95-47D5-A4DB-B464FB37BB64}" destId="{70C672F6-A59E-463D-AACA-483FAA402A77}" srcOrd="3" destOrd="0" presId="urn:microsoft.com/office/officeart/2005/8/layout/equation1"/>
    <dgm:cxn modelId="{CDC64182-B271-4CD7-AE72-A729BDEC94D7}" type="presParOf" srcId="{2AE36332-5B95-47D5-A4DB-B464FB37BB64}" destId="{83136153-8FB4-4E93-9A0F-DE4759C6C9B1}" srcOrd="4" destOrd="0" presId="urn:microsoft.com/office/officeart/2005/8/layout/equation1"/>
    <dgm:cxn modelId="{D68BE199-6B85-410D-82AF-958C72A0AAD1}" type="presParOf" srcId="{2AE36332-5B95-47D5-A4DB-B464FB37BB64}" destId="{A07F6D86-5F0E-4B26-B961-8174E927ACE0}" srcOrd="5" destOrd="0" presId="urn:microsoft.com/office/officeart/2005/8/layout/equation1"/>
    <dgm:cxn modelId="{F235715F-122F-4A96-B776-F6F9FF6CF6D5}" type="presParOf" srcId="{2AE36332-5B95-47D5-A4DB-B464FB37BB64}" destId="{135F626D-922D-412A-9940-283F14EEB0AB}" srcOrd="6" destOrd="0" presId="urn:microsoft.com/office/officeart/2005/8/layout/equation1"/>
    <dgm:cxn modelId="{A2032952-4A34-4DB9-8EC8-C4EB259132DD}" type="presParOf" srcId="{2AE36332-5B95-47D5-A4DB-B464FB37BB64}" destId="{098BC029-D19C-4A7B-9BED-258988367E30}" srcOrd="7" destOrd="0" presId="urn:microsoft.com/office/officeart/2005/8/layout/equation1"/>
    <dgm:cxn modelId="{A719D83A-134E-48B7-BA75-06100195C888}" type="presParOf" srcId="{2AE36332-5B95-47D5-A4DB-B464FB37BB64}" destId="{F44952B4-2AD7-4152-8FE2-0B912811AFBA}" srcOrd="8" destOrd="0" presId="urn:microsoft.com/office/officeart/2005/8/layout/equati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B7613B79-3479-4E41-9058-40C74DD6C525}" type="doc">
      <dgm:prSet loTypeId="urn:microsoft.com/office/officeart/2005/8/layout/vList2" loCatId="list" qsTypeId="urn:microsoft.com/office/officeart/2005/8/quickstyle/simple1" qsCatId="simple" csTypeId="urn:microsoft.com/office/officeart/2005/8/colors/colorful3" csCatId="colorful"/>
      <dgm:spPr/>
      <dgm:t>
        <a:bodyPr/>
        <a:lstStyle/>
        <a:p>
          <a:endParaRPr lang="pt-PT"/>
        </a:p>
      </dgm:t>
    </dgm:pt>
    <dgm:pt modelId="{D969F8DC-2189-4168-86BF-994BDC7FF908}">
      <dgm:prSet/>
      <dgm:spPr/>
      <dgm:t>
        <a:bodyPr/>
        <a:lstStyle/>
        <a:p>
          <a:r>
            <a:rPr lang="en-US"/>
            <a:t>First of all, the adapter adds a source and a sink nodes to the graph, so it can be used by the max flow algorithm.</a:t>
          </a:r>
          <a:endParaRPr lang="pt-PT"/>
        </a:p>
      </dgm:t>
    </dgm:pt>
    <dgm:pt modelId="{F99F3DB9-36A6-46B3-AE87-1C3102FA7472}" type="parTrans" cxnId="{3A7379E2-6302-484B-95EE-B50207BA5B93}">
      <dgm:prSet/>
      <dgm:spPr/>
      <dgm:t>
        <a:bodyPr/>
        <a:lstStyle/>
        <a:p>
          <a:endParaRPr lang="pt-PT"/>
        </a:p>
      </dgm:t>
    </dgm:pt>
    <dgm:pt modelId="{9BDF9DC6-FE02-4292-A04E-83F3DB534773}" type="sibTrans" cxnId="{3A7379E2-6302-484B-95EE-B50207BA5B93}">
      <dgm:prSet/>
      <dgm:spPr/>
      <dgm:t>
        <a:bodyPr/>
        <a:lstStyle/>
        <a:p>
          <a:endParaRPr lang="pt-PT"/>
        </a:p>
      </dgm:t>
    </dgm:pt>
    <dgm:pt modelId="{F056C01B-EC58-4E1D-9133-4F5C4F72C8B9}">
      <dgm:prSet/>
      <dgm:spPr/>
      <dgm:t>
        <a:bodyPr/>
        <a:lstStyle/>
        <a:p>
          <a:r>
            <a:rPr lang="en-US"/>
            <a:t>Then, it adds a node to the graph for each reviewer, adding an edge between the source node and each of the reviewer nodes, with weight equal to the maxReviews parameter. </a:t>
          </a:r>
          <a:endParaRPr lang="pt-PT"/>
        </a:p>
      </dgm:t>
    </dgm:pt>
    <dgm:pt modelId="{A08BD6DE-E2B3-4C47-BB05-2EF81897BA38}" type="parTrans" cxnId="{E0DEFC33-CFAB-4382-AF31-63535579E5D4}">
      <dgm:prSet/>
      <dgm:spPr/>
      <dgm:t>
        <a:bodyPr/>
        <a:lstStyle/>
        <a:p>
          <a:endParaRPr lang="pt-PT"/>
        </a:p>
      </dgm:t>
    </dgm:pt>
    <dgm:pt modelId="{564A765B-6C21-4469-99DF-23B92EE47B91}" type="sibTrans" cxnId="{E0DEFC33-CFAB-4382-AF31-63535579E5D4}">
      <dgm:prSet/>
      <dgm:spPr/>
      <dgm:t>
        <a:bodyPr/>
        <a:lstStyle/>
        <a:p>
          <a:endParaRPr lang="pt-PT"/>
        </a:p>
      </dgm:t>
    </dgm:pt>
    <dgm:pt modelId="{078FD25F-B6FD-4B31-8AEF-3233A8B38A7A}">
      <dgm:prSet/>
      <dgm:spPr/>
      <dgm:t>
        <a:bodyPr/>
        <a:lstStyle/>
        <a:p>
          <a:r>
            <a:rPr lang="en-US"/>
            <a:t>It also creates an auxiliar map of each reviewer node id and the reviewers expertise, accounting on the parameters primaryRev and secondaryRev, that determine which of the domains are to have in account.</a:t>
          </a:r>
          <a:endParaRPr lang="pt-PT"/>
        </a:p>
      </dgm:t>
    </dgm:pt>
    <dgm:pt modelId="{DE1F5644-1A25-40A7-A436-AFFAFCF4FD6E}" type="parTrans" cxnId="{ED9F4A92-D9DB-45AD-BFDC-2CCD5A71233C}">
      <dgm:prSet/>
      <dgm:spPr/>
      <dgm:t>
        <a:bodyPr/>
        <a:lstStyle/>
        <a:p>
          <a:endParaRPr lang="pt-PT"/>
        </a:p>
      </dgm:t>
    </dgm:pt>
    <dgm:pt modelId="{744AEDA6-088F-4769-8BF4-70F447720CC1}" type="sibTrans" cxnId="{ED9F4A92-D9DB-45AD-BFDC-2CCD5A71233C}">
      <dgm:prSet/>
      <dgm:spPr/>
      <dgm:t>
        <a:bodyPr/>
        <a:lstStyle/>
        <a:p>
          <a:endParaRPr lang="pt-PT"/>
        </a:p>
      </dgm:t>
    </dgm:pt>
    <dgm:pt modelId="{586DA964-6411-4C7A-B0C0-64D7A0D01F11}" type="pres">
      <dgm:prSet presAssocID="{B7613B79-3479-4E41-9058-40C74DD6C525}" presName="linear" presStyleCnt="0">
        <dgm:presLayoutVars>
          <dgm:animLvl val="lvl"/>
          <dgm:resizeHandles val="exact"/>
        </dgm:presLayoutVars>
      </dgm:prSet>
      <dgm:spPr/>
    </dgm:pt>
    <dgm:pt modelId="{3815B699-BEB1-4368-BA47-5746A24AC6C7}" type="pres">
      <dgm:prSet presAssocID="{D969F8DC-2189-4168-86BF-994BDC7FF908}" presName="parentText" presStyleLbl="node1" presStyleIdx="0" presStyleCnt="3">
        <dgm:presLayoutVars>
          <dgm:chMax val="0"/>
          <dgm:bulletEnabled val="1"/>
        </dgm:presLayoutVars>
      </dgm:prSet>
      <dgm:spPr/>
    </dgm:pt>
    <dgm:pt modelId="{B6A92C3D-2D47-44A6-A5A3-214C71AD8DAB}" type="pres">
      <dgm:prSet presAssocID="{9BDF9DC6-FE02-4292-A04E-83F3DB534773}" presName="spacer" presStyleCnt="0"/>
      <dgm:spPr/>
    </dgm:pt>
    <dgm:pt modelId="{65BB8E7D-1346-4C18-8AB6-7E73BAE49F66}" type="pres">
      <dgm:prSet presAssocID="{F056C01B-EC58-4E1D-9133-4F5C4F72C8B9}" presName="parentText" presStyleLbl="node1" presStyleIdx="1" presStyleCnt="3">
        <dgm:presLayoutVars>
          <dgm:chMax val="0"/>
          <dgm:bulletEnabled val="1"/>
        </dgm:presLayoutVars>
      </dgm:prSet>
      <dgm:spPr/>
    </dgm:pt>
    <dgm:pt modelId="{3B77653D-3A59-4432-9443-C7696A8B69D7}" type="pres">
      <dgm:prSet presAssocID="{564A765B-6C21-4469-99DF-23B92EE47B91}" presName="spacer" presStyleCnt="0"/>
      <dgm:spPr/>
    </dgm:pt>
    <dgm:pt modelId="{4DE4A22D-AE91-46C8-99E3-95CFE963C766}" type="pres">
      <dgm:prSet presAssocID="{078FD25F-B6FD-4B31-8AEF-3233A8B38A7A}" presName="parentText" presStyleLbl="node1" presStyleIdx="2" presStyleCnt="3">
        <dgm:presLayoutVars>
          <dgm:chMax val="0"/>
          <dgm:bulletEnabled val="1"/>
        </dgm:presLayoutVars>
      </dgm:prSet>
      <dgm:spPr/>
    </dgm:pt>
  </dgm:ptLst>
  <dgm:cxnLst>
    <dgm:cxn modelId="{E0DEFC33-CFAB-4382-AF31-63535579E5D4}" srcId="{B7613B79-3479-4E41-9058-40C74DD6C525}" destId="{F056C01B-EC58-4E1D-9133-4F5C4F72C8B9}" srcOrd="1" destOrd="0" parTransId="{A08BD6DE-E2B3-4C47-BB05-2EF81897BA38}" sibTransId="{564A765B-6C21-4469-99DF-23B92EE47B91}"/>
    <dgm:cxn modelId="{B62D2D5D-C2A5-44CA-9C9A-5EDEFE0806C7}" type="presOf" srcId="{078FD25F-B6FD-4B31-8AEF-3233A8B38A7A}" destId="{4DE4A22D-AE91-46C8-99E3-95CFE963C766}" srcOrd="0" destOrd="0" presId="urn:microsoft.com/office/officeart/2005/8/layout/vList2"/>
    <dgm:cxn modelId="{0A1EC57D-5B29-4CE4-AA09-68A44F097D53}" type="presOf" srcId="{F056C01B-EC58-4E1D-9133-4F5C4F72C8B9}" destId="{65BB8E7D-1346-4C18-8AB6-7E73BAE49F66}" srcOrd="0" destOrd="0" presId="urn:microsoft.com/office/officeart/2005/8/layout/vList2"/>
    <dgm:cxn modelId="{10612D82-6FAE-460F-81F4-3ED461BBEC98}" type="presOf" srcId="{D969F8DC-2189-4168-86BF-994BDC7FF908}" destId="{3815B699-BEB1-4368-BA47-5746A24AC6C7}" srcOrd="0" destOrd="0" presId="urn:microsoft.com/office/officeart/2005/8/layout/vList2"/>
    <dgm:cxn modelId="{ED9F4A92-D9DB-45AD-BFDC-2CCD5A71233C}" srcId="{B7613B79-3479-4E41-9058-40C74DD6C525}" destId="{078FD25F-B6FD-4B31-8AEF-3233A8B38A7A}" srcOrd="2" destOrd="0" parTransId="{DE1F5644-1A25-40A7-A436-AFFAFCF4FD6E}" sibTransId="{744AEDA6-088F-4769-8BF4-70F447720CC1}"/>
    <dgm:cxn modelId="{67C2AEA5-4104-4133-B473-30E0998802DC}" type="presOf" srcId="{B7613B79-3479-4E41-9058-40C74DD6C525}" destId="{586DA964-6411-4C7A-B0C0-64D7A0D01F11}" srcOrd="0" destOrd="0" presId="urn:microsoft.com/office/officeart/2005/8/layout/vList2"/>
    <dgm:cxn modelId="{3A7379E2-6302-484B-95EE-B50207BA5B93}" srcId="{B7613B79-3479-4E41-9058-40C74DD6C525}" destId="{D969F8DC-2189-4168-86BF-994BDC7FF908}" srcOrd="0" destOrd="0" parTransId="{F99F3DB9-36A6-46B3-AE87-1C3102FA7472}" sibTransId="{9BDF9DC6-FE02-4292-A04E-83F3DB534773}"/>
    <dgm:cxn modelId="{01F1666F-F94F-4127-B5CF-85AFA6283992}" type="presParOf" srcId="{586DA964-6411-4C7A-B0C0-64D7A0D01F11}" destId="{3815B699-BEB1-4368-BA47-5746A24AC6C7}" srcOrd="0" destOrd="0" presId="urn:microsoft.com/office/officeart/2005/8/layout/vList2"/>
    <dgm:cxn modelId="{46ED7D96-1C01-4B13-9DAE-2522BE51F9CE}" type="presParOf" srcId="{586DA964-6411-4C7A-B0C0-64D7A0D01F11}" destId="{B6A92C3D-2D47-44A6-A5A3-214C71AD8DAB}" srcOrd="1" destOrd="0" presId="urn:microsoft.com/office/officeart/2005/8/layout/vList2"/>
    <dgm:cxn modelId="{0558136B-0A0F-47C8-8770-8727959A42E4}" type="presParOf" srcId="{586DA964-6411-4C7A-B0C0-64D7A0D01F11}" destId="{65BB8E7D-1346-4C18-8AB6-7E73BAE49F66}" srcOrd="2" destOrd="0" presId="urn:microsoft.com/office/officeart/2005/8/layout/vList2"/>
    <dgm:cxn modelId="{F9E0459E-9A67-46CA-AD79-2D249DDABDF7}" type="presParOf" srcId="{586DA964-6411-4C7A-B0C0-64D7A0D01F11}" destId="{3B77653D-3A59-4432-9443-C7696A8B69D7}" srcOrd="3" destOrd="0" presId="urn:microsoft.com/office/officeart/2005/8/layout/vList2"/>
    <dgm:cxn modelId="{8691EC8B-A5A9-4C2C-9930-D59F7AFFFA4B}" type="presParOf" srcId="{586DA964-6411-4C7A-B0C0-64D7A0D01F11}" destId="{4DE4A22D-AE91-46C8-99E3-95CFE963C766}" srcOrd="4"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B169753-90D3-4324-9B02-8625EE302380}" type="doc">
      <dgm:prSet loTypeId="urn:microsoft.com/office/officeart/2008/layout/AlternatingPictureBlocks" loCatId="list" qsTypeId="urn:microsoft.com/office/officeart/2005/8/quickstyle/simple2" qsCatId="simple" csTypeId="urn:microsoft.com/office/officeart/2005/8/colors/accent0_2" csCatId="mainScheme" phldr="1"/>
      <dgm:spPr/>
      <dgm:t>
        <a:bodyPr/>
        <a:lstStyle/>
        <a:p>
          <a:endParaRPr lang="pt-PT"/>
        </a:p>
      </dgm:t>
    </dgm:pt>
    <dgm:pt modelId="{F51CC30E-16B7-47D5-96E2-497A507F98F8}">
      <dgm:prSet/>
      <dgm:spPr/>
      <dgm:t>
        <a:bodyPr/>
        <a:lstStyle/>
        <a:p>
          <a:r>
            <a:rPr lang="en-US" dirty="0"/>
            <a:t>After that, it adds a node to the graph for each submission, adding an edge between each of the reviewer nodes and the sink node, with weight equal to the </a:t>
          </a:r>
          <a:r>
            <a:rPr lang="en-US" dirty="0" err="1"/>
            <a:t>minReviews</a:t>
          </a:r>
          <a:r>
            <a:rPr lang="en-US" dirty="0"/>
            <a:t> parameter. </a:t>
          </a:r>
          <a:endParaRPr lang="pt-PT" dirty="0"/>
        </a:p>
      </dgm:t>
    </dgm:pt>
    <dgm:pt modelId="{A572724F-8262-452F-B241-590CBC28B12E}" type="parTrans" cxnId="{176FE5A7-C072-4CA2-BA21-F3E6AB2BDC2A}">
      <dgm:prSet/>
      <dgm:spPr/>
      <dgm:t>
        <a:bodyPr/>
        <a:lstStyle/>
        <a:p>
          <a:endParaRPr lang="pt-PT"/>
        </a:p>
      </dgm:t>
    </dgm:pt>
    <dgm:pt modelId="{97B53671-3897-4CDD-B7DF-6BBC9EA995A7}" type="sibTrans" cxnId="{176FE5A7-C072-4CA2-BA21-F3E6AB2BDC2A}">
      <dgm:prSet/>
      <dgm:spPr/>
      <dgm:t>
        <a:bodyPr/>
        <a:lstStyle/>
        <a:p>
          <a:endParaRPr lang="pt-PT"/>
        </a:p>
      </dgm:t>
    </dgm:pt>
    <dgm:pt modelId="{A8000105-858C-47C2-A02D-2DC451E44C1E}">
      <dgm:prSet/>
      <dgm:spPr/>
      <dgm:t>
        <a:bodyPr/>
        <a:lstStyle/>
        <a:p>
          <a:r>
            <a:rPr lang="en-US" dirty="0"/>
            <a:t>It also adds an edge between each reviewer node, and each submission node that has a common domain to have in account, using the reviewers expertise auxiliar map, with weight 1 because each reviewer can only review each submission once.</a:t>
          </a:r>
          <a:endParaRPr lang="pt-PT" dirty="0"/>
        </a:p>
      </dgm:t>
    </dgm:pt>
    <dgm:pt modelId="{9A8C1E16-FC55-4B33-A9B6-8DBCC46559D2}" type="parTrans" cxnId="{4CB2CB38-5461-4222-88F1-ABDC1DDA1A13}">
      <dgm:prSet/>
      <dgm:spPr/>
      <dgm:t>
        <a:bodyPr/>
        <a:lstStyle/>
        <a:p>
          <a:endParaRPr lang="pt-PT"/>
        </a:p>
      </dgm:t>
    </dgm:pt>
    <dgm:pt modelId="{B1A4F646-14F8-49E6-ACE0-F8E3594989B7}" type="sibTrans" cxnId="{4CB2CB38-5461-4222-88F1-ABDC1DDA1A13}">
      <dgm:prSet/>
      <dgm:spPr/>
      <dgm:t>
        <a:bodyPr/>
        <a:lstStyle/>
        <a:p>
          <a:endParaRPr lang="pt-PT"/>
        </a:p>
      </dgm:t>
    </dgm:pt>
    <dgm:pt modelId="{5B0EE599-0A91-46A1-BAFF-E7B965783516}">
      <dgm:prSet/>
      <dgm:spPr/>
      <dgm:t>
        <a:bodyPr/>
        <a:lstStyle/>
        <a:p>
          <a:r>
            <a:rPr lang="en-US" dirty="0"/>
            <a:t>The parser has a map attribute, that maps every node to its type (source, sink, reviewer, submission), so that it is easier to read the graph's information after running the max flow algorithm, specially for showing the output.</a:t>
          </a:r>
          <a:endParaRPr lang="pt-PT" dirty="0"/>
        </a:p>
      </dgm:t>
    </dgm:pt>
    <dgm:pt modelId="{DC8CE206-1BE8-46A8-88A0-0AE35BB2FAA2}" type="parTrans" cxnId="{947BF51A-F8BB-49ED-962F-FDE08CA697E4}">
      <dgm:prSet/>
      <dgm:spPr/>
      <dgm:t>
        <a:bodyPr/>
        <a:lstStyle/>
        <a:p>
          <a:endParaRPr lang="pt-PT"/>
        </a:p>
      </dgm:t>
    </dgm:pt>
    <dgm:pt modelId="{BBDCDE7B-FBB8-49B9-A943-A4B8D3CB90CA}" type="sibTrans" cxnId="{947BF51A-F8BB-49ED-962F-FDE08CA697E4}">
      <dgm:prSet/>
      <dgm:spPr/>
      <dgm:t>
        <a:bodyPr/>
        <a:lstStyle/>
        <a:p>
          <a:endParaRPr lang="pt-PT"/>
        </a:p>
      </dgm:t>
    </dgm:pt>
    <dgm:pt modelId="{D9593B33-690C-43D2-B9BC-877F457A781F}" type="pres">
      <dgm:prSet presAssocID="{3B169753-90D3-4324-9B02-8625EE302380}" presName="linearFlow" presStyleCnt="0">
        <dgm:presLayoutVars>
          <dgm:dir/>
          <dgm:resizeHandles val="exact"/>
        </dgm:presLayoutVars>
      </dgm:prSet>
      <dgm:spPr/>
    </dgm:pt>
    <dgm:pt modelId="{15843A8E-1458-46E5-8261-FC56D99AA1C4}" type="pres">
      <dgm:prSet presAssocID="{F51CC30E-16B7-47D5-96E2-497A507F98F8}" presName="comp" presStyleCnt="0"/>
      <dgm:spPr/>
    </dgm:pt>
    <dgm:pt modelId="{C2FB8DD0-3F1E-4034-A416-48A92D85B1C0}" type="pres">
      <dgm:prSet presAssocID="{F51CC30E-16B7-47D5-96E2-497A507F98F8}" presName="rect2" presStyleLbl="node1" presStyleIdx="0" presStyleCnt="3">
        <dgm:presLayoutVars>
          <dgm:bulletEnabled val="1"/>
        </dgm:presLayoutVars>
      </dgm:prSet>
      <dgm:spPr/>
    </dgm:pt>
    <dgm:pt modelId="{BB9A46C0-68C7-4897-9E85-129D6B089C46}" type="pres">
      <dgm:prSet presAssocID="{F51CC30E-16B7-47D5-96E2-497A507F98F8}" presName="rect1" presStyleLbl="lnNode1" presStyleIdx="0" presStyleCnt="3"/>
      <dgm:spPr>
        <a:blipFill>
          <a:blip xmlns:r="http://schemas.openxmlformats.org/officeDocument/2006/relationships">
            <a:extLst>
              <a:ext uri="{96DAC541-7B7A-43D3-8B79-37D633B846F1}">
                <asvg:svgBlip xmlns:asvg="http://schemas.microsoft.com/office/drawing/2016/SVG/main" r:embed="rId1"/>
              </a:ext>
            </a:extLst>
          </a:blip>
          <a:srcRect/>
          <a:stretch>
            <a:fillRect l="-1000" r="-1000"/>
          </a:stretch>
        </a:blipFill>
      </dgm:spPr>
      <dgm:extLst>
        <a:ext uri="{E40237B7-FDA0-4F09-8148-C483321AD2D9}">
          <dgm14:cNvPr xmlns:dgm14="http://schemas.microsoft.com/office/drawing/2010/diagram" id="0" name="" descr="Livro de endereços com preenchimento sólido"/>
        </a:ext>
      </dgm:extLst>
    </dgm:pt>
    <dgm:pt modelId="{D677FCAC-570E-4405-A4A7-95629E6B1FCD}" type="pres">
      <dgm:prSet presAssocID="{97B53671-3897-4CDD-B7DF-6BBC9EA995A7}" presName="sibTrans" presStyleCnt="0"/>
      <dgm:spPr/>
    </dgm:pt>
    <dgm:pt modelId="{2B2FF0A7-1E99-4610-8392-9A8A47544D53}" type="pres">
      <dgm:prSet presAssocID="{A8000105-858C-47C2-A02D-2DC451E44C1E}" presName="comp" presStyleCnt="0"/>
      <dgm:spPr/>
    </dgm:pt>
    <dgm:pt modelId="{61657490-9961-4BCB-AB25-07D2A17C773E}" type="pres">
      <dgm:prSet presAssocID="{A8000105-858C-47C2-A02D-2DC451E44C1E}" presName="rect2" presStyleLbl="node1" presStyleIdx="1" presStyleCnt="3">
        <dgm:presLayoutVars>
          <dgm:bulletEnabled val="1"/>
        </dgm:presLayoutVars>
      </dgm:prSet>
      <dgm:spPr/>
    </dgm:pt>
    <dgm:pt modelId="{45627C40-8285-4264-947B-03C588A56F5A}" type="pres">
      <dgm:prSet presAssocID="{A8000105-858C-47C2-A02D-2DC451E44C1E}" presName="rect1" presStyleLbl="lnNode1" presStyleIdx="1" presStyleCnt="3"/>
      <dgm:spPr>
        <a:blipFill rotWithShape="1">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a:fillRect l="-1000" r="-1000"/>
          </a:stretch>
        </a:blipFill>
      </dgm:spPr>
    </dgm:pt>
    <dgm:pt modelId="{687569C1-C6F9-4DE7-A623-D7D3C0835658}" type="pres">
      <dgm:prSet presAssocID="{B1A4F646-14F8-49E6-ACE0-F8E3594989B7}" presName="sibTrans" presStyleCnt="0"/>
      <dgm:spPr/>
    </dgm:pt>
    <dgm:pt modelId="{0A1D98CE-8127-46A9-90AB-916A5F23535D}" type="pres">
      <dgm:prSet presAssocID="{5B0EE599-0A91-46A1-BAFF-E7B965783516}" presName="comp" presStyleCnt="0"/>
      <dgm:spPr/>
    </dgm:pt>
    <dgm:pt modelId="{DC0223BE-05FD-4E09-85C3-11C61BB1641B}" type="pres">
      <dgm:prSet presAssocID="{5B0EE599-0A91-46A1-BAFF-E7B965783516}" presName="rect2" presStyleLbl="node1" presStyleIdx="2" presStyleCnt="3">
        <dgm:presLayoutVars>
          <dgm:bulletEnabled val="1"/>
        </dgm:presLayoutVars>
      </dgm:prSet>
      <dgm:spPr/>
    </dgm:pt>
    <dgm:pt modelId="{40591B23-B162-4595-8A2E-525206DA0FB3}" type="pres">
      <dgm:prSet presAssocID="{5B0EE599-0A91-46A1-BAFF-E7B965783516}" presName="rect1" presStyleLbl="ln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dgm:spPr>
      <dgm:extLst>
        <a:ext uri="{E40237B7-FDA0-4F09-8148-C483321AD2D9}">
          <dgm14:cNvPr xmlns:dgm14="http://schemas.microsoft.com/office/drawing/2010/diagram" id="0" name="" descr="Base de Dados"/>
        </a:ext>
      </dgm:extLst>
    </dgm:pt>
  </dgm:ptLst>
  <dgm:cxnLst>
    <dgm:cxn modelId="{6E2A6503-C532-453B-813B-F9AAD34BEE10}" type="presOf" srcId="{5B0EE599-0A91-46A1-BAFF-E7B965783516}" destId="{DC0223BE-05FD-4E09-85C3-11C61BB1641B}" srcOrd="0" destOrd="0" presId="urn:microsoft.com/office/officeart/2008/layout/AlternatingPictureBlocks"/>
    <dgm:cxn modelId="{947BF51A-F8BB-49ED-962F-FDE08CA697E4}" srcId="{3B169753-90D3-4324-9B02-8625EE302380}" destId="{5B0EE599-0A91-46A1-BAFF-E7B965783516}" srcOrd="2" destOrd="0" parTransId="{DC8CE206-1BE8-46A8-88A0-0AE35BB2FAA2}" sibTransId="{BBDCDE7B-FBB8-49B9-A943-A4B8D3CB90CA}"/>
    <dgm:cxn modelId="{99872928-B28E-4D72-AE42-235938B93462}" type="presOf" srcId="{F51CC30E-16B7-47D5-96E2-497A507F98F8}" destId="{C2FB8DD0-3F1E-4034-A416-48A92D85B1C0}" srcOrd="0" destOrd="0" presId="urn:microsoft.com/office/officeart/2008/layout/AlternatingPictureBlocks"/>
    <dgm:cxn modelId="{4CB2CB38-5461-4222-88F1-ABDC1DDA1A13}" srcId="{3B169753-90D3-4324-9B02-8625EE302380}" destId="{A8000105-858C-47C2-A02D-2DC451E44C1E}" srcOrd="1" destOrd="0" parTransId="{9A8C1E16-FC55-4B33-A9B6-8DBCC46559D2}" sibTransId="{B1A4F646-14F8-49E6-ACE0-F8E3594989B7}"/>
    <dgm:cxn modelId="{3E9ADF98-C747-416F-8767-494D1C9D9E46}" type="presOf" srcId="{3B169753-90D3-4324-9B02-8625EE302380}" destId="{D9593B33-690C-43D2-B9BC-877F457A781F}" srcOrd="0" destOrd="0" presId="urn:microsoft.com/office/officeart/2008/layout/AlternatingPictureBlocks"/>
    <dgm:cxn modelId="{176FE5A7-C072-4CA2-BA21-F3E6AB2BDC2A}" srcId="{3B169753-90D3-4324-9B02-8625EE302380}" destId="{F51CC30E-16B7-47D5-96E2-497A507F98F8}" srcOrd="0" destOrd="0" parTransId="{A572724F-8262-452F-B241-590CBC28B12E}" sibTransId="{97B53671-3897-4CDD-B7DF-6BBC9EA995A7}"/>
    <dgm:cxn modelId="{B1CA60B0-A124-4460-A7BA-277039619EFF}" type="presOf" srcId="{A8000105-858C-47C2-A02D-2DC451E44C1E}" destId="{61657490-9961-4BCB-AB25-07D2A17C773E}" srcOrd="0" destOrd="0" presId="urn:microsoft.com/office/officeart/2008/layout/AlternatingPictureBlocks"/>
    <dgm:cxn modelId="{F24462F0-3ADD-439A-A550-A6DF84D28E5D}" type="presParOf" srcId="{D9593B33-690C-43D2-B9BC-877F457A781F}" destId="{15843A8E-1458-46E5-8261-FC56D99AA1C4}" srcOrd="0" destOrd="0" presId="urn:microsoft.com/office/officeart/2008/layout/AlternatingPictureBlocks"/>
    <dgm:cxn modelId="{4ECCC8E7-8F87-483F-9D40-FFD99A7613EE}" type="presParOf" srcId="{15843A8E-1458-46E5-8261-FC56D99AA1C4}" destId="{C2FB8DD0-3F1E-4034-A416-48A92D85B1C0}" srcOrd="0" destOrd="0" presId="urn:microsoft.com/office/officeart/2008/layout/AlternatingPictureBlocks"/>
    <dgm:cxn modelId="{6EACE22D-6167-4EFD-82FC-5BAA9017C90B}" type="presParOf" srcId="{15843A8E-1458-46E5-8261-FC56D99AA1C4}" destId="{BB9A46C0-68C7-4897-9E85-129D6B089C46}" srcOrd="1" destOrd="0" presId="urn:microsoft.com/office/officeart/2008/layout/AlternatingPictureBlocks"/>
    <dgm:cxn modelId="{5FBAE4FD-A736-4263-9395-A69A07AB9ECE}" type="presParOf" srcId="{D9593B33-690C-43D2-B9BC-877F457A781F}" destId="{D677FCAC-570E-4405-A4A7-95629E6B1FCD}" srcOrd="1" destOrd="0" presId="urn:microsoft.com/office/officeart/2008/layout/AlternatingPictureBlocks"/>
    <dgm:cxn modelId="{72612812-F088-4BBF-B353-180CA228651B}" type="presParOf" srcId="{D9593B33-690C-43D2-B9BC-877F457A781F}" destId="{2B2FF0A7-1E99-4610-8392-9A8A47544D53}" srcOrd="2" destOrd="0" presId="urn:microsoft.com/office/officeart/2008/layout/AlternatingPictureBlocks"/>
    <dgm:cxn modelId="{8C1D6387-1E3C-4B09-9370-200935C384B4}" type="presParOf" srcId="{2B2FF0A7-1E99-4610-8392-9A8A47544D53}" destId="{61657490-9961-4BCB-AB25-07D2A17C773E}" srcOrd="0" destOrd="0" presId="urn:microsoft.com/office/officeart/2008/layout/AlternatingPictureBlocks"/>
    <dgm:cxn modelId="{44B0C055-601C-43B5-980E-DA8B1CF33339}" type="presParOf" srcId="{2B2FF0A7-1E99-4610-8392-9A8A47544D53}" destId="{45627C40-8285-4264-947B-03C588A56F5A}" srcOrd="1" destOrd="0" presId="urn:microsoft.com/office/officeart/2008/layout/AlternatingPictureBlocks"/>
    <dgm:cxn modelId="{4347B158-390D-49A7-8696-1133836F6B85}" type="presParOf" srcId="{D9593B33-690C-43D2-B9BC-877F457A781F}" destId="{687569C1-C6F9-4DE7-A623-D7D3C0835658}" srcOrd="3" destOrd="0" presId="urn:microsoft.com/office/officeart/2008/layout/AlternatingPictureBlocks"/>
    <dgm:cxn modelId="{91B016D5-4782-41E2-8CAB-96566F5C2FD2}" type="presParOf" srcId="{D9593B33-690C-43D2-B9BC-877F457A781F}" destId="{0A1D98CE-8127-46A9-90AB-916A5F23535D}" srcOrd="4" destOrd="0" presId="urn:microsoft.com/office/officeart/2008/layout/AlternatingPictureBlocks"/>
    <dgm:cxn modelId="{D813634F-9BDB-4CE2-A51F-182673901FE9}" type="presParOf" srcId="{0A1D98CE-8127-46A9-90AB-916A5F23535D}" destId="{DC0223BE-05FD-4E09-85C3-11C61BB1641B}" srcOrd="0" destOrd="0" presId="urn:microsoft.com/office/officeart/2008/layout/AlternatingPictureBlocks"/>
    <dgm:cxn modelId="{A950138E-31CD-4A3A-85CD-997CDE270421}" type="presParOf" srcId="{0A1D98CE-8127-46A9-90AB-916A5F23535D}" destId="{40591B23-B162-4595-8A2E-525206DA0FB3}" srcOrd="1" destOrd="0" presId="urn:microsoft.com/office/officeart/2008/layout/AlternatingPictureBlock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50F7042-4D4F-4B6B-BBF0-6C3DD5C98925}" type="doc">
      <dgm:prSet loTypeId="urn:microsoft.com/office/officeart/2016/7/layout/LinearBlockProcessNumbered" loCatId="process" qsTypeId="urn:microsoft.com/office/officeart/2005/8/quickstyle/simple1" qsCatId="simple" csTypeId="urn:microsoft.com/office/officeart/2005/8/colors/colorful5" csCatId="colorful" phldr="1"/>
      <dgm:spPr/>
      <dgm:t>
        <a:bodyPr/>
        <a:lstStyle/>
        <a:p>
          <a:endParaRPr lang="en-US"/>
        </a:p>
      </dgm:t>
    </dgm:pt>
    <dgm:pt modelId="{86400E68-B252-4968-A211-C00E13739829}">
      <dgm:prSet/>
      <dgm:spPr/>
      <dgm:t>
        <a:bodyPr/>
        <a:lstStyle/>
        <a:p>
          <a:r>
            <a:rPr lang="en-US"/>
            <a:t>Converting parsed data into a bipartite graph structure (reviewers and submissions)</a:t>
          </a:r>
          <a:endParaRPr lang="en-US" dirty="0"/>
        </a:p>
      </dgm:t>
    </dgm:pt>
    <dgm:pt modelId="{7887F5F3-F90D-4364-8D6E-22A88A879D66}" type="parTrans" cxnId="{B786EFA9-218A-4E94-9018-52CD437355A1}">
      <dgm:prSet/>
      <dgm:spPr/>
      <dgm:t>
        <a:bodyPr/>
        <a:lstStyle/>
        <a:p>
          <a:endParaRPr lang="pt-PT"/>
        </a:p>
      </dgm:t>
    </dgm:pt>
    <dgm:pt modelId="{17CCBB47-AEE4-4AAB-96A5-594C004C0715}" type="sibTrans" cxnId="{B786EFA9-218A-4E94-9018-52CD437355A1}">
      <dgm:prSet phldrT="01" phldr="0"/>
      <dgm:spPr/>
      <dgm:t>
        <a:bodyPr/>
        <a:lstStyle/>
        <a:p>
          <a:r>
            <a:rPr lang="pt-PT"/>
            <a:t>01</a:t>
          </a:r>
        </a:p>
      </dgm:t>
    </dgm:pt>
    <dgm:pt modelId="{2E121E13-0F91-41DC-845E-CD094CC64269}">
      <dgm:prSet/>
      <dgm:spPr/>
      <dgm:t>
        <a:bodyPr/>
        <a:lstStyle/>
        <a:p>
          <a:r>
            <a:rPr lang="en-US"/>
            <a:t>Assigning and managing node types (source, sink, reviewer, submission)</a:t>
          </a:r>
          <a:endParaRPr lang="en-US" dirty="0"/>
        </a:p>
      </dgm:t>
    </dgm:pt>
    <dgm:pt modelId="{06AE7D2D-EF68-4548-B6FF-C51EE79E0A48}" type="parTrans" cxnId="{E3ECF499-3142-44D9-BCDB-F09DB05123FB}">
      <dgm:prSet/>
      <dgm:spPr/>
      <dgm:t>
        <a:bodyPr/>
        <a:lstStyle/>
        <a:p>
          <a:endParaRPr lang="pt-PT"/>
        </a:p>
      </dgm:t>
    </dgm:pt>
    <dgm:pt modelId="{2F1352C2-BF03-4456-B1DD-8B75364E6C2A}" type="sibTrans" cxnId="{E3ECF499-3142-44D9-BCDB-F09DB05123FB}">
      <dgm:prSet phldrT="02" phldr="0"/>
      <dgm:spPr/>
      <dgm:t>
        <a:bodyPr/>
        <a:lstStyle/>
        <a:p>
          <a:r>
            <a:rPr lang="pt-PT"/>
            <a:t>02</a:t>
          </a:r>
        </a:p>
      </dgm:t>
    </dgm:pt>
    <dgm:pt modelId="{2D468558-E156-41EF-9A02-8380235E92FD}">
      <dgm:prSet/>
      <dgm:spPr/>
      <dgm:t>
        <a:bodyPr/>
        <a:lstStyle/>
        <a:p>
          <a:r>
            <a:rPr lang="en-US"/>
            <a:t>Establishing the appropriate connections between nodes for the max flow algorithm</a:t>
          </a:r>
          <a:endParaRPr lang="en-US" dirty="0"/>
        </a:p>
      </dgm:t>
    </dgm:pt>
    <dgm:pt modelId="{B2F4738D-7187-4751-8428-4729E6BD7838}" type="parTrans" cxnId="{646D7958-668E-4381-8476-1F92777D447F}">
      <dgm:prSet/>
      <dgm:spPr/>
      <dgm:t>
        <a:bodyPr/>
        <a:lstStyle/>
        <a:p>
          <a:endParaRPr lang="pt-PT"/>
        </a:p>
      </dgm:t>
    </dgm:pt>
    <dgm:pt modelId="{B148418B-36E0-429D-A5A6-706ACEC4559F}" type="sibTrans" cxnId="{646D7958-668E-4381-8476-1F92777D447F}">
      <dgm:prSet phldrT="03" phldr="0"/>
      <dgm:spPr/>
      <dgm:t>
        <a:bodyPr/>
        <a:lstStyle/>
        <a:p>
          <a:r>
            <a:rPr lang="pt-PT"/>
            <a:t>03</a:t>
          </a:r>
        </a:p>
      </dgm:t>
    </dgm:pt>
    <dgm:pt modelId="{1ED7CE7D-7AEC-42DB-B1FB-30DEF1665018}">
      <dgm:prSet/>
      <dgm:spPr/>
      <dgm:t>
        <a:bodyPr/>
        <a:lstStyle/>
        <a:p>
          <a:r>
            <a:rPr lang="en-US"/>
            <a:t>Preparing the graph for subsequent algorithms (Max Flow, Risk analysis, etc...)</a:t>
          </a:r>
          <a:endParaRPr lang="en-US" dirty="0"/>
        </a:p>
      </dgm:t>
    </dgm:pt>
    <dgm:pt modelId="{A6FE728E-435D-4ACC-ACBC-11D8C43DE8E9}" type="parTrans" cxnId="{B0BCB35C-381A-4E92-BC4D-8F7E963A40E5}">
      <dgm:prSet/>
      <dgm:spPr/>
      <dgm:t>
        <a:bodyPr/>
        <a:lstStyle/>
        <a:p>
          <a:endParaRPr lang="pt-PT"/>
        </a:p>
      </dgm:t>
    </dgm:pt>
    <dgm:pt modelId="{2E62D7E6-8E76-46BF-826E-D89763243926}" type="sibTrans" cxnId="{B0BCB35C-381A-4E92-BC4D-8F7E963A40E5}">
      <dgm:prSet phldrT="04" phldr="0"/>
      <dgm:spPr/>
      <dgm:t>
        <a:bodyPr/>
        <a:lstStyle/>
        <a:p>
          <a:r>
            <a:rPr lang="pt-PT"/>
            <a:t>04</a:t>
          </a:r>
        </a:p>
      </dgm:t>
    </dgm:pt>
    <dgm:pt modelId="{9D7E7DD4-D02B-4C32-953C-F7204CF5F831}" type="pres">
      <dgm:prSet presAssocID="{D50F7042-4D4F-4B6B-BBF0-6C3DD5C98925}" presName="Name0" presStyleCnt="0">
        <dgm:presLayoutVars>
          <dgm:animLvl val="lvl"/>
          <dgm:resizeHandles val="exact"/>
        </dgm:presLayoutVars>
      </dgm:prSet>
      <dgm:spPr/>
    </dgm:pt>
    <dgm:pt modelId="{E59A612E-7FEB-4DA6-8CBB-C8780CD0AC4F}" type="pres">
      <dgm:prSet presAssocID="{86400E68-B252-4968-A211-C00E13739829}" presName="compositeNode" presStyleCnt="0">
        <dgm:presLayoutVars>
          <dgm:bulletEnabled val="1"/>
        </dgm:presLayoutVars>
      </dgm:prSet>
      <dgm:spPr/>
    </dgm:pt>
    <dgm:pt modelId="{17C3D3E1-94CB-4F82-91D0-D95036E2377E}" type="pres">
      <dgm:prSet presAssocID="{86400E68-B252-4968-A211-C00E13739829}" presName="bgRect" presStyleLbl="alignNode1" presStyleIdx="0" presStyleCnt="4"/>
      <dgm:spPr/>
    </dgm:pt>
    <dgm:pt modelId="{F551BF1A-24C6-40B1-B94F-7A31084CA6BF}" type="pres">
      <dgm:prSet presAssocID="{17CCBB47-AEE4-4AAB-96A5-594C004C0715}" presName="sibTransNodeRect" presStyleLbl="alignNode1" presStyleIdx="0" presStyleCnt="4">
        <dgm:presLayoutVars>
          <dgm:chMax val="0"/>
          <dgm:bulletEnabled val="1"/>
        </dgm:presLayoutVars>
      </dgm:prSet>
      <dgm:spPr/>
    </dgm:pt>
    <dgm:pt modelId="{941CEDB7-4E31-4B0B-A06B-D4D1E1FB460E}" type="pres">
      <dgm:prSet presAssocID="{86400E68-B252-4968-A211-C00E13739829}" presName="nodeRect" presStyleLbl="alignNode1" presStyleIdx="0" presStyleCnt="4">
        <dgm:presLayoutVars>
          <dgm:bulletEnabled val="1"/>
        </dgm:presLayoutVars>
      </dgm:prSet>
      <dgm:spPr/>
    </dgm:pt>
    <dgm:pt modelId="{A98EABED-7615-4275-AF11-D0B365E0807D}" type="pres">
      <dgm:prSet presAssocID="{17CCBB47-AEE4-4AAB-96A5-594C004C0715}" presName="sibTrans" presStyleCnt="0"/>
      <dgm:spPr/>
    </dgm:pt>
    <dgm:pt modelId="{C193EA9F-644D-4BB2-B1AB-B66DB3A5C4B6}" type="pres">
      <dgm:prSet presAssocID="{2E121E13-0F91-41DC-845E-CD094CC64269}" presName="compositeNode" presStyleCnt="0">
        <dgm:presLayoutVars>
          <dgm:bulletEnabled val="1"/>
        </dgm:presLayoutVars>
      </dgm:prSet>
      <dgm:spPr/>
    </dgm:pt>
    <dgm:pt modelId="{62625428-57B7-497B-8776-93E531B32FA3}" type="pres">
      <dgm:prSet presAssocID="{2E121E13-0F91-41DC-845E-CD094CC64269}" presName="bgRect" presStyleLbl="alignNode1" presStyleIdx="1" presStyleCnt="4"/>
      <dgm:spPr/>
    </dgm:pt>
    <dgm:pt modelId="{887B0D41-166E-4A47-B857-316AEFBC245D}" type="pres">
      <dgm:prSet presAssocID="{2F1352C2-BF03-4456-B1DD-8B75364E6C2A}" presName="sibTransNodeRect" presStyleLbl="alignNode1" presStyleIdx="1" presStyleCnt="4">
        <dgm:presLayoutVars>
          <dgm:chMax val="0"/>
          <dgm:bulletEnabled val="1"/>
        </dgm:presLayoutVars>
      </dgm:prSet>
      <dgm:spPr/>
    </dgm:pt>
    <dgm:pt modelId="{4DA707CE-8CBB-4EAC-9007-7F6C886DB5EC}" type="pres">
      <dgm:prSet presAssocID="{2E121E13-0F91-41DC-845E-CD094CC64269}" presName="nodeRect" presStyleLbl="alignNode1" presStyleIdx="1" presStyleCnt="4">
        <dgm:presLayoutVars>
          <dgm:bulletEnabled val="1"/>
        </dgm:presLayoutVars>
      </dgm:prSet>
      <dgm:spPr/>
    </dgm:pt>
    <dgm:pt modelId="{E7B9F65B-157E-406B-AFAC-F74693ED38CE}" type="pres">
      <dgm:prSet presAssocID="{2F1352C2-BF03-4456-B1DD-8B75364E6C2A}" presName="sibTrans" presStyleCnt="0"/>
      <dgm:spPr/>
    </dgm:pt>
    <dgm:pt modelId="{9E76E1D5-DBC4-4189-8A24-17D98D4B62C5}" type="pres">
      <dgm:prSet presAssocID="{2D468558-E156-41EF-9A02-8380235E92FD}" presName="compositeNode" presStyleCnt="0">
        <dgm:presLayoutVars>
          <dgm:bulletEnabled val="1"/>
        </dgm:presLayoutVars>
      </dgm:prSet>
      <dgm:spPr/>
    </dgm:pt>
    <dgm:pt modelId="{D9EA4670-1AB5-4D5C-B8B2-6506DB713CF7}" type="pres">
      <dgm:prSet presAssocID="{2D468558-E156-41EF-9A02-8380235E92FD}" presName="bgRect" presStyleLbl="alignNode1" presStyleIdx="2" presStyleCnt="4"/>
      <dgm:spPr/>
    </dgm:pt>
    <dgm:pt modelId="{DAD6C047-CF17-44C2-8560-8FBB9F286DED}" type="pres">
      <dgm:prSet presAssocID="{B148418B-36E0-429D-A5A6-706ACEC4559F}" presName="sibTransNodeRect" presStyleLbl="alignNode1" presStyleIdx="2" presStyleCnt="4">
        <dgm:presLayoutVars>
          <dgm:chMax val="0"/>
          <dgm:bulletEnabled val="1"/>
        </dgm:presLayoutVars>
      </dgm:prSet>
      <dgm:spPr/>
    </dgm:pt>
    <dgm:pt modelId="{3AA0AF48-10EB-4501-9F07-A5F4B41AFDE5}" type="pres">
      <dgm:prSet presAssocID="{2D468558-E156-41EF-9A02-8380235E92FD}" presName="nodeRect" presStyleLbl="alignNode1" presStyleIdx="2" presStyleCnt="4">
        <dgm:presLayoutVars>
          <dgm:bulletEnabled val="1"/>
        </dgm:presLayoutVars>
      </dgm:prSet>
      <dgm:spPr/>
    </dgm:pt>
    <dgm:pt modelId="{C0416957-44DF-44A9-8DA6-7A59D83E9273}" type="pres">
      <dgm:prSet presAssocID="{B148418B-36E0-429D-A5A6-706ACEC4559F}" presName="sibTrans" presStyleCnt="0"/>
      <dgm:spPr/>
    </dgm:pt>
    <dgm:pt modelId="{BD821EAE-BBF8-4216-885D-C71BDFBDABAE}" type="pres">
      <dgm:prSet presAssocID="{1ED7CE7D-7AEC-42DB-B1FB-30DEF1665018}" presName="compositeNode" presStyleCnt="0">
        <dgm:presLayoutVars>
          <dgm:bulletEnabled val="1"/>
        </dgm:presLayoutVars>
      </dgm:prSet>
      <dgm:spPr/>
    </dgm:pt>
    <dgm:pt modelId="{4AAB512F-44F4-4FCE-9D98-AF3AF6DCBA8D}" type="pres">
      <dgm:prSet presAssocID="{1ED7CE7D-7AEC-42DB-B1FB-30DEF1665018}" presName="bgRect" presStyleLbl="alignNode1" presStyleIdx="3" presStyleCnt="4"/>
      <dgm:spPr/>
    </dgm:pt>
    <dgm:pt modelId="{DB119B49-AA63-468F-842C-7AEDF8C2C691}" type="pres">
      <dgm:prSet presAssocID="{2E62D7E6-8E76-46BF-826E-D89763243926}" presName="sibTransNodeRect" presStyleLbl="alignNode1" presStyleIdx="3" presStyleCnt="4">
        <dgm:presLayoutVars>
          <dgm:chMax val="0"/>
          <dgm:bulletEnabled val="1"/>
        </dgm:presLayoutVars>
      </dgm:prSet>
      <dgm:spPr/>
    </dgm:pt>
    <dgm:pt modelId="{BE36E55A-E473-4170-91B6-079DCF69F935}" type="pres">
      <dgm:prSet presAssocID="{1ED7CE7D-7AEC-42DB-B1FB-30DEF1665018}" presName="nodeRect" presStyleLbl="alignNode1" presStyleIdx="3" presStyleCnt="4">
        <dgm:presLayoutVars>
          <dgm:bulletEnabled val="1"/>
        </dgm:presLayoutVars>
      </dgm:prSet>
      <dgm:spPr/>
    </dgm:pt>
  </dgm:ptLst>
  <dgm:cxnLst>
    <dgm:cxn modelId="{6CC87E28-9800-4201-9E3B-598F9108FA61}" type="presOf" srcId="{2E121E13-0F91-41DC-845E-CD094CC64269}" destId="{4DA707CE-8CBB-4EAC-9007-7F6C886DB5EC}" srcOrd="1" destOrd="0" presId="urn:microsoft.com/office/officeart/2016/7/layout/LinearBlockProcessNumbered"/>
    <dgm:cxn modelId="{A80C8928-9B4B-4C8B-99CA-6F9EC98D4BF7}" type="presOf" srcId="{2D468558-E156-41EF-9A02-8380235E92FD}" destId="{D9EA4670-1AB5-4D5C-B8B2-6506DB713CF7}" srcOrd="0" destOrd="0" presId="urn:microsoft.com/office/officeart/2016/7/layout/LinearBlockProcessNumbered"/>
    <dgm:cxn modelId="{B0BCB35C-381A-4E92-BC4D-8F7E963A40E5}" srcId="{D50F7042-4D4F-4B6B-BBF0-6C3DD5C98925}" destId="{1ED7CE7D-7AEC-42DB-B1FB-30DEF1665018}" srcOrd="3" destOrd="0" parTransId="{A6FE728E-435D-4ACC-ACBC-11D8C43DE8E9}" sibTransId="{2E62D7E6-8E76-46BF-826E-D89763243926}"/>
    <dgm:cxn modelId="{608AB54B-D47F-437E-A6E4-F0191EB186AA}" type="presOf" srcId="{1ED7CE7D-7AEC-42DB-B1FB-30DEF1665018}" destId="{BE36E55A-E473-4170-91B6-079DCF69F935}" srcOrd="1" destOrd="0" presId="urn:microsoft.com/office/officeart/2016/7/layout/LinearBlockProcessNumbered"/>
    <dgm:cxn modelId="{5458C86E-8B4D-485A-9D25-CA7C55EBC30B}" type="presOf" srcId="{B148418B-36E0-429D-A5A6-706ACEC4559F}" destId="{DAD6C047-CF17-44C2-8560-8FBB9F286DED}" srcOrd="0" destOrd="0" presId="urn:microsoft.com/office/officeart/2016/7/layout/LinearBlockProcessNumbered"/>
    <dgm:cxn modelId="{646D7958-668E-4381-8476-1F92777D447F}" srcId="{D50F7042-4D4F-4B6B-BBF0-6C3DD5C98925}" destId="{2D468558-E156-41EF-9A02-8380235E92FD}" srcOrd="2" destOrd="0" parTransId="{B2F4738D-7187-4751-8428-4729E6BD7838}" sibTransId="{B148418B-36E0-429D-A5A6-706ACEC4559F}"/>
    <dgm:cxn modelId="{A469DD83-FE4A-415F-81C5-5BEAB229C5C2}" type="presOf" srcId="{86400E68-B252-4968-A211-C00E13739829}" destId="{17C3D3E1-94CB-4F82-91D0-D95036E2377E}" srcOrd="0" destOrd="0" presId="urn:microsoft.com/office/officeart/2016/7/layout/LinearBlockProcessNumbered"/>
    <dgm:cxn modelId="{4BADA08A-A2C8-46BB-A98D-FD478E981CE1}" type="presOf" srcId="{1ED7CE7D-7AEC-42DB-B1FB-30DEF1665018}" destId="{4AAB512F-44F4-4FCE-9D98-AF3AF6DCBA8D}" srcOrd="0" destOrd="0" presId="urn:microsoft.com/office/officeart/2016/7/layout/LinearBlockProcessNumbered"/>
    <dgm:cxn modelId="{E3ECF499-3142-44D9-BCDB-F09DB05123FB}" srcId="{D50F7042-4D4F-4B6B-BBF0-6C3DD5C98925}" destId="{2E121E13-0F91-41DC-845E-CD094CC64269}" srcOrd="1" destOrd="0" parTransId="{06AE7D2D-EF68-4548-B6FF-C51EE79E0A48}" sibTransId="{2F1352C2-BF03-4456-B1DD-8B75364E6C2A}"/>
    <dgm:cxn modelId="{3087479A-AAD8-4E15-8F60-EFB6A6220991}" type="presOf" srcId="{2D468558-E156-41EF-9A02-8380235E92FD}" destId="{3AA0AF48-10EB-4501-9F07-A5F4B41AFDE5}" srcOrd="1" destOrd="0" presId="urn:microsoft.com/office/officeart/2016/7/layout/LinearBlockProcessNumbered"/>
    <dgm:cxn modelId="{B786EFA9-218A-4E94-9018-52CD437355A1}" srcId="{D50F7042-4D4F-4B6B-BBF0-6C3DD5C98925}" destId="{86400E68-B252-4968-A211-C00E13739829}" srcOrd="0" destOrd="0" parTransId="{7887F5F3-F90D-4364-8D6E-22A88A879D66}" sibTransId="{17CCBB47-AEE4-4AAB-96A5-594C004C0715}"/>
    <dgm:cxn modelId="{691F45AF-921D-4BF4-960A-844FE682C7C1}" type="presOf" srcId="{2E121E13-0F91-41DC-845E-CD094CC64269}" destId="{62625428-57B7-497B-8776-93E531B32FA3}" srcOrd="0" destOrd="0" presId="urn:microsoft.com/office/officeart/2016/7/layout/LinearBlockProcessNumbered"/>
    <dgm:cxn modelId="{AB6E46B4-0034-4C18-96F9-492D579EBB74}" type="presOf" srcId="{2F1352C2-BF03-4456-B1DD-8B75364E6C2A}" destId="{887B0D41-166E-4A47-B857-316AEFBC245D}" srcOrd="0" destOrd="0" presId="urn:microsoft.com/office/officeart/2016/7/layout/LinearBlockProcessNumbered"/>
    <dgm:cxn modelId="{7325D9B8-3DC1-4065-B838-4AAFFBA6B2C5}" type="presOf" srcId="{17CCBB47-AEE4-4AAB-96A5-594C004C0715}" destId="{F551BF1A-24C6-40B1-B94F-7A31084CA6BF}" srcOrd="0" destOrd="0" presId="urn:microsoft.com/office/officeart/2016/7/layout/LinearBlockProcessNumbered"/>
    <dgm:cxn modelId="{B316EAEA-46AF-4179-A809-BF6ECA7B96AD}" type="presOf" srcId="{86400E68-B252-4968-A211-C00E13739829}" destId="{941CEDB7-4E31-4B0B-A06B-D4D1E1FB460E}" srcOrd="1" destOrd="0" presId="urn:microsoft.com/office/officeart/2016/7/layout/LinearBlockProcessNumbered"/>
    <dgm:cxn modelId="{9FF9B0F5-2313-473D-9828-D3AE935164EB}" type="presOf" srcId="{D50F7042-4D4F-4B6B-BBF0-6C3DD5C98925}" destId="{9D7E7DD4-D02B-4C32-953C-F7204CF5F831}" srcOrd="0" destOrd="0" presId="urn:microsoft.com/office/officeart/2016/7/layout/LinearBlockProcessNumbered"/>
    <dgm:cxn modelId="{CF6A19FF-DE09-4111-8586-835D109EE42B}" type="presOf" srcId="{2E62D7E6-8E76-46BF-826E-D89763243926}" destId="{DB119B49-AA63-468F-842C-7AEDF8C2C691}" srcOrd="0" destOrd="0" presId="urn:microsoft.com/office/officeart/2016/7/layout/LinearBlockProcessNumbered"/>
    <dgm:cxn modelId="{EBAD3357-9FA5-4330-AE62-8988CF06002E}" type="presParOf" srcId="{9D7E7DD4-D02B-4C32-953C-F7204CF5F831}" destId="{E59A612E-7FEB-4DA6-8CBB-C8780CD0AC4F}" srcOrd="0" destOrd="0" presId="urn:microsoft.com/office/officeart/2016/7/layout/LinearBlockProcessNumbered"/>
    <dgm:cxn modelId="{779DB47C-CF45-4358-9ACB-8C56253C8DC2}" type="presParOf" srcId="{E59A612E-7FEB-4DA6-8CBB-C8780CD0AC4F}" destId="{17C3D3E1-94CB-4F82-91D0-D95036E2377E}" srcOrd="0" destOrd="0" presId="urn:microsoft.com/office/officeart/2016/7/layout/LinearBlockProcessNumbered"/>
    <dgm:cxn modelId="{2BCE74AD-EF29-49C5-BD04-450BCF1EECBA}" type="presParOf" srcId="{E59A612E-7FEB-4DA6-8CBB-C8780CD0AC4F}" destId="{F551BF1A-24C6-40B1-B94F-7A31084CA6BF}" srcOrd="1" destOrd="0" presId="urn:microsoft.com/office/officeart/2016/7/layout/LinearBlockProcessNumbered"/>
    <dgm:cxn modelId="{21433BFE-47F0-4D36-B9E7-32C554938FF1}" type="presParOf" srcId="{E59A612E-7FEB-4DA6-8CBB-C8780CD0AC4F}" destId="{941CEDB7-4E31-4B0B-A06B-D4D1E1FB460E}" srcOrd="2" destOrd="0" presId="urn:microsoft.com/office/officeart/2016/7/layout/LinearBlockProcessNumbered"/>
    <dgm:cxn modelId="{6B04C35A-7B02-4B59-95EE-410F0EC0463C}" type="presParOf" srcId="{9D7E7DD4-D02B-4C32-953C-F7204CF5F831}" destId="{A98EABED-7615-4275-AF11-D0B365E0807D}" srcOrd="1" destOrd="0" presId="urn:microsoft.com/office/officeart/2016/7/layout/LinearBlockProcessNumbered"/>
    <dgm:cxn modelId="{69AC0BE3-C546-4871-A42D-473CBCCADB88}" type="presParOf" srcId="{9D7E7DD4-D02B-4C32-953C-F7204CF5F831}" destId="{C193EA9F-644D-4BB2-B1AB-B66DB3A5C4B6}" srcOrd="2" destOrd="0" presId="urn:microsoft.com/office/officeart/2016/7/layout/LinearBlockProcessNumbered"/>
    <dgm:cxn modelId="{33684603-5B40-43CD-8114-BDA483E8300A}" type="presParOf" srcId="{C193EA9F-644D-4BB2-B1AB-B66DB3A5C4B6}" destId="{62625428-57B7-497B-8776-93E531B32FA3}" srcOrd="0" destOrd="0" presId="urn:microsoft.com/office/officeart/2016/7/layout/LinearBlockProcessNumbered"/>
    <dgm:cxn modelId="{76E544BF-6548-4300-B6D3-D2458E6A8729}" type="presParOf" srcId="{C193EA9F-644D-4BB2-B1AB-B66DB3A5C4B6}" destId="{887B0D41-166E-4A47-B857-316AEFBC245D}" srcOrd="1" destOrd="0" presId="urn:microsoft.com/office/officeart/2016/7/layout/LinearBlockProcessNumbered"/>
    <dgm:cxn modelId="{06883671-6C46-4A15-852B-FD2968A26D64}" type="presParOf" srcId="{C193EA9F-644D-4BB2-B1AB-B66DB3A5C4B6}" destId="{4DA707CE-8CBB-4EAC-9007-7F6C886DB5EC}" srcOrd="2" destOrd="0" presId="urn:microsoft.com/office/officeart/2016/7/layout/LinearBlockProcessNumbered"/>
    <dgm:cxn modelId="{984ED6DA-7C2F-42DE-BE07-D12B56131DEE}" type="presParOf" srcId="{9D7E7DD4-D02B-4C32-953C-F7204CF5F831}" destId="{E7B9F65B-157E-406B-AFAC-F74693ED38CE}" srcOrd="3" destOrd="0" presId="urn:microsoft.com/office/officeart/2016/7/layout/LinearBlockProcessNumbered"/>
    <dgm:cxn modelId="{7349017E-AAE9-4222-983F-31FCE8B1F450}" type="presParOf" srcId="{9D7E7DD4-D02B-4C32-953C-F7204CF5F831}" destId="{9E76E1D5-DBC4-4189-8A24-17D98D4B62C5}" srcOrd="4" destOrd="0" presId="urn:microsoft.com/office/officeart/2016/7/layout/LinearBlockProcessNumbered"/>
    <dgm:cxn modelId="{D863699F-C89D-4470-B4AC-904327779CB0}" type="presParOf" srcId="{9E76E1D5-DBC4-4189-8A24-17D98D4B62C5}" destId="{D9EA4670-1AB5-4D5C-B8B2-6506DB713CF7}" srcOrd="0" destOrd="0" presId="urn:microsoft.com/office/officeart/2016/7/layout/LinearBlockProcessNumbered"/>
    <dgm:cxn modelId="{F8F7D09C-A740-4D3B-9EBB-3696372AE88B}" type="presParOf" srcId="{9E76E1D5-DBC4-4189-8A24-17D98D4B62C5}" destId="{DAD6C047-CF17-44C2-8560-8FBB9F286DED}" srcOrd="1" destOrd="0" presId="urn:microsoft.com/office/officeart/2016/7/layout/LinearBlockProcessNumbered"/>
    <dgm:cxn modelId="{3763075C-A3AE-4FD5-B122-41948AA5601F}" type="presParOf" srcId="{9E76E1D5-DBC4-4189-8A24-17D98D4B62C5}" destId="{3AA0AF48-10EB-4501-9F07-A5F4B41AFDE5}" srcOrd="2" destOrd="0" presId="urn:microsoft.com/office/officeart/2016/7/layout/LinearBlockProcessNumbered"/>
    <dgm:cxn modelId="{04711669-D666-41A7-BEEF-28C561A0D6DF}" type="presParOf" srcId="{9D7E7DD4-D02B-4C32-953C-F7204CF5F831}" destId="{C0416957-44DF-44A9-8DA6-7A59D83E9273}" srcOrd="5" destOrd="0" presId="urn:microsoft.com/office/officeart/2016/7/layout/LinearBlockProcessNumbered"/>
    <dgm:cxn modelId="{5ABE7089-992A-43A5-AAB1-9937489DB177}" type="presParOf" srcId="{9D7E7DD4-D02B-4C32-953C-F7204CF5F831}" destId="{BD821EAE-BBF8-4216-885D-C71BDFBDABAE}" srcOrd="6" destOrd="0" presId="urn:microsoft.com/office/officeart/2016/7/layout/LinearBlockProcessNumbered"/>
    <dgm:cxn modelId="{59E01312-CDAB-4950-8B30-6DBF46CCB38D}" type="presParOf" srcId="{BD821EAE-BBF8-4216-885D-C71BDFBDABAE}" destId="{4AAB512F-44F4-4FCE-9D98-AF3AF6DCBA8D}" srcOrd="0" destOrd="0" presId="urn:microsoft.com/office/officeart/2016/7/layout/LinearBlockProcessNumbered"/>
    <dgm:cxn modelId="{6FD3CA85-5B71-4724-847C-917C6757B7B3}" type="presParOf" srcId="{BD821EAE-BBF8-4216-885D-C71BDFBDABAE}" destId="{DB119B49-AA63-468F-842C-7AEDF8C2C691}" srcOrd="1" destOrd="0" presId="urn:microsoft.com/office/officeart/2016/7/layout/LinearBlockProcessNumbered"/>
    <dgm:cxn modelId="{E3B5BF02-3F0B-4AF1-B833-4DCDBE668A46}" type="presParOf" srcId="{BD821EAE-BBF8-4216-885D-C71BDFBDABAE}" destId="{BE36E55A-E473-4170-91B6-079DCF69F935}" srcOrd="2" destOrd="0" presId="urn:microsoft.com/office/officeart/2016/7/layout/LinearBlockProcessNumbered"/>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D80FCD7E-A6DA-4669-AEBB-9D2FCA1E3631}" type="doc">
      <dgm:prSet loTypeId="urn:microsoft.com/office/officeart/2018/2/layout/IconLabelList" loCatId="icon" qsTypeId="urn:microsoft.com/office/officeart/2005/8/quickstyle/simple1" qsCatId="simple" csTypeId="urn:microsoft.com/office/officeart/2005/8/colors/colorful1" csCatId="colorful" phldr="1"/>
      <dgm:spPr/>
      <dgm:t>
        <a:bodyPr/>
        <a:lstStyle/>
        <a:p>
          <a:endParaRPr lang="en-US"/>
        </a:p>
      </dgm:t>
    </dgm:pt>
    <dgm:pt modelId="{8ED039A9-299E-4256-A1C4-F1145E664B02}">
      <dgm:prSet custT="1"/>
      <dgm:spPr/>
      <dgm:t>
        <a:bodyPr/>
        <a:lstStyle/>
        <a:p>
          <a:pPr>
            <a:lnSpc>
              <a:spcPct val="100000"/>
            </a:lnSpc>
          </a:pPr>
          <a:r>
            <a:rPr lang="en-US" sz="1400" dirty="0"/>
            <a:t>Implements the Edmonds-Karp algorithm, an implementation of the Ford-Fulkerson method that uses a BFS, and, consequently, is shortest path "oriented", to compute the maximum flow in a directed graph. </a:t>
          </a:r>
        </a:p>
      </dgm:t>
    </dgm:pt>
    <dgm:pt modelId="{8E82B147-5A62-4548-948F-0FDB6F874182}" type="parTrans" cxnId="{E6B39ABC-1E65-464D-AE0A-0AF5F0876BFA}">
      <dgm:prSet/>
      <dgm:spPr/>
      <dgm:t>
        <a:bodyPr/>
        <a:lstStyle/>
        <a:p>
          <a:endParaRPr lang="en-US"/>
        </a:p>
      </dgm:t>
    </dgm:pt>
    <dgm:pt modelId="{5CCEDDA9-8391-4709-A8B7-A96E216A64AA}" type="sibTrans" cxnId="{E6B39ABC-1E65-464D-AE0A-0AF5F0876BFA}">
      <dgm:prSet/>
      <dgm:spPr/>
      <dgm:t>
        <a:bodyPr/>
        <a:lstStyle/>
        <a:p>
          <a:endParaRPr lang="en-US"/>
        </a:p>
      </dgm:t>
    </dgm:pt>
    <dgm:pt modelId="{1AF03C53-08A3-447F-9C32-EA8BE585832C}">
      <dgm:prSet custT="1"/>
      <dgm:spPr/>
      <dgm:t>
        <a:bodyPr/>
        <a:lstStyle/>
        <a:p>
          <a:pPr>
            <a:lnSpc>
              <a:spcPct val="100000"/>
            </a:lnSpc>
          </a:pPr>
          <a:r>
            <a:rPr lang="en-US" sz="1400" dirty="0"/>
            <a:t>This maximum flow is used to generate the assignments in the system by modeling the assignment problem as a bipartite graph</a:t>
          </a:r>
        </a:p>
      </dgm:t>
    </dgm:pt>
    <dgm:pt modelId="{A4147D6B-2031-4245-BB82-E9EA3FC12D92}" type="parTrans" cxnId="{010E29F0-1514-42BF-AC2C-2F8531FF155D}">
      <dgm:prSet/>
      <dgm:spPr/>
      <dgm:t>
        <a:bodyPr/>
        <a:lstStyle/>
        <a:p>
          <a:endParaRPr lang="en-US"/>
        </a:p>
      </dgm:t>
    </dgm:pt>
    <dgm:pt modelId="{094CDE90-6529-4811-A8EE-A1572F3B7322}" type="sibTrans" cxnId="{010E29F0-1514-42BF-AC2C-2F8531FF155D}">
      <dgm:prSet/>
      <dgm:spPr/>
      <dgm:t>
        <a:bodyPr/>
        <a:lstStyle/>
        <a:p>
          <a:endParaRPr lang="en-US"/>
        </a:p>
      </dgm:t>
    </dgm:pt>
    <dgm:pt modelId="{19B3FA7F-CEEB-45D6-BC55-34202173D0EC}" type="pres">
      <dgm:prSet presAssocID="{D80FCD7E-A6DA-4669-AEBB-9D2FCA1E3631}" presName="root" presStyleCnt="0">
        <dgm:presLayoutVars>
          <dgm:dir/>
          <dgm:resizeHandles val="exact"/>
        </dgm:presLayoutVars>
      </dgm:prSet>
      <dgm:spPr/>
    </dgm:pt>
    <dgm:pt modelId="{62B39165-8DDA-426A-B672-4CF37B9A058D}" type="pres">
      <dgm:prSet presAssocID="{8ED039A9-299E-4256-A1C4-F1145E664B02}" presName="compNode" presStyleCnt="0"/>
      <dgm:spPr/>
    </dgm:pt>
    <dgm:pt modelId="{14EF9DF8-0A1C-4EB9-9B0E-A76B3DDC1F41}" type="pres">
      <dgm:prSet presAssocID="{8ED039A9-299E-4256-A1C4-F1145E664B02}" presName="iconRect" presStyleLbl="node1" presStyleIdx="0" presStyleCnt="2"/>
      <dgm:spPr>
        <a:blipFill>
          <a:blip xmlns:r="http://schemas.openxmlformats.org/officeDocument/2006/relationships">
            <a:extLst>
              <a:ext uri="{96DAC541-7B7A-43D3-8B79-37D633B846F1}">
                <asvg:svgBlip xmlns:asvg="http://schemas.microsoft.com/office/drawing/2016/SVG/main" r:embed="rId1"/>
              </a:ext>
            </a:extLst>
          </a:blip>
          <a:srcRect/>
          <a:stretch>
            <a:fillRect/>
          </a:stretch>
        </a:blipFill>
      </dgm:spPr>
      <dgm:extLst>
        <a:ext uri="{E40237B7-FDA0-4F09-8148-C483321AD2D9}">
          <dgm14:cNvPr xmlns:dgm14="http://schemas.microsoft.com/office/drawing/2010/diagram" id="0" name="" descr="Rota (dois pinos com um caminho) com preenchimento sólido"/>
        </a:ext>
      </dgm:extLst>
    </dgm:pt>
    <dgm:pt modelId="{F7890E83-3B94-40D6-9C7C-C396A32EA04F}" type="pres">
      <dgm:prSet presAssocID="{8ED039A9-299E-4256-A1C4-F1145E664B02}" presName="spaceRect" presStyleCnt="0"/>
      <dgm:spPr/>
    </dgm:pt>
    <dgm:pt modelId="{2FC5DDBC-603E-4433-BA97-0F264B1A6F81}" type="pres">
      <dgm:prSet presAssocID="{8ED039A9-299E-4256-A1C4-F1145E664B02}" presName="textRect" presStyleLbl="revTx" presStyleIdx="0" presStyleCnt="2">
        <dgm:presLayoutVars>
          <dgm:chMax val="1"/>
          <dgm:chPref val="1"/>
        </dgm:presLayoutVars>
      </dgm:prSet>
      <dgm:spPr/>
    </dgm:pt>
    <dgm:pt modelId="{E1F355A2-F5A4-491B-A867-BE32E42FABC0}" type="pres">
      <dgm:prSet presAssocID="{5CCEDDA9-8391-4709-A8B7-A96E216A64AA}" presName="sibTrans" presStyleCnt="0"/>
      <dgm:spPr/>
    </dgm:pt>
    <dgm:pt modelId="{1C49ED61-FDD3-4920-B25D-3C143D3558AB}" type="pres">
      <dgm:prSet presAssocID="{1AF03C53-08A3-447F-9C32-EA8BE585832C}" presName="compNode" presStyleCnt="0"/>
      <dgm:spPr/>
    </dgm:pt>
    <dgm:pt modelId="{2BD5BFC7-9C51-4486-BD06-F39BDABF28B9}" type="pres">
      <dgm:prSet presAssocID="{1AF03C53-08A3-447F-9C32-EA8BE585832C}" presName="iconRect" presStyleLbl="node1" presStyleIdx="1" presStyleCnt="2"/>
      <dgm:spPr>
        <a:blipFill rotWithShape="1">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a:fillRect/>
          </a:stretch>
        </a:blipFill>
      </dgm:spPr>
      <dgm:extLst>
        <a:ext uri="{E40237B7-FDA0-4F09-8148-C483321AD2D9}">
          <dgm14:cNvPr xmlns:dgm14="http://schemas.microsoft.com/office/drawing/2010/diagram" id="0" name="" descr="Ligado com preenchimento sólido"/>
        </a:ext>
      </dgm:extLst>
    </dgm:pt>
    <dgm:pt modelId="{ECADEA39-AFC2-40EB-A63B-109BF64FFAE5}" type="pres">
      <dgm:prSet presAssocID="{1AF03C53-08A3-447F-9C32-EA8BE585832C}" presName="spaceRect" presStyleCnt="0"/>
      <dgm:spPr/>
    </dgm:pt>
    <dgm:pt modelId="{8B1AA65A-E34A-4848-A477-C08C634A83AA}" type="pres">
      <dgm:prSet presAssocID="{1AF03C53-08A3-447F-9C32-EA8BE585832C}" presName="textRect" presStyleLbl="revTx" presStyleIdx="1" presStyleCnt="2">
        <dgm:presLayoutVars>
          <dgm:chMax val="1"/>
          <dgm:chPref val="1"/>
        </dgm:presLayoutVars>
      </dgm:prSet>
      <dgm:spPr/>
    </dgm:pt>
  </dgm:ptLst>
  <dgm:cxnLst>
    <dgm:cxn modelId="{3EFB171F-1736-4109-B2A2-ADFA50740FD0}" type="presOf" srcId="{D80FCD7E-A6DA-4669-AEBB-9D2FCA1E3631}" destId="{19B3FA7F-CEEB-45D6-BC55-34202173D0EC}" srcOrd="0" destOrd="0" presId="urn:microsoft.com/office/officeart/2018/2/layout/IconLabelList"/>
    <dgm:cxn modelId="{2E8FA5B2-977B-4725-BC39-32C5036DFA63}" type="presOf" srcId="{8ED039A9-299E-4256-A1C4-F1145E664B02}" destId="{2FC5DDBC-603E-4433-BA97-0F264B1A6F81}" srcOrd="0" destOrd="0" presId="urn:microsoft.com/office/officeart/2018/2/layout/IconLabelList"/>
    <dgm:cxn modelId="{E6B39ABC-1E65-464D-AE0A-0AF5F0876BFA}" srcId="{D80FCD7E-A6DA-4669-AEBB-9D2FCA1E3631}" destId="{8ED039A9-299E-4256-A1C4-F1145E664B02}" srcOrd="0" destOrd="0" parTransId="{8E82B147-5A62-4548-948F-0FDB6F874182}" sibTransId="{5CCEDDA9-8391-4709-A8B7-A96E216A64AA}"/>
    <dgm:cxn modelId="{BC1E17E5-476B-457B-87CD-7537D80EB8C0}" type="presOf" srcId="{1AF03C53-08A3-447F-9C32-EA8BE585832C}" destId="{8B1AA65A-E34A-4848-A477-C08C634A83AA}" srcOrd="0" destOrd="0" presId="urn:microsoft.com/office/officeart/2018/2/layout/IconLabelList"/>
    <dgm:cxn modelId="{010E29F0-1514-42BF-AC2C-2F8531FF155D}" srcId="{D80FCD7E-A6DA-4669-AEBB-9D2FCA1E3631}" destId="{1AF03C53-08A3-447F-9C32-EA8BE585832C}" srcOrd="1" destOrd="0" parTransId="{A4147D6B-2031-4245-BB82-E9EA3FC12D92}" sibTransId="{094CDE90-6529-4811-A8EE-A1572F3B7322}"/>
    <dgm:cxn modelId="{B200CF4E-F5AB-438E-8DFA-8F3782ABF9A8}" type="presParOf" srcId="{19B3FA7F-CEEB-45D6-BC55-34202173D0EC}" destId="{62B39165-8DDA-426A-B672-4CF37B9A058D}" srcOrd="0" destOrd="0" presId="urn:microsoft.com/office/officeart/2018/2/layout/IconLabelList"/>
    <dgm:cxn modelId="{318CA330-CF49-48D4-8CF2-3585AC4081AC}" type="presParOf" srcId="{62B39165-8DDA-426A-B672-4CF37B9A058D}" destId="{14EF9DF8-0A1C-4EB9-9B0E-A76B3DDC1F41}" srcOrd="0" destOrd="0" presId="urn:microsoft.com/office/officeart/2018/2/layout/IconLabelList"/>
    <dgm:cxn modelId="{A4300932-F9CC-4385-9230-4FCC11983A68}" type="presParOf" srcId="{62B39165-8DDA-426A-B672-4CF37B9A058D}" destId="{F7890E83-3B94-40D6-9C7C-C396A32EA04F}" srcOrd="1" destOrd="0" presId="urn:microsoft.com/office/officeart/2018/2/layout/IconLabelList"/>
    <dgm:cxn modelId="{721E6C37-479F-4730-91FB-00334030FD14}" type="presParOf" srcId="{62B39165-8DDA-426A-B672-4CF37B9A058D}" destId="{2FC5DDBC-603E-4433-BA97-0F264B1A6F81}" srcOrd="2" destOrd="0" presId="urn:microsoft.com/office/officeart/2018/2/layout/IconLabelList"/>
    <dgm:cxn modelId="{B358EBBE-9F34-4F19-8DD3-7BABA27B6777}" type="presParOf" srcId="{19B3FA7F-CEEB-45D6-BC55-34202173D0EC}" destId="{E1F355A2-F5A4-491B-A867-BE32E42FABC0}" srcOrd="1" destOrd="0" presId="urn:microsoft.com/office/officeart/2018/2/layout/IconLabelList"/>
    <dgm:cxn modelId="{BDBEB4CD-40AE-44CF-BF2B-2F6112084A0E}" type="presParOf" srcId="{19B3FA7F-CEEB-45D6-BC55-34202173D0EC}" destId="{1C49ED61-FDD3-4920-B25D-3C143D3558AB}" srcOrd="2" destOrd="0" presId="urn:microsoft.com/office/officeart/2018/2/layout/IconLabelList"/>
    <dgm:cxn modelId="{50290B75-02DE-4D24-9854-BEB7DFD57846}" type="presParOf" srcId="{1C49ED61-FDD3-4920-B25D-3C143D3558AB}" destId="{2BD5BFC7-9C51-4486-BD06-F39BDABF28B9}" srcOrd="0" destOrd="0" presId="urn:microsoft.com/office/officeart/2018/2/layout/IconLabelList"/>
    <dgm:cxn modelId="{A3C843EF-41EE-438C-8F6F-745BA53B4BCF}" type="presParOf" srcId="{1C49ED61-FDD3-4920-B25D-3C143D3558AB}" destId="{ECADEA39-AFC2-40EB-A63B-109BF64FFAE5}" srcOrd="1" destOrd="0" presId="urn:microsoft.com/office/officeart/2018/2/layout/IconLabelList"/>
    <dgm:cxn modelId="{8749D5E6-1E96-4AAD-9CE5-B8A529643814}" type="presParOf" srcId="{1C49ED61-FDD3-4920-B25D-3C143D3558AB}" destId="{8B1AA65A-E34A-4848-A477-C08C634A83AA}" srcOrd="2" destOrd="0" presId="urn:microsoft.com/office/officeart/2018/2/layout/Icon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D80FCD7E-A6DA-4669-AEBB-9D2FCA1E3631}" type="doc">
      <dgm:prSet loTypeId="urn:microsoft.com/office/officeart/2018/2/layout/IconLabelList" loCatId="icon" qsTypeId="urn:microsoft.com/office/officeart/2005/8/quickstyle/simple1" qsCatId="simple" csTypeId="urn:microsoft.com/office/officeart/2018/5/colors/Iconchunking_neutralbg_colorful1" csCatId="colorful" phldr="1"/>
      <dgm:spPr/>
      <dgm:t>
        <a:bodyPr/>
        <a:lstStyle/>
        <a:p>
          <a:endParaRPr lang="en-US"/>
        </a:p>
      </dgm:t>
    </dgm:pt>
    <dgm:pt modelId="{0AABA129-15AE-434D-A223-715C13A727D1}">
      <dgm:prSet custT="1"/>
      <dgm:spPr/>
      <dgm:t>
        <a:bodyPr/>
        <a:lstStyle/>
        <a:p>
          <a:pPr>
            <a:lnSpc>
              <a:spcPct val="100000"/>
            </a:lnSpc>
          </a:pPr>
          <a:r>
            <a:rPr lang="en-US" sz="1200" dirty="0">
              <a:solidFill>
                <a:schemeClr val="bg1"/>
              </a:solidFill>
            </a:rPr>
            <a:t>One set of vertices represents submissions and the other represents reviewers, and edges encode assignment possibilities with capacity constraints.</a:t>
          </a:r>
        </a:p>
      </dgm:t>
    </dgm:pt>
    <dgm:pt modelId="{A2E4B340-976E-4666-B8D1-BFD61708684F}" type="parTrans" cxnId="{D49CCDD2-7B35-4F9E-8D57-AFDE7FB5CEEE}">
      <dgm:prSet/>
      <dgm:spPr/>
      <dgm:t>
        <a:bodyPr/>
        <a:lstStyle/>
        <a:p>
          <a:endParaRPr lang="pt-PT"/>
        </a:p>
      </dgm:t>
    </dgm:pt>
    <dgm:pt modelId="{5D15EEE7-5B9E-49C3-B391-D24EFA4B534D}" type="sibTrans" cxnId="{D49CCDD2-7B35-4F9E-8D57-AFDE7FB5CEEE}">
      <dgm:prSet/>
      <dgm:spPr/>
      <dgm:t>
        <a:bodyPr/>
        <a:lstStyle/>
        <a:p>
          <a:endParaRPr lang="pt-PT"/>
        </a:p>
      </dgm:t>
    </dgm:pt>
    <dgm:pt modelId="{B9B739C8-8D1D-4B89-99E6-3327EB2D1A1A}">
      <dgm:prSet/>
      <dgm:spPr/>
      <dgm:t>
        <a:bodyPr/>
        <a:lstStyle/>
        <a:p>
          <a:pPr>
            <a:lnSpc>
              <a:spcPct val="100000"/>
            </a:lnSpc>
          </a:pPr>
          <a:r>
            <a:rPr lang="en-US" dirty="0">
              <a:solidFill>
                <a:schemeClr val="bg1"/>
              </a:solidFill>
            </a:rPr>
            <a:t>In this context, computing the maximum flow is equivalent to solving a maximal bipartite matching problem.</a:t>
          </a:r>
        </a:p>
      </dgm:t>
    </dgm:pt>
    <dgm:pt modelId="{04B544B6-E744-46DE-877E-ACC6D083580B}" type="parTrans" cxnId="{E93DA1B2-83C1-4974-8B50-718DE8176A62}">
      <dgm:prSet/>
      <dgm:spPr/>
      <dgm:t>
        <a:bodyPr/>
        <a:lstStyle/>
        <a:p>
          <a:endParaRPr lang="en-US"/>
        </a:p>
      </dgm:t>
    </dgm:pt>
    <dgm:pt modelId="{CD61C1C7-CFD2-4218-B1E9-D39BE855549D}" type="sibTrans" cxnId="{E93DA1B2-83C1-4974-8B50-718DE8176A62}">
      <dgm:prSet/>
      <dgm:spPr/>
      <dgm:t>
        <a:bodyPr/>
        <a:lstStyle/>
        <a:p>
          <a:endParaRPr lang="en-US"/>
        </a:p>
      </dgm:t>
    </dgm:pt>
    <dgm:pt modelId="{267A67CC-7191-49A7-A0E7-98EB96F284CE}">
      <dgm:prSet custT="1"/>
      <dgm:spPr/>
      <dgm:t>
        <a:bodyPr/>
        <a:lstStyle/>
        <a:p>
          <a:pPr>
            <a:lnSpc>
              <a:spcPct val="100000"/>
            </a:lnSpc>
          </a:pPr>
          <a:r>
            <a:rPr lang="en-US" sz="1200" dirty="0">
              <a:solidFill>
                <a:schemeClr val="bg1"/>
              </a:solidFill>
            </a:rPr>
            <a:t>Each unit of flow along an edge represents an assignment of a reviewer to a </a:t>
          </a:r>
          <a:r>
            <a:rPr lang="en-US" sz="1200" dirty="0" err="1">
              <a:solidFill>
                <a:schemeClr val="bg1"/>
              </a:solidFill>
            </a:rPr>
            <a:t>submissiothe</a:t>
          </a:r>
          <a:r>
            <a:rPr lang="en-US" sz="1200" dirty="0">
              <a:solidFill>
                <a:schemeClr val="bg1"/>
              </a:solidFill>
            </a:rPr>
            <a:t> maximum flow guarantees that as many submissions as possible receive the required number of reviewers while respecting all reviewer and submission constraints.</a:t>
          </a:r>
        </a:p>
      </dgm:t>
    </dgm:pt>
    <dgm:pt modelId="{102E6F76-70E1-4140-91B6-DA8E8400B8FC}" type="parTrans" cxnId="{1FAF3E16-43D2-4E58-8A8C-90C8C86A5AAF}">
      <dgm:prSet/>
      <dgm:spPr/>
      <dgm:t>
        <a:bodyPr/>
        <a:lstStyle/>
        <a:p>
          <a:endParaRPr lang="pt-PT"/>
        </a:p>
      </dgm:t>
    </dgm:pt>
    <dgm:pt modelId="{77F02D77-08B7-4F7C-9BE8-5DC1A10546D5}" type="sibTrans" cxnId="{1FAF3E16-43D2-4E58-8A8C-90C8C86A5AAF}">
      <dgm:prSet/>
      <dgm:spPr/>
      <dgm:t>
        <a:bodyPr/>
        <a:lstStyle/>
        <a:p>
          <a:endParaRPr lang="pt-PT"/>
        </a:p>
      </dgm:t>
    </dgm:pt>
    <dgm:pt modelId="{19B3FA7F-CEEB-45D6-BC55-34202173D0EC}" type="pres">
      <dgm:prSet presAssocID="{D80FCD7E-A6DA-4669-AEBB-9D2FCA1E3631}" presName="root" presStyleCnt="0">
        <dgm:presLayoutVars>
          <dgm:dir/>
          <dgm:resizeHandles val="exact"/>
        </dgm:presLayoutVars>
      </dgm:prSet>
      <dgm:spPr/>
    </dgm:pt>
    <dgm:pt modelId="{21F20319-D115-4252-8E63-88EF3B2278BC}" type="pres">
      <dgm:prSet presAssocID="{0AABA129-15AE-434D-A223-715C13A727D1}" presName="compNode" presStyleCnt="0"/>
      <dgm:spPr/>
    </dgm:pt>
    <dgm:pt modelId="{AE6FA56E-E462-43A7-8D08-E68C5E820377}" type="pres">
      <dgm:prSet presAssocID="{0AABA129-15AE-434D-A223-715C13A727D1}" presName="iconRect" presStyleLbl="node1" presStyleIdx="0" presStyleCnt="3"/>
      <dgm:spPr>
        <a:blipFill rotWithShape="1">
          <a:blip xmlns:r="http://schemas.openxmlformats.org/officeDocument/2006/relationships">
            <a:extLst>
              <a:ext uri="{96DAC541-7B7A-43D3-8B79-37D633B846F1}">
                <asvg:svgBlip xmlns:asvg="http://schemas.microsoft.com/office/drawing/2016/SVG/main" r:embed="rId1"/>
              </a:ext>
            </a:extLst>
          </a:blip>
          <a:srcRect/>
          <a:stretch>
            <a:fillRect/>
          </a:stretch>
        </a:blipFill>
        <a:ln>
          <a:noFill/>
        </a:ln>
      </dgm:spPr>
    </dgm:pt>
    <dgm:pt modelId="{EC93D674-74FA-40A1-BE3B-9709CE4E3F2C}" type="pres">
      <dgm:prSet presAssocID="{0AABA129-15AE-434D-A223-715C13A727D1}" presName="spaceRect" presStyleCnt="0"/>
      <dgm:spPr/>
    </dgm:pt>
    <dgm:pt modelId="{767B4C09-2BDC-4643-8FC7-CF5ED7A6B3E9}" type="pres">
      <dgm:prSet presAssocID="{0AABA129-15AE-434D-A223-715C13A727D1}" presName="textRect" presStyleLbl="revTx" presStyleIdx="0" presStyleCnt="3">
        <dgm:presLayoutVars>
          <dgm:chMax val="1"/>
          <dgm:chPref val="1"/>
        </dgm:presLayoutVars>
      </dgm:prSet>
      <dgm:spPr/>
    </dgm:pt>
    <dgm:pt modelId="{25A35BF2-A394-48C4-AAF1-11F8E11AC273}" type="pres">
      <dgm:prSet presAssocID="{5D15EEE7-5B9E-49C3-B391-D24EFA4B534D}" presName="sibTrans" presStyleCnt="0"/>
      <dgm:spPr/>
    </dgm:pt>
    <dgm:pt modelId="{9855FB15-73A9-4734-86A5-B9779B106650}" type="pres">
      <dgm:prSet presAssocID="{B9B739C8-8D1D-4B89-99E6-3327EB2D1A1A}" presName="compNode" presStyleCnt="0"/>
      <dgm:spPr/>
    </dgm:pt>
    <dgm:pt modelId="{1A0A3C0E-EE2F-4D81-9BF8-3347F9B68AED}" type="pres">
      <dgm:prSet presAssocID="{B9B739C8-8D1D-4B89-99E6-3327EB2D1A1A}" presName="iconRect" presStyleLbl="node1" presStyleIdx="1" presStyleCnt="3"/>
      <dgm:spPr>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Balança da justiça com preenchimento sólido"/>
        </a:ext>
      </dgm:extLst>
    </dgm:pt>
    <dgm:pt modelId="{3827E921-DEB1-4479-92B3-285036AE3D61}" type="pres">
      <dgm:prSet presAssocID="{B9B739C8-8D1D-4B89-99E6-3327EB2D1A1A}" presName="spaceRect" presStyleCnt="0"/>
      <dgm:spPr/>
    </dgm:pt>
    <dgm:pt modelId="{67FCA270-4B29-4369-A350-5374A2E7789D}" type="pres">
      <dgm:prSet presAssocID="{B9B739C8-8D1D-4B89-99E6-3327EB2D1A1A}" presName="textRect" presStyleLbl="revTx" presStyleIdx="1" presStyleCnt="3">
        <dgm:presLayoutVars>
          <dgm:chMax val="1"/>
          <dgm:chPref val="1"/>
        </dgm:presLayoutVars>
      </dgm:prSet>
      <dgm:spPr/>
    </dgm:pt>
    <dgm:pt modelId="{EAB30E8C-289D-49BA-8410-82CC50C4FA68}" type="pres">
      <dgm:prSet presAssocID="{CD61C1C7-CFD2-4218-B1E9-D39BE855549D}" presName="sibTrans" presStyleCnt="0"/>
      <dgm:spPr/>
    </dgm:pt>
    <dgm:pt modelId="{C96A6823-23E8-469B-B88E-B5507C7A6319}" type="pres">
      <dgm:prSet presAssocID="{267A67CC-7191-49A7-A0E7-98EB96F284CE}" presName="compNode" presStyleCnt="0"/>
      <dgm:spPr/>
    </dgm:pt>
    <dgm:pt modelId="{C9EFCA3A-2C84-4EEA-9A17-57E8A6F08A8F}" type="pres">
      <dgm:prSet presAssocID="{267A67CC-7191-49A7-A0E7-98EB96F284CE}"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Documento"/>
        </a:ext>
      </dgm:extLst>
    </dgm:pt>
    <dgm:pt modelId="{3DA94053-7774-4DA7-B07D-2BEA3B5B2665}" type="pres">
      <dgm:prSet presAssocID="{267A67CC-7191-49A7-A0E7-98EB96F284CE}" presName="spaceRect" presStyleCnt="0"/>
      <dgm:spPr/>
    </dgm:pt>
    <dgm:pt modelId="{AB76C386-6B02-4DA5-9321-0FA22361EFE3}" type="pres">
      <dgm:prSet presAssocID="{267A67CC-7191-49A7-A0E7-98EB96F284CE}" presName="textRect" presStyleLbl="revTx" presStyleIdx="2" presStyleCnt="3">
        <dgm:presLayoutVars>
          <dgm:chMax val="1"/>
          <dgm:chPref val="1"/>
        </dgm:presLayoutVars>
      </dgm:prSet>
      <dgm:spPr/>
    </dgm:pt>
  </dgm:ptLst>
  <dgm:cxnLst>
    <dgm:cxn modelId="{1FAF3E16-43D2-4E58-8A8C-90C8C86A5AAF}" srcId="{D80FCD7E-A6DA-4669-AEBB-9D2FCA1E3631}" destId="{267A67CC-7191-49A7-A0E7-98EB96F284CE}" srcOrd="2" destOrd="0" parTransId="{102E6F76-70E1-4140-91B6-DA8E8400B8FC}" sibTransId="{77F02D77-08B7-4F7C-9BE8-5DC1A10546D5}"/>
    <dgm:cxn modelId="{3EFB171F-1736-4109-B2A2-ADFA50740FD0}" type="presOf" srcId="{D80FCD7E-A6DA-4669-AEBB-9D2FCA1E3631}" destId="{19B3FA7F-CEEB-45D6-BC55-34202173D0EC}" srcOrd="0" destOrd="0" presId="urn:microsoft.com/office/officeart/2018/2/layout/IconLabelList"/>
    <dgm:cxn modelId="{6AD2DC2A-3DE1-41E8-B685-3E970C3EE89A}" type="presOf" srcId="{B9B739C8-8D1D-4B89-99E6-3327EB2D1A1A}" destId="{67FCA270-4B29-4369-A350-5374A2E7789D}" srcOrd="0" destOrd="0" presId="urn:microsoft.com/office/officeart/2018/2/layout/IconLabelList"/>
    <dgm:cxn modelId="{7D40527F-4CE7-4E42-9220-1299A2D166E9}" type="presOf" srcId="{267A67CC-7191-49A7-A0E7-98EB96F284CE}" destId="{AB76C386-6B02-4DA5-9321-0FA22361EFE3}" srcOrd="0" destOrd="0" presId="urn:microsoft.com/office/officeart/2018/2/layout/IconLabelList"/>
    <dgm:cxn modelId="{E93DA1B2-83C1-4974-8B50-718DE8176A62}" srcId="{D80FCD7E-A6DA-4669-AEBB-9D2FCA1E3631}" destId="{B9B739C8-8D1D-4B89-99E6-3327EB2D1A1A}" srcOrd="1" destOrd="0" parTransId="{04B544B6-E744-46DE-877E-ACC6D083580B}" sibTransId="{CD61C1C7-CFD2-4218-B1E9-D39BE855549D}"/>
    <dgm:cxn modelId="{D49CCDD2-7B35-4F9E-8D57-AFDE7FB5CEEE}" srcId="{D80FCD7E-A6DA-4669-AEBB-9D2FCA1E3631}" destId="{0AABA129-15AE-434D-A223-715C13A727D1}" srcOrd="0" destOrd="0" parTransId="{A2E4B340-976E-4666-B8D1-BFD61708684F}" sibTransId="{5D15EEE7-5B9E-49C3-B391-D24EFA4B534D}"/>
    <dgm:cxn modelId="{3E111FF7-F280-4E5F-A401-0F806DE5677F}" type="presOf" srcId="{0AABA129-15AE-434D-A223-715C13A727D1}" destId="{767B4C09-2BDC-4643-8FC7-CF5ED7A6B3E9}" srcOrd="0" destOrd="0" presId="urn:microsoft.com/office/officeart/2018/2/layout/IconLabelList"/>
    <dgm:cxn modelId="{D698427C-ED72-40AF-AEDC-8700D8BE6BC6}" type="presParOf" srcId="{19B3FA7F-CEEB-45D6-BC55-34202173D0EC}" destId="{21F20319-D115-4252-8E63-88EF3B2278BC}" srcOrd="0" destOrd="0" presId="urn:microsoft.com/office/officeart/2018/2/layout/IconLabelList"/>
    <dgm:cxn modelId="{734D5ABB-DB06-46B3-8A5B-620A3075B552}" type="presParOf" srcId="{21F20319-D115-4252-8E63-88EF3B2278BC}" destId="{AE6FA56E-E462-43A7-8D08-E68C5E820377}" srcOrd="0" destOrd="0" presId="urn:microsoft.com/office/officeart/2018/2/layout/IconLabelList"/>
    <dgm:cxn modelId="{5A8771CD-C91C-4C2F-901A-7F8EE68883CA}" type="presParOf" srcId="{21F20319-D115-4252-8E63-88EF3B2278BC}" destId="{EC93D674-74FA-40A1-BE3B-9709CE4E3F2C}" srcOrd="1" destOrd="0" presId="urn:microsoft.com/office/officeart/2018/2/layout/IconLabelList"/>
    <dgm:cxn modelId="{4A7DCC0C-97C3-4A20-9713-467304ADB1F6}" type="presParOf" srcId="{21F20319-D115-4252-8E63-88EF3B2278BC}" destId="{767B4C09-2BDC-4643-8FC7-CF5ED7A6B3E9}" srcOrd="2" destOrd="0" presId="urn:microsoft.com/office/officeart/2018/2/layout/IconLabelList"/>
    <dgm:cxn modelId="{89C11E1D-65EB-4C1D-905C-D3F723F8FD85}" type="presParOf" srcId="{19B3FA7F-CEEB-45D6-BC55-34202173D0EC}" destId="{25A35BF2-A394-48C4-AAF1-11F8E11AC273}" srcOrd="1" destOrd="0" presId="urn:microsoft.com/office/officeart/2018/2/layout/IconLabelList"/>
    <dgm:cxn modelId="{AA7477B3-0AB1-4E61-A0E6-D8F7ACD487E7}" type="presParOf" srcId="{19B3FA7F-CEEB-45D6-BC55-34202173D0EC}" destId="{9855FB15-73A9-4734-86A5-B9779B106650}" srcOrd="2" destOrd="0" presId="urn:microsoft.com/office/officeart/2018/2/layout/IconLabelList"/>
    <dgm:cxn modelId="{7C3ECFC4-02A1-4F5F-8B4F-DCF5882DEF3E}" type="presParOf" srcId="{9855FB15-73A9-4734-86A5-B9779B106650}" destId="{1A0A3C0E-EE2F-4D81-9BF8-3347F9B68AED}" srcOrd="0" destOrd="0" presId="urn:microsoft.com/office/officeart/2018/2/layout/IconLabelList"/>
    <dgm:cxn modelId="{273750F2-FDE7-4153-AFF1-7CFF76839A5C}" type="presParOf" srcId="{9855FB15-73A9-4734-86A5-B9779B106650}" destId="{3827E921-DEB1-4479-92B3-285036AE3D61}" srcOrd="1" destOrd="0" presId="urn:microsoft.com/office/officeart/2018/2/layout/IconLabelList"/>
    <dgm:cxn modelId="{763BE146-FA12-428E-8A1E-9C386B732795}" type="presParOf" srcId="{9855FB15-73A9-4734-86A5-B9779B106650}" destId="{67FCA270-4B29-4369-A350-5374A2E7789D}" srcOrd="2" destOrd="0" presId="urn:microsoft.com/office/officeart/2018/2/layout/IconLabelList"/>
    <dgm:cxn modelId="{7EEC0F03-AD3D-4E81-8AA0-4CAE3FFFBAEB}" type="presParOf" srcId="{19B3FA7F-CEEB-45D6-BC55-34202173D0EC}" destId="{EAB30E8C-289D-49BA-8410-82CC50C4FA68}" srcOrd="3" destOrd="0" presId="urn:microsoft.com/office/officeart/2018/2/layout/IconLabelList"/>
    <dgm:cxn modelId="{900EF288-DD5C-47A7-B911-12CF82F89650}" type="presParOf" srcId="{19B3FA7F-CEEB-45D6-BC55-34202173D0EC}" destId="{C96A6823-23E8-469B-B88E-B5507C7A6319}" srcOrd="4" destOrd="0" presId="urn:microsoft.com/office/officeart/2018/2/layout/IconLabelList"/>
    <dgm:cxn modelId="{0EA0A748-AFBC-4136-BEE3-ACBB4F64E7D1}" type="presParOf" srcId="{C96A6823-23E8-469B-B88E-B5507C7A6319}" destId="{C9EFCA3A-2C84-4EEA-9A17-57E8A6F08A8F}" srcOrd="0" destOrd="0" presId="urn:microsoft.com/office/officeart/2018/2/layout/IconLabelList"/>
    <dgm:cxn modelId="{8141089C-3A39-4CBD-B491-A28DF02C339C}" type="presParOf" srcId="{C96A6823-23E8-469B-B88E-B5507C7A6319}" destId="{3DA94053-7774-4DA7-B07D-2BEA3B5B2665}" srcOrd="1" destOrd="0" presId="urn:microsoft.com/office/officeart/2018/2/layout/IconLabelList"/>
    <dgm:cxn modelId="{3A211AB5-39F2-49C9-8421-6717BB2EF661}" type="presParOf" srcId="{C96A6823-23E8-469B-B88E-B5507C7A6319}" destId="{AB76C386-6B02-4DA5-9321-0FA22361EFE3}"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4CEE90FA-8C03-44AF-9D08-28C1728257F2}" type="doc">
      <dgm:prSet loTypeId="urn:microsoft.com/office/officeart/2005/8/layout/target3" loCatId="relationship" qsTypeId="urn:microsoft.com/office/officeart/2005/8/quickstyle/simple1" qsCatId="simple" csTypeId="urn:microsoft.com/office/officeart/2005/8/colors/accent1_4" csCatId="accent1"/>
      <dgm:spPr/>
      <dgm:t>
        <a:bodyPr/>
        <a:lstStyle/>
        <a:p>
          <a:endParaRPr lang="pt-PT"/>
        </a:p>
      </dgm:t>
    </dgm:pt>
    <dgm:pt modelId="{F682E4BB-59E6-419D-91E1-3C2F4A0754D5}">
      <dgm:prSet/>
      <dgm:spPr/>
      <dgm:t>
        <a:bodyPr/>
        <a:lstStyle/>
        <a:p>
          <a:r>
            <a:rPr lang="en-US" dirty="0"/>
            <a:t>The setup() function loads the input file, parses its contents using the Parser, and converts the data into a graph structure through an adapter.</a:t>
          </a:r>
          <a:endParaRPr lang="pt-PT" dirty="0"/>
        </a:p>
      </dgm:t>
    </dgm:pt>
    <dgm:pt modelId="{DFFDD598-A057-494E-9EA8-C5AC7E59E439}" type="parTrans" cxnId="{C517D9E9-3ED7-4D68-A24F-AB728070C6D9}">
      <dgm:prSet/>
      <dgm:spPr/>
      <dgm:t>
        <a:bodyPr/>
        <a:lstStyle/>
        <a:p>
          <a:endParaRPr lang="pt-PT"/>
        </a:p>
      </dgm:t>
    </dgm:pt>
    <dgm:pt modelId="{F8EEA149-D5D4-40BB-8041-54C965E5A597}" type="sibTrans" cxnId="{C517D9E9-3ED7-4D68-A24F-AB728070C6D9}">
      <dgm:prSet/>
      <dgm:spPr/>
      <dgm:t>
        <a:bodyPr/>
        <a:lstStyle/>
        <a:p>
          <a:endParaRPr lang="pt-PT"/>
        </a:p>
      </dgm:t>
    </dgm:pt>
    <dgm:pt modelId="{FB69CF66-9D0F-4201-BEAF-C655BE4F13A0}">
      <dgm:prSet/>
      <dgm:spPr/>
      <dgm:t>
        <a:bodyPr/>
        <a:lstStyle/>
        <a:p>
          <a:r>
            <a:rPr lang="en-US"/>
            <a:t>The main processing step is performed by get_max_flow(), which applies the Edmonds-Karp algorithm to compute a maximum flow on the graph.</a:t>
          </a:r>
          <a:endParaRPr lang="pt-PT"/>
        </a:p>
      </dgm:t>
    </dgm:pt>
    <dgm:pt modelId="{4830EC37-1F06-418D-ACF9-ECC8831B3733}" type="parTrans" cxnId="{EB9D6973-467A-43CA-BFCE-C72BE31C2209}">
      <dgm:prSet/>
      <dgm:spPr/>
      <dgm:t>
        <a:bodyPr/>
        <a:lstStyle/>
        <a:p>
          <a:endParaRPr lang="pt-PT"/>
        </a:p>
      </dgm:t>
    </dgm:pt>
    <dgm:pt modelId="{D7A21E55-0BFA-406D-B055-F7AF29C2AA34}" type="sibTrans" cxnId="{EB9D6973-467A-43CA-BFCE-C72BE31C2209}">
      <dgm:prSet/>
      <dgm:spPr/>
      <dgm:t>
        <a:bodyPr/>
        <a:lstStyle/>
        <a:p>
          <a:endParaRPr lang="pt-PT"/>
        </a:p>
      </dgm:t>
    </dgm:pt>
    <dgm:pt modelId="{38CF3936-FBEA-414B-9C4D-AA9F474ED420}">
      <dgm:prSet/>
      <dgm:spPr/>
      <dgm:t>
        <a:bodyPr/>
        <a:lstStyle/>
        <a:p>
          <a:r>
            <a:rPr lang="en-US"/>
            <a:t>This corresponds to finding an optimal assignment between reviewers and submissions. </a:t>
          </a:r>
          <a:endParaRPr lang="pt-PT"/>
        </a:p>
      </dgm:t>
    </dgm:pt>
    <dgm:pt modelId="{2822DFB8-DB74-4D9C-A99C-B7022ED4B43D}" type="parTrans" cxnId="{B5773496-0FF6-48AB-9804-A57D150B3CA2}">
      <dgm:prSet/>
      <dgm:spPr/>
      <dgm:t>
        <a:bodyPr/>
        <a:lstStyle/>
        <a:p>
          <a:endParaRPr lang="pt-PT"/>
        </a:p>
      </dgm:t>
    </dgm:pt>
    <dgm:pt modelId="{908016DD-6BE9-4BDA-BCB5-7188160B14AB}" type="sibTrans" cxnId="{B5773496-0FF6-48AB-9804-A57D150B3CA2}">
      <dgm:prSet/>
      <dgm:spPr/>
      <dgm:t>
        <a:bodyPr/>
        <a:lstStyle/>
        <a:p>
          <a:endParaRPr lang="pt-PT"/>
        </a:p>
      </dgm:t>
    </dgm:pt>
    <dgm:pt modelId="{6298A394-B066-4492-9669-C2F9D9E30E34}">
      <dgm:prSet/>
      <dgm:spPr/>
      <dgm:t>
        <a:bodyPr/>
        <a:lstStyle/>
        <a:p>
          <a:r>
            <a:rPr lang="en-US"/>
            <a:t>The resulting flow is then interpreted and stored as matching outputs for both submissions and reviewers.</a:t>
          </a:r>
          <a:endParaRPr lang="pt-PT"/>
        </a:p>
      </dgm:t>
    </dgm:pt>
    <dgm:pt modelId="{AC9D4E0C-89D8-46E8-9EE7-BFF88BC06269}" type="parTrans" cxnId="{3C103AA0-8918-49A0-B028-3D2F899A1176}">
      <dgm:prSet/>
      <dgm:spPr/>
      <dgm:t>
        <a:bodyPr/>
        <a:lstStyle/>
        <a:p>
          <a:endParaRPr lang="pt-PT"/>
        </a:p>
      </dgm:t>
    </dgm:pt>
    <dgm:pt modelId="{75895AC6-AB92-472B-B88D-447EA19C011A}" type="sibTrans" cxnId="{3C103AA0-8918-49A0-B028-3D2F899A1176}">
      <dgm:prSet/>
      <dgm:spPr/>
      <dgm:t>
        <a:bodyPr/>
        <a:lstStyle/>
        <a:p>
          <a:endParaRPr lang="pt-PT"/>
        </a:p>
      </dgm:t>
    </dgm:pt>
    <dgm:pt modelId="{3CC0A0C0-D2DD-49A9-ABA9-F014AC457BD5}" type="pres">
      <dgm:prSet presAssocID="{4CEE90FA-8C03-44AF-9D08-28C1728257F2}" presName="Name0" presStyleCnt="0">
        <dgm:presLayoutVars>
          <dgm:chMax val="7"/>
          <dgm:dir/>
          <dgm:animLvl val="lvl"/>
          <dgm:resizeHandles val="exact"/>
        </dgm:presLayoutVars>
      </dgm:prSet>
      <dgm:spPr/>
    </dgm:pt>
    <dgm:pt modelId="{9EECA06B-162E-466C-8899-E4CBBFCF5965}" type="pres">
      <dgm:prSet presAssocID="{F682E4BB-59E6-419D-91E1-3C2F4A0754D5}" presName="circle1" presStyleLbl="node1" presStyleIdx="0" presStyleCnt="4"/>
      <dgm:spPr/>
    </dgm:pt>
    <dgm:pt modelId="{FFC84881-2F4E-4594-8FE5-A6B593C485B1}" type="pres">
      <dgm:prSet presAssocID="{F682E4BB-59E6-419D-91E1-3C2F4A0754D5}" presName="space" presStyleCnt="0"/>
      <dgm:spPr/>
    </dgm:pt>
    <dgm:pt modelId="{51759A06-A8DE-4BCD-8C8F-21B1D80BD1B2}" type="pres">
      <dgm:prSet presAssocID="{F682E4BB-59E6-419D-91E1-3C2F4A0754D5}" presName="rect1" presStyleLbl="alignAcc1" presStyleIdx="0" presStyleCnt="4"/>
      <dgm:spPr/>
    </dgm:pt>
    <dgm:pt modelId="{81D77BB9-8940-42C7-9979-1EAB5D85F071}" type="pres">
      <dgm:prSet presAssocID="{FB69CF66-9D0F-4201-BEAF-C655BE4F13A0}" presName="vertSpace2" presStyleLbl="node1" presStyleIdx="0" presStyleCnt="4"/>
      <dgm:spPr/>
    </dgm:pt>
    <dgm:pt modelId="{5FCEF7C1-10F8-4DC3-B7E4-40C3A7A982BE}" type="pres">
      <dgm:prSet presAssocID="{FB69CF66-9D0F-4201-BEAF-C655BE4F13A0}" presName="circle2" presStyleLbl="node1" presStyleIdx="1" presStyleCnt="4"/>
      <dgm:spPr/>
    </dgm:pt>
    <dgm:pt modelId="{10F9567E-BFA8-4787-BB99-401DA59E26F0}" type="pres">
      <dgm:prSet presAssocID="{FB69CF66-9D0F-4201-BEAF-C655BE4F13A0}" presName="rect2" presStyleLbl="alignAcc1" presStyleIdx="1" presStyleCnt="4"/>
      <dgm:spPr/>
    </dgm:pt>
    <dgm:pt modelId="{7D203CA5-5E35-4866-A51A-29EC82FEFD17}" type="pres">
      <dgm:prSet presAssocID="{38CF3936-FBEA-414B-9C4D-AA9F474ED420}" presName="vertSpace3" presStyleLbl="node1" presStyleIdx="1" presStyleCnt="4"/>
      <dgm:spPr/>
    </dgm:pt>
    <dgm:pt modelId="{BEF30B7B-C3D9-40E2-8F42-7E73D3B2B552}" type="pres">
      <dgm:prSet presAssocID="{38CF3936-FBEA-414B-9C4D-AA9F474ED420}" presName="circle3" presStyleLbl="node1" presStyleIdx="2" presStyleCnt="4"/>
      <dgm:spPr/>
    </dgm:pt>
    <dgm:pt modelId="{D87DC48C-C71E-4094-88FF-C04F4C87C2C0}" type="pres">
      <dgm:prSet presAssocID="{38CF3936-FBEA-414B-9C4D-AA9F474ED420}" presName="rect3" presStyleLbl="alignAcc1" presStyleIdx="2" presStyleCnt="4"/>
      <dgm:spPr/>
    </dgm:pt>
    <dgm:pt modelId="{C2C3465A-20DC-4004-9488-7A84B65367E2}" type="pres">
      <dgm:prSet presAssocID="{6298A394-B066-4492-9669-C2F9D9E30E34}" presName="vertSpace4" presStyleLbl="node1" presStyleIdx="2" presStyleCnt="4"/>
      <dgm:spPr/>
    </dgm:pt>
    <dgm:pt modelId="{3DD1AF44-2645-4DC1-8422-5322A9BF5FB2}" type="pres">
      <dgm:prSet presAssocID="{6298A394-B066-4492-9669-C2F9D9E30E34}" presName="circle4" presStyleLbl="node1" presStyleIdx="3" presStyleCnt="4"/>
      <dgm:spPr/>
    </dgm:pt>
    <dgm:pt modelId="{0962D996-53F3-4700-A7C8-A70504C7F5D5}" type="pres">
      <dgm:prSet presAssocID="{6298A394-B066-4492-9669-C2F9D9E30E34}" presName="rect4" presStyleLbl="alignAcc1" presStyleIdx="3" presStyleCnt="4"/>
      <dgm:spPr/>
    </dgm:pt>
    <dgm:pt modelId="{C119DF84-4A55-41FB-BEF2-9755989C47DE}" type="pres">
      <dgm:prSet presAssocID="{F682E4BB-59E6-419D-91E1-3C2F4A0754D5}" presName="rect1ParTxNoCh" presStyleLbl="alignAcc1" presStyleIdx="3" presStyleCnt="4">
        <dgm:presLayoutVars>
          <dgm:chMax val="1"/>
          <dgm:bulletEnabled val="1"/>
        </dgm:presLayoutVars>
      </dgm:prSet>
      <dgm:spPr/>
    </dgm:pt>
    <dgm:pt modelId="{78E7AA89-D6ED-4AB1-A37A-227AB913C7A2}" type="pres">
      <dgm:prSet presAssocID="{FB69CF66-9D0F-4201-BEAF-C655BE4F13A0}" presName="rect2ParTxNoCh" presStyleLbl="alignAcc1" presStyleIdx="3" presStyleCnt="4">
        <dgm:presLayoutVars>
          <dgm:chMax val="1"/>
          <dgm:bulletEnabled val="1"/>
        </dgm:presLayoutVars>
      </dgm:prSet>
      <dgm:spPr/>
    </dgm:pt>
    <dgm:pt modelId="{565DEAED-C520-4E0E-9864-DF2EDF067664}" type="pres">
      <dgm:prSet presAssocID="{38CF3936-FBEA-414B-9C4D-AA9F474ED420}" presName="rect3ParTxNoCh" presStyleLbl="alignAcc1" presStyleIdx="3" presStyleCnt="4">
        <dgm:presLayoutVars>
          <dgm:chMax val="1"/>
          <dgm:bulletEnabled val="1"/>
        </dgm:presLayoutVars>
      </dgm:prSet>
      <dgm:spPr/>
    </dgm:pt>
    <dgm:pt modelId="{45F16A48-6D16-4652-8D16-0C51B6351C84}" type="pres">
      <dgm:prSet presAssocID="{6298A394-B066-4492-9669-C2F9D9E30E34}" presName="rect4ParTxNoCh" presStyleLbl="alignAcc1" presStyleIdx="3" presStyleCnt="4">
        <dgm:presLayoutVars>
          <dgm:chMax val="1"/>
          <dgm:bulletEnabled val="1"/>
        </dgm:presLayoutVars>
      </dgm:prSet>
      <dgm:spPr/>
    </dgm:pt>
  </dgm:ptLst>
  <dgm:cxnLst>
    <dgm:cxn modelId="{417D080F-D2DF-4EA1-8BDC-BA8CE1FC114E}" type="presOf" srcId="{6298A394-B066-4492-9669-C2F9D9E30E34}" destId="{0962D996-53F3-4700-A7C8-A70504C7F5D5}" srcOrd="0" destOrd="0" presId="urn:microsoft.com/office/officeart/2005/8/layout/target3"/>
    <dgm:cxn modelId="{004A6B1B-70ED-4DA1-9BE0-140AC1E4F3F1}" type="presOf" srcId="{6298A394-B066-4492-9669-C2F9D9E30E34}" destId="{45F16A48-6D16-4652-8D16-0C51B6351C84}" srcOrd="1" destOrd="0" presId="urn:microsoft.com/office/officeart/2005/8/layout/target3"/>
    <dgm:cxn modelId="{05FD9424-8B22-4317-91E5-3A2E8E63B20F}" type="presOf" srcId="{F682E4BB-59E6-419D-91E1-3C2F4A0754D5}" destId="{51759A06-A8DE-4BCD-8C8F-21B1D80BD1B2}" srcOrd="0" destOrd="0" presId="urn:microsoft.com/office/officeart/2005/8/layout/target3"/>
    <dgm:cxn modelId="{A614C95C-6412-4C8E-908D-0A9B3B9E2933}" type="presOf" srcId="{38CF3936-FBEA-414B-9C4D-AA9F474ED420}" destId="{D87DC48C-C71E-4094-88FF-C04F4C87C2C0}" srcOrd="0" destOrd="0" presId="urn:microsoft.com/office/officeart/2005/8/layout/target3"/>
    <dgm:cxn modelId="{E524A346-6C9B-4F7C-AD85-2E8A67DF9958}" type="presOf" srcId="{FB69CF66-9D0F-4201-BEAF-C655BE4F13A0}" destId="{78E7AA89-D6ED-4AB1-A37A-227AB913C7A2}" srcOrd="1" destOrd="0" presId="urn:microsoft.com/office/officeart/2005/8/layout/target3"/>
    <dgm:cxn modelId="{9DD27972-C7CF-4A6F-A915-DC736665198D}" type="presOf" srcId="{38CF3936-FBEA-414B-9C4D-AA9F474ED420}" destId="{565DEAED-C520-4E0E-9864-DF2EDF067664}" srcOrd="1" destOrd="0" presId="urn:microsoft.com/office/officeart/2005/8/layout/target3"/>
    <dgm:cxn modelId="{EB9D6973-467A-43CA-BFCE-C72BE31C2209}" srcId="{4CEE90FA-8C03-44AF-9D08-28C1728257F2}" destId="{FB69CF66-9D0F-4201-BEAF-C655BE4F13A0}" srcOrd="1" destOrd="0" parTransId="{4830EC37-1F06-418D-ACF9-ECC8831B3733}" sibTransId="{D7A21E55-0BFA-406D-B055-F7AF29C2AA34}"/>
    <dgm:cxn modelId="{CC3A7E8A-4836-47ED-A48E-4719CDBE1397}" type="presOf" srcId="{F682E4BB-59E6-419D-91E1-3C2F4A0754D5}" destId="{C119DF84-4A55-41FB-BEF2-9755989C47DE}" srcOrd="1" destOrd="0" presId="urn:microsoft.com/office/officeart/2005/8/layout/target3"/>
    <dgm:cxn modelId="{B5773496-0FF6-48AB-9804-A57D150B3CA2}" srcId="{4CEE90FA-8C03-44AF-9D08-28C1728257F2}" destId="{38CF3936-FBEA-414B-9C4D-AA9F474ED420}" srcOrd="2" destOrd="0" parTransId="{2822DFB8-DB74-4D9C-A99C-B7022ED4B43D}" sibTransId="{908016DD-6BE9-4BDA-BCB5-7188160B14AB}"/>
    <dgm:cxn modelId="{3C103AA0-8918-49A0-B028-3D2F899A1176}" srcId="{4CEE90FA-8C03-44AF-9D08-28C1728257F2}" destId="{6298A394-B066-4492-9669-C2F9D9E30E34}" srcOrd="3" destOrd="0" parTransId="{AC9D4E0C-89D8-46E8-9EE7-BFF88BC06269}" sibTransId="{75895AC6-AB92-472B-B88D-447EA19C011A}"/>
    <dgm:cxn modelId="{2622EACF-8F15-4935-A300-774B27F7D13F}" type="presOf" srcId="{4CEE90FA-8C03-44AF-9D08-28C1728257F2}" destId="{3CC0A0C0-D2DD-49A9-ABA9-F014AC457BD5}" srcOrd="0" destOrd="0" presId="urn:microsoft.com/office/officeart/2005/8/layout/target3"/>
    <dgm:cxn modelId="{A1ACC2E8-F359-4691-8636-C9F99D3AC016}" type="presOf" srcId="{FB69CF66-9D0F-4201-BEAF-C655BE4F13A0}" destId="{10F9567E-BFA8-4787-BB99-401DA59E26F0}" srcOrd="0" destOrd="0" presId="urn:microsoft.com/office/officeart/2005/8/layout/target3"/>
    <dgm:cxn modelId="{C517D9E9-3ED7-4D68-A24F-AB728070C6D9}" srcId="{4CEE90FA-8C03-44AF-9D08-28C1728257F2}" destId="{F682E4BB-59E6-419D-91E1-3C2F4A0754D5}" srcOrd="0" destOrd="0" parTransId="{DFFDD598-A057-494E-9EA8-C5AC7E59E439}" sibTransId="{F8EEA149-D5D4-40BB-8041-54C965E5A597}"/>
    <dgm:cxn modelId="{0BF03DCE-E3AB-40EA-9179-B67A2A02243C}" type="presParOf" srcId="{3CC0A0C0-D2DD-49A9-ABA9-F014AC457BD5}" destId="{9EECA06B-162E-466C-8899-E4CBBFCF5965}" srcOrd="0" destOrd="0" presId="urn:microsoft.com/office/officeart/2005/8/layout/target3"/>
    <dgm:cxn modelId="{C9C8E3BF-50C6-45A7-AFF9-E799D38B6473}" type="presParOf" srcId="{3CC0A0C0-D2DD-49A9-ABA9-F014AC457BD5}" destId="{FFC84881-2F4E-4594-8FE5-A6B593C485B1}" srcOrd="1" destOrd="0" presId="urn:microsoft.com/office/officeart/2005/8/layout/target3"/>
    <dgm:cxn modelId="{2A9FB60E-FD4A-410A-BCF4-E07CDF069472}" type="presParOf" srcId="{3CC0A0C0-D2DD-49A9-ABA9-F014AC457BD5}" destId="{51759A06-A8DE-4BCD-8C8F-21B1D80BD1B2}" srcOrd="2" destOrd="0" presId="urn:microsoft.com/office/officeart/2005/8/layout/target3"/>
    <dgm:cxn modelId="{88381F91-B444-4DAC-B52A-BA880A08C8E7}" type="presParOf" srcId="{3CC0A0C0-D2DD-49A9-ABA9-F014AC457BD5}" destId="{81D77BB9-8940-42C7-9979-1EAB5D85F071}" srcOrd="3" destOrd="0" presId="urn:microsoft.com/office/officeart/2005/8/layout/target3"/>
    <dgm:cxn modelId="{402ECE47-D425-46EE-904D-6B6366EB0700}" type="presParOf" srcId="{3CC0A0C0-D2DD-49A9-ABA9-F014AC457BD5}" destId="{5FCEF7C1-10F8-4DC3-B7E4-40C3A7A982BE}" srcOrd="4" destOrd="0" presId="urn:microsoft.com/office/officeart/2005/8/layout/target3"/>
    <dgm:cxn modelId="{5D8DFC70-0080-482E-9465-E840A367FBEA}" type="presParOf" srcId="{3CC0A0C0-D2DD-49A9-ABA9-F014AC457BD5}" destId="{10F9567E-BFA8-4787-BB99-401DA59E26F0}" srcOrd="5" destOrd="0" presId="urn:microsoft.com/office/officeart/2005/8/layout/target3"/>
    <dgm:cxn modelId="{727B9A71-0BF2-4423-B196-F77C6B98E449}" type="presParOf" srcId="{3CC0A0C0-D2DD-49A9-ABA9-F014AC457BD5}" destId="{7D203CA5-5E35-4866-A51A-29EC82FEFD17}" srcOrd="6" destOrd="0" presId="urn:microsoft.com/office/officeart/2005/8/layout/target3"/>
    <dgm:cxn modelId="{EA180B28-DA70-4389-8117-7CBF668FB7E9}" type="presParOf" srcId="{3CC0A0C0-D2DD-49A9-ABA9-F014AC457BD5}" destId="{BEF30B7B-C3D9-40E2-8F42-7E73D3B2B552}" srcOrd="7" destOrd="0" presId="urn:microsoft.com/office/officeart/2005/8/layout/target3"/>
    <dgm:cxn modelId="{3BF440F1-DB42-446D-AB5A-74D67B999C46}" type="presParOf" srcId="{3CC0A0C0-D2DD-49A9-ABA9-F014AC457BD5}" destId="{D87DC48C-C71E-4094-88FF-C04F4C87C2C0}" srcOrd="8" destOrd="0" presId="urn:microsoft.com/office/officeart/2005/8/layout/target3"/>
    <dgm:cxn modelId="{82C88B35-4727-47AC-B10B-D93F829CC342}" type="presParOf" srcId="{3CC0A0C0-D2DD-49A9-ABA9-F014AC457BD5}" destId="{C2C3465A-20DC-4004-9488-7A84B65367E2}" srcOrd="9" destOrd="0" presId="urn:microsoft.com/office/officeart/2005/8/layout/target3"/>
    <dgm:cxn modelId="{E5CB2617-B8D0-4A3F-82EE-BB6C93A43565}" type="presParOf" srcId="{3CC0A0C0-D2DD-49A9-ABA9-F014AC457BD5}" destId="{3DD1AF44-2645-4DC1-8422-5322A9BF5FB2}" srcOrd="10" destOrd="0" presId="urn:microsoft.com/office/officeart/2005/8/layout/target3"/>
    <dgm:cxn modelId="{2853FB69-8019-48E7-A081-545AEB086408}" type="presParOf" srcId="{3CC0A0C0-D2DD-49A9-ABA9-F014AC457BD5}" destId="{0962D996-53F3-4700-A7C8-A70504C7F5D5}" srcOrd="11" destOrd="0" presId="urn:microsoft.com/office/officeart/2005/8/layout/target3"/>
    <dgm:cxn modelId="{15DC614E-4EB6-4097-8299-4D68F494CBFD}" type="presParOf" srcId="{3CC0A0C0-D2DD-49A9-ABA9-F014AC457BD5}" destId="{C119DF84-4A55-41FB-BEF2-9755989C47DE}" srcOrd="12" destOrd="0" presId="urn:microsoft.com/office/officeart/2005/8/layout/target3"/>
    <dgm:cxn modelId="{5CF9FE48-D6A6-49A6-97F8-6E4FAA1391B7}" type="presParOf" srcId="{3CC0A0C0-D2DD-49A9-ABA9-F014AC457BD5}" destId="{78E7AA89-D6ED-4AB1-A37A-227AB913C7A2}" srcOrd="13" destOrd="0" presId="urn:microsoft.com/office/officeart/2005/8/layout/target3"/>
    <dgm:cxn modelId="{B32A445C-AC4F-4D11-B2D0-D9597285C64D}" type="presParOf" srcId="{3CC0A0C0-D2DD-49A9-ABA9-F014AC457BD5}" destId="{565DEAED-C520-4E0E-9864-DF2EDF067664}" srcOrd="14" destOrd="0" presId="urn:microsoft.com/office/officeart/2005/8/layout/target3"/>
    <dgm:cxn modelId="{8D12F01B-A4A5-4265-877F-C575D93BA4EC}" type="presParOf" srcId="{3CC0A0C0-D2DD-49A9-ABA9-F014AC457BD5}" destId="{45F16A48-6D16-4652-8D16-0C51B6351C84}" srcOrd="15" destOrd="0" presId="urn:microsoft.com/office/officeart/2005/8/layout/targe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DE2B558E-2FA0-4487-A5FB-BD5457579933}" type="doc">
      <dgm:prSet loTypeId="urn:microsoft.com/office/officeart/2005/8/layout/hList3" loCatId="list" qsTypeId="urn:microsoft.com/office/officeart/2005/8/quickstyle/simple1" qsCatId="simple" csTypeId="urn:microsoft.com/office/officeart/2005/8/colors/accent1_2" csCatId="accent1" phldr="1"/>
      <dgm:spPr/>
      <dgm:t>
        <a:bodyPr/>
        <a:lstStyle/>
        <a:p>
          <a:endParaRPr lang="en-US"/>
        </a:p>
      </dgm:t>
    </dgm:pt>
    <dgm:pt modelId="{5384C55F-0A92-449F-A3EB-AAD2BA06551F}">
      <dgm:prSet/>
      <dgm:spPr>
        <a:solidFill>
          <a:schemeClr val="accent2"/>
        </a:solidFill>
      </dgm:spPr>
      <dgm:t>
        <a:bodyPr/>
        <a:lstStyle/>
        <a:p>
          <a:endParaRPr lang="en-US" dirty="0"/>
        </a:p>
      </dgm:t>
    </dgm:pt>
    <dgm:pt modelId="{F360DD6E-A248-49FB-A0A6-3306A3CAD634}" type="parTrans" cxnId="{59C5FE92-B895-4F04-B36D-184B94CBED48}">
      <dgm:prSet/>
      <dgm:spPr/>
      <dgm:t>
        <a:bodyPr/>
        <a:lstStyle/>
        <a:p>
          <a:endParaRPr lang="en-US"/>
        </a:p>
      </dgm:t>
    </dgm:pt>
    <dgm:pt modelId="{14C225DB-300F-472D-BF55-EE2791C1C69F}" type="sibTrans" cxnId="{59C5FE92-B895-4F04-B36D-184B94CBED48}">
      <dgm:prSet/>
      <dgm:spPr/>
      <dgm:t>
        <a:bodyPr/>
        <a:lstStyle/>
        <a:p>
          <a:endParaRPr lang="en-US"/>
        </a:p>
      </dgm:t>
    </dgm:pt>
    <dgm:pt modelId="{C6B200E9-9335-4EB7-96C1-222762A3FD57}">
      <dgm:prSet/>
      <dgm:spPr>
        <a:solidFill>
          <a:schemeClr val="accent2"/>
        </a:solidFill>
      </dgm:spPr>
      <dgm:t>
        <a:bodyPr/>
        <a:lstStyle/>
        <a:p>
          <a:r>
            <a:rPr lang="en-US" dirty="0"/>
            <a:t>The </a:t>
          </a:r>
          <a:r>
            <a:rPr lang="en-US" dirty="0" err="1"/>
            <a:t>get_missing_output</a:t>
          </a:r>
          <a:r>
            <a:rPr lang="en-US" dirty="0"/>
            <a:t>() function identifies submissions that did not receive the required number of reviewers by inspecting edges whose flow does not meet their capacity. These are stored and sorted for reporting. </a:t>
          </a:r>
        </a:p>
      </dgm:t>
    </dgm:pt>
    <dgm:pt modelId="{F4129258-A5A4-422C-BE91-42F40FE27B7B}" type="parTrans" cxnId="{A4EAE9C4-0E64-4B67-B655-6F8980ADA567}">
      <dgm:prSet/>
      <dgm:spPr/>
      <dgm:t>
        <a:bodyPr/>
        <a:lstStyle/>
        <a:p>
          <a:endParaRPr lang="en-US"/>
        </a:p>
      </dgm:t>
    </dgm:pt>
    <dgm:pt modelId="{CA75B4F3-D65D-4BC8-B20E-C96D229A66F7}" type="sibTrans" cxnId="{A4EAE9C4-0E64-4B67-B655-6F8980ADA567}">
      <dgm:prSet/>
      <dgm:spPr/>
      <dgm:t>
        <a:bodyPr/>
        <a:lstStyle/>
        <a:p>
          <a:endParaRPr lang="en-US"/>
        </a:p>
      </dgm:t>
    </dgm:pt>
    <dgm:pt modelId="{B0CB5A66-EEDC-4FB8-BFD2-D2D724355F67}">
      <dgm:prSet/>
      <dgm:spPr>
        <a:solidFill>
          <a:schemeClr val="accent2"/>
        </a:solidFill>
      </dgm:spPr>
      <dgm:t>
        <a:bodyPr/>
        <a:lstStyle/>
        <a:p>
          <a:r>
            <a:rPr lang="en-US" dirty="0"/>
            <a:t>The class supports printing results to the console or saving them to a file. Outputs include the assignment results, missing assignments, and risk analysis.</a:t>
          </a:r>
        </a:p>
      </dgm:t>
    </dgm:pt>
    <dgm:pt modelId="{C770910A-D731-44E0-8354-1D8380E0D249}" type="parTrans" cxnId="{339BCF58-4B83-4220-B524-028B4531C127}">
      <dgm:prSet/>
      <dgm:spPr/>
      <dgm:t>
        <a:bodyPr/>
        <a:lstStyle/>
        <a:p>
          <a:endParaRPr lang="en-US"/>
        </a:p>
      </dgm:t>
    </dgm:pt>
    <dgm:pt modelId="{B8DC8703-5C90-4B9B-BE78-8EEB83E3958D}" type="sibTrans" cxnId="{339BCF58-4B83-4220-B524-028B4531C127}">
      <dgm:prSet/>
      <dgm:spPr/>
      <dgm:t>
        <a:bodyPr/>
        <a:lstStyle/>
        <a:p>
          <a:endParaRPr lang="en-US"/>
        </a:p>
      </dgm:t>
    </dgm:pt>
    <dgm:pt modelId="{51F33381-6143-4076-8C89-C0AEE4C24168}">
      <dgm:prSet/>
      <dgm:spPr>
        <a:solidFill>
          <a:schemeClr val="accent2"/>
        </a:solidFill>
      </dgm:spPr>
      <dgm:t>
        <a:bodyPr/>
        <a:lstStyle/>
        <a:p>
          <a:r>
            <a:rPr lang="en-US" dirty="0"/>
            <a:t>The </a:t>
          </a:r>
          <a:r>
            <a:rPr lang="en-US" dirty="0" err="1"/>
            <a:t>risk_analysis</a:t>
          </a:r>
          <a:r>
            <a:rPr lang="en-US" dirty="0"/>
            <a:t>() function identifies critical reviewers whose removal would compromise the assignment. It performs a breadth-first search on the residual graph to determine which vertices are not reachable and derives the set of critical reviewers from this structure. </a:t>
          </a:r>
        </a:p>
      </dgm:t>
    </dgm:pt>
    <dgm:pt modelId="{3CA11001-BEA9-4A42-9AAB-45ADF57CB7BB}" type="parTrans" cxnId="{A33BA005-BFA0-4A1A-BBE2-A2498502A109}">
      <dgm:prSet/>
      <dgm:spPr/>
      <dgm:t>
        <a:bodyPr/>
        <a:lstStyle/>
        <a:p>
          <a:endParaRPr lang="pt-PT"/>
        </a:p>
      </dgm:t>
    </dgm:pt>
    <dgm:pt modelId="{0601F375-A4FE-4D1F-81D5-2FBAB3005931}" type="sibTrans" cxnId="{A33BA005-BFA0-4A1A-BBE2-A2498502A109}">
      <dgm:prSet/>
      <dgm:spPr/>
      <dgm:t>
        <a:bodyPr/>
        <a:lstStyle/>
        <a:p>
          <a:endParaRPr lang="pt-PT"/>
        </a:p>
      </dgm:t>
    </dgm:pt>
    <dgm:pt modelId="{25AAE7A1-4145-4863-BD1A-F651C03EAF9E}" type="pres">
      <dgm:prSet presAssocID="{DE2B558E-2FA0-4487-A5FB-BD5457579933}" presName="composite" presStyleCnt="0">
        <dgm:presLayoutVars>
          <dgm:chMax val="1"/>
          <dgm:dir/>
          <dgm:resizeHandles val="exact"/>
        </dgm:presLayoutVars>
      </dgm:prSet>
      <dgm:spPr/>
    </dgm:pt>
    <dgm:pt modelId="{70BD1912-36D2-426E-AE18-99ACCC5A086E}" type="pres">
      <dgm:prSet presAssocID="{5384C55F-0A92-449F-A3EB-AAD2BA06551F}" presName="roof" presStyleLbl="dkBgShp" presStyleIdx="0" presStyleCnt="2"/>
      <dgm:spPr/>
    </dgm:pt>
    <dgm:pt modelId="{33AA9283-7E8E-4A46-9588-8D78952B9931}" type="pres">
      <dgm:prSet presAssocID="{5384C55F-0A92-449F-A3EB-AAD2BA06551F}" presName="pillars" presStyleCnt="0"/>
      <dgm:spPr/>
    </dgm:pt>
    <dgm:pt modelId="{ABCB5C16-78ED-4C06-8762-C2E784638AA3}" type="pres">
      <dgm:prSet presAssocID="{5384C55F-0A92-449F-A3EB-AAD2BA06551F}" presName="pillar1" presStyleLbl="node1" presStyleIdx="0" presStyleCnt="3">
        <dgm:presLayoutVars>
          <dgm:bulletEnabled val="1"/>
        </dgm:presLayoutVars>
      </dgm:prSet>
      <dgm:spPr/>
    </dgm:pt>
    <dgm:pt modelId="{C1EC92D5-ACE8-4640-A98A-3C7B980D12A8}" type="pres">
      <dgm:prSet presAssocID="{C6B200E9-9335-4EB7-96C1-222762A3FD57}" presName="pillarX" presStyleLbl="node1" presStyleIdx="1" presStyleCnt="3">
        <dgm:presLayoutVars>
          <dgm:bulletEnabled val="1"/>
        </dgm:presLayoutVars>
      </dgm:prSet>
      <dgm:spPr/>
    </dgm:pt>
    <dgm:pt modelId="{08960562-6990-4E35-98E2-011852C9534C}" type="pres">
      <dgm:prSet presAssocID="{B0CB5A66-EEDC-4FB8-BFD2-D2D724355F67}" presName="pillarX" presStyleLbl="node1" presStyleIdx="2" presStyleCnt="3">
        <dgm:presLayoutVars>
          <dgm:bulletEnabled val="1"/>
        </dgm:presLayoutVars>
      </dgm:prSet>
      <dgm:spPr/>
    </dgm:pt>
    <dgm:pt modelId="{F36D1CC7-DBEF-444A-ACBE-A8E6E5D684D9}" type="pres">
      <dgm:prSet presAssocID="{5384C55F-0A92-449F-A3EB-AAD2BA06551F}" presName="base" presStyleLbl="dkBgShp" presStyleIdx="1" presStyleCnt="2"/>
      <dgm:spPr/>
    </dgm:pt>
  </dgm:ptLst>
  <dgm:cxnLst>
    <dgm:cxn modelId="{A33BA005-BFA0-4A1A-BBE2-A2498502A109}" srcId="{5384C55F-0A92-449F-A3EB-AAD2BA06551F}" destId="{51F33381-6143-4076-8C89-C0AEE4C24168}" srcOrd="0" destOrd="0" parTransId="{3CA11001-BEA9-4A42-9AAB-45ADF57CB7BB}" sibTransId="{0601F375-A4FE-4D1F-81D5-2FBAB3005931}"/>
    <dgm:cxn modelId="{6AE34838-94F7-49D2-A0BC-F4504156C4ED}" type="presOf" srcId="{C6B200E9-9335-4EB7-96C1-222762A3FD57}" destId="{C1EC92D5-ACE8-4640-A98A-3C7B980D12A8}" srcOrd="0" destOrd="0" presId="urn:microsoft.com/office/officeart/2005/8/layout/hList3"/>
    <dgm:cxn modelId="{339BCF58-4B83-4220-B524-028B4531C127}" srcId="{5384C55F-0A92-449F-A3EB-AAD2BA06551F}" destId="{B0CB5A66-EEDC-4FB8-BFD2-D2D724355F67}" srcOrd="2" destOrd="0" parTransId="{C770910A-D731-44E0-8354-1D8380E0D249}" sibTransId="{B8DC8703-5C90-4B9B-BE78-8EEB83E3958D}"/>
    <dgm:cxn modelId="{681BFE8C-235B-4995-B1BD-1E0DB3030CB3}" type="presOf" srcId="{DE2B558E-2FA0-4487-A5FB-BD5457579933}" destId="{25AAE7A1-4145-4863-BD1A-F651C03EAF9E}" srcOrd="0" destOrd="0" presId="urn:microsoft.com/office/officeart/2005/8/layout/hList3"/>
    <dgm:cxn modelId="{59C5FE92-B895-4F04-B36D-184B94CBED48}" srcId="{DE2B558E-2FA0-4487-A5FB-BD5457579933}" destId="{5384C55F-0A92-449F-A3EB-AAD2BA06551F}" srcOrd="0" destOrd="0" parTransId="{F360DD6E-A248-49FB-A0A6-3306A3CAD634}" sibTransId="{14C225DB-300F-472D-BF55-EE2791C1C69F}"/>
    <dgm:cxn modelId="{93758DA3-59B7-4769-BBDA-F59C1B0159A3}" type="presOf" srcId="{5384C55F-0A92-449F-A3EB-AAD2BA06551F}" destId="{70BD1912-36D2-426E-AE18-99ACCC5A086E}" srcOrd="0" destOrd="0" presId="urn:microsoft.com/office/officeart/2005/8/layout/hList3"/>
    <dgm:cxn modelId="{66A59CB9-6A2F-4FD5-B43E-A283772D9761}" type="presOf" srcId="{B0CB5A66-EEDC-4FB8-BFD2-D2D724355F67}" destId="{08960562-6990-4E35-98E2-011852C9534C}" srcOrd="0" destOrd="0" presId="urn:microsoft.com/office/officeart/2005/8/layout/hList3"/>
    <dgm:cxn modelId="{A4EAE9C4-0E64-4B67-B655-6F8980ADA567}" srcId="{5384C55F-0A92-449F-A3EB-AAD2BA06551F}" destId="{C6B200E9-9335-4EB7-96C1-222762A3FD57}" srcOrd="1" destOrd="0" parTransId="{F4129258-A5A4-422C-BE91-42F40FE27B7B}" sibTransId="{CA75B4F3-D65D-4BC8-B20E-C96D229A66F7}"/>
    <dgm:cxn modelId="{47CA6FDE-D561-462A-81CB-BD8662BB0FDC}" type="presOf" srcId="{51F33381-6143-4076-8C89-C0AEE4C24168}" destId="{ABCB5C16-78ED-4C06-8762-C2E784638AA3}" srcOrd="0" destOrd="0" presId="urn:microsoft.com/office/officeart/2005/8/layout/hList3"/>
    <dgm:cxn modelId="{E352DAC7-B0D4-41C3-A499-78926D1E35EC}" type="presParOf" srcId="{25AAE7A1-4145-4863-BD1A-F651C03EAF9E}" destId="{70BD1912-36D2-426E-AE18-99ACCC5A086E}" srcOrd="0" destOrd="0" presId="urn:microsoft.com/office/officeart/2005/8/layout/hList3"/>
    <dgm:cxn modelId="{9E39343C-1427-4EEF-9898-42B37AA11BAC}" type="presParOf" srcId="{25AAE7A1-4145-4863-BD1A-F651C03EAF9E}" destId="{33AA9283-7E8E-4A46-9588-8D78952B9931}" srcOrd="1" destOrd="0" presId="urn:microsoft.com/office/officeart/2005/8/layout/hList3"/>
    <dgm:cxn modelId="{174C5E8A-0390-4FC2-9CB5-FE46B827FCD0}" type="presParOf" srcId="{33AA9283-7E8E-4A46-9588-8D78952B9931}" destId="{ABCB5C16-78ED-4C06-8762-C2E784638AA3}" srcOrd="0" destOrd="0" presId="urn:microsoft.com/office/officeart/2005/8/layout/hList3"/>
    <dgm:cxn modelId="{11DEA7DE-1DF2-448F-8D6F-BBE0F0A55DA5}" type="presParOf" srcId="{33AA9283-7E8E-4A46-9588-8D78952B9931}" destId="{C1EC92D5-ACE8-4640-A98A-3C7B980D12A8}" srcOrd="1" destOrd="0" presId="urn:microsoft.com/office/officeart/2005/8/layout/hList3"/>
    <dgm:cxn modelId="{5DF2737D-ACB7-4785-8F37-FC25F74C8BB6}" type="presParOf" srcId="{33AA9283-7E8E-4A46-9588-8D78952B9931}" destId="{08960562-6990-4E35-98E2-011852C9534C}" srcOrd="2" destOrd="0" presId="urn:microsoft.com/office/officeart/2005/8/layout/hList3"/>
    <dgm:cxn modelId="{B333B87E-1FD3-4E58-A730-910D7ACA08CE}" type="presParOf" srcId="{25AAE7A1-4145-4863-BD1A-F651C03EAF9E}" destId="{F36D1CC7-DBEF-444A-ACBE-A8E6E5D684D9}" srcOrd="2" destOrd="0" presId="urn:microsoft.com/office/officeart/2005/8/layout/hLis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D50F7042-4D4F-4B6B-BBF0-6C3DD5C98925}" type="doc">
      <dgm:prSet loTypeId="urn:microsoft.com/office/officeart/2016/7/layout/LinearBlockProcessNumbered" loCatId="process" qsTypeId="urn:microsoft.com/office/officeart/2005/8/quickstyle/simple1" qsCatId="simple" csTypeId="urn:microsoft.com/office/officeart/2005/8/colors/accent4_4" csCatId="accent4" phldr="1"/>
      <dgm:spPr/>
      <dgm:t>
        <a:bodyPr/>
        <a:lstStyle/>
        <a:p>
          <a:endParaRPr lang="en-US"/>
        </a:p>
      </dgm:t>
    </dgm:pt>
    <dgm:pt modelId="{DB46A323-E8C0-4075-A56B-56E41FB8B452}">
      <dgm:prSet/>
      <dgm:spPr/>
      <dgm:t>
        <a:bodyPr/>
        <a:lstStyle/>
        <a:p>
          <a:r>
            <a:rPr lang="en-US"/>
            <a:t>Integrating parsing, graph construction, and algorithm execution</a:t>
          </a:r>
          <a:endParaRPr lang="en-US" dirty="0"/>
        </a:p>
      </dgm:t>
    </dgm:pt>
    <dgm:pt modelId="{087E9942-F6A3-477B-9FF1-16B43ED76421}" type="parTrans" cxnId="{7FC36992-A625-4F02-BF78-5FF0AA008DE0}">
      <dgm:prSet/>
      <dgm:spPr/>
      <dgm:t>
        <a:bodyPr/>
        <a:lstStyle/>
        <a:p>
          <a:endParaRPr lang="pt-PT"/>
        </a:p>
      </dgm:t>
    </dgm:pt>
    <dgm:pt modelId="{1075DD1D-7A94-412D-8EC7-E80343E67349}" type="sibTrans" cxnId="{7FC36992-A625-4F02-BF78-5FF0AA008DE0}">
      <dgm:prSet phldrT="01" phldr="0"/>
      <dgm:spPr/>
      <dgm:t>
        <a:bodyPr/>
        <a:lstStyle/>
        <a:p>
          <a:r>
            <a:rPr lang="pt-PT"/>
            <a:t>01</a:t>
          </a:r>
        </a:p>
      </dgm:t>
    </dgm:pt>
    <dgm:pt modelId="{70FFFC4A-C81F-4BCD-BBA7-7D5FCF78F556}">
      <dgm:prSet/>
      <dgm:spPr/>
      <dgm:t>
        <a:bodyPr/>
        <a:lstStyle/>
        <a:p>
          <a:r>
            <a:rPr lang="en-US"/>
            <a:t>Computing assignments using maximum flow algorithm (Edmonds-Karp)</a:t>
          </a:r>
          <a:endParaRPr lang="en-US" dirty="0"/>
        </a:p>
      </dgm:t>
    </dgm:pt>
    <dgm:pt modelId="{AEFF5329-B8E8-4F56-8094-ED43BAE07AE2}" type="parTrans" cxnId="{0B2A6493-5DD6-4D3F-9722-7ABCCD3DC86E}">
      <dgm:prSet/>
      <dgm:spPr/>
      <dgm:t>
        <a:bodyPr/>
        <a:lstStyle/>
        <a:p>
          <a:endParaRPr lang="pt-PT"/>
        </a:p>
      </dgm:t>
    </dgm:pt>
    <dgm:pt modelId="{4B2E33FE-22F0-428F-9007-2B3BC283AF4E}" type="sibTrans" cxnId="{0B2A6493-5DD6-4D3F-9722-7ABCCD3DC86E}">
      <dgm:prSet phldrT="02" phldr="0"/>
      <dgm:spPr/>
      <dgm:t>
        <a:bodyPr/>
        <a:lstStyle/>
        <a:p>
          <a:r>
            <a:rPr lang="pt-PT"/>
            <a:t>02</a:t>
          </a:r>
        </a:p>
      </dgm:t>
    </dgm:pt>
    <dgm:pt modelId="{9D9C89C3-02F5-493B-AA3D-AE88F6058980}">
      <dgm:prSet/>
      <dgm:spPr/>
      <dgm:t>
        <a:bodyPr/>
        <a:lstStyle/>
        <a:p>
          <a:r>
            <a:rPr lang="en-US"/>
            <a:t>Detecting incomplete assignments and reports missing allocations</a:t>
          </a:r>
          <a:endParaRPr lang="en-US" dirty="0"/>
        </a:p>
      </dgm:t>
    </dgm:pt>
    <dgm:pt modelId="{C4AC62A4-3A8C-423B-A00B-9C0094A61D39}" type="parTrans" cxnId="{7DFE1AF8-FC14-45EB-BD67-84E1E575735A}">
      <dgm:prSet/>
      <dgm:spPr/>
      <dgm:t>
        <a:bodyPr/>
        <a:lstStyle/>
        <a:p>
          <a:endParaRPr lang="pt-PT"/>
        </a:p>
      </dgm:t>
    </dgm:pt>
    <dgm:pt modelId="{30ED9722-F0F2-4960-B5E7-41EE8B18C4C8}" type="sibTrans" cxnId="{7DFE1AF8-FC14-45EB-BD67-84E1E575735A}">
      <dgm:prSet phldrT="03" phldr="0"/>
      <dgm:spPr/>
      <dgm:t>
        <a:bodyPr/>
        <a:lstStyle/>
        <a:p>
          <a:r>
            <a:rPr lang="pt-PT"/>
            <a:t>03</a:t>
          </a:r>
        </a:p>
      </dgm:t>
    </dgm:pt>
    <dgm:pt modelId="{36421EE9-EA93-476F-A9EE-5A0761F1BE5F}">
      <dgm:prSet/>
      <dgm:spPr/>
      <dgm:t>
        <a:bodyPr/>
        <a:lstStyle/>
        <a:p>
          <a:r>
            <a:rPr lang="en-US"/>
            <a:t>Perfoming a risk analysis for k=1</a:t>
          </a:r>
          <a:endParaRPr lang="en-US" dirty="0"/>
        </a:p>
      </dgm:t>
    </dgm:pt>
    <dgm:pt modelId="{656E991B-19BC-44F2-8436-86524B6F283C}" type="parTrans" cxnId="{8F0251A5-B705-4099-B17B-4BFA9851C957}">
      <dgm:prSet/>
      <dgm:spPr/>
      <dgm:t>
        <a:bodyPr/>
        <a:lstStyle/>
        <a:p>
          <a:endParaRPr lang="pt-PT"/>
        </a:p>
      </dgm:t>
    </dgm:pt>
    <dgm:pt modelId="{C1AF8DA2-305A-4D80-AD45-C33E1E1D0723}" type="sibTrans" cxnId="{8F0251A5-B705-4099-B17B-4BFA9851C957}">
      <dgm:prSet phldrT="04" phldr="0"/>
      <dgm:spPr/>
      <dgm:t>
        <a:bodyPr/>
        <a:lstStyle/>
        <a:p>
          <a:r>
            <a:rPr lang="pt-PT"/>
            <a:t>04</a:t>
          </a:r>
        </a:p>
      </dgm:t>
    </dgm:pt>
    <dgm:pt modelId="{69F83423-3BA1-4908-97BD-11AAE21B0C48}">
      <dgm:prSet/>
      <dgm:spPr/>
      <dgm:t>
        <a:bodyPr/>
        <a:lstStyle/>
        <a:p>
          <a:r>
            <a:rPr lang="en-US"/>
            <a:t>Supporting console output and file-based result storage</a:t>
          </a:r>
          <a:endParaRPr lang="en-US" dirty="0"/>
        </a:p>
      </dgm:t>
    </dgm:pt>
    <dgm:pt modelId="{879C3E36-6739-4EBA-88C7-AC0AE817C1B9}" type="parTrans" cxnId="{AF63D51F-2349-47ED-AE9F-7CC5ACDF38A3}">
      <dgm:prSet/>
      <dgm:spPr/>
      <dgm:t>
        <a:bodyPr/>
        <a:lstStyle/>
        <a:p>
          <a:endParaRPr lang="pt-PT"/>
        </a:p>
      </dgm:t>
    </dgm:pt>
    <dgm:pt modelId="{A9C2EC77-9932-4B3B-9998-5AA081AC26C3}" type="sibTrans" cxnId="{AF63D51F-2349-47ED-AE9F-7CC5ACDF38A3}">
      <dgm:prSet phldrT="05" phldr="0"/>
      <dgm:spPr/>
      <dgm:t>
        <a:bodyPr/>
        <a:lstStyle/>
        <a:p>
          <a:r>
            <a:rPr lang="pt-PT"/>
            <a:t>05</a:t>
          </a:r>
        </a:p>
      </dgm:t>
    </dgm:pt>
    <dgm:pt modelId="{88F84646-58D4-428C-8E83-22FC31D73E9C}" type="pres">
      <dgm:prSet presAssocID="{D50F7042-4D4F-4B6B-BBF0-6C3DD5C98925}" presName="Name0" presStyleCnt="0">
        <dgm:presLayoutVars>
          <dgm:animLvl val="lvl"/>
          <dgm:resizeHandles val="exact"/>
        </dgm:presLayoutVars>
      </dgm:prSet>
      <dgm:spPr/>
    </dgm:pt>
    <dgm:pt modelId="{B8789BD5-6795-4DF5-BE36-80D4E786ABB9}" type="pres">
      <dgm:prSet presAssocID="{DB46A323-E8C0-4075-A56B-56E41FB8B452}" presName="compositeNode" presStyleCnt="0">
        <dgm:presLayoutVars>
          <dgm:bulletEnabled val="1"/>
        </dgm:presLayoutVars>
      </dgm:prSet>
      <dgm:spPr/>
    </dgm:pt>
    <dgm:pt modelId="{72A2334D-4F42-49C8-8348-4B0DB6BF217A}" type="pres">
      <dgm:prSet presAssocID="{DB46A323-E8C0-4075-A56B-56E41FB8B452}" presName="bgRect" presStyleLbl="alignNode1" presStyleIdx="0" presStyleCnt="5"/>
      <dgm:spPr/>
    </dgm:pt>
    <dgm:pt modelId="{7AEF0FC6-54B3-4759-9569-4B10249615DE}" type="pres">
      <dgm:prSet presAssocID="{1075DD1D-7A94-412D-8EC7-E80343E67349}" presName="sibTransNodeRect" presStyleLbl="alignNode1" presStyleIdx="0" presStyleCnt="5">
        <dgm:presLayoutVars>
          <dgm:chMax val="0"/>
          <dgm:bulletEnabled val="1"/>
        </dgm:presLayoutVars>
      </dgm:prSet>
      <dgm:spPr/>
    </dgm:pt>
    <dgm:pt modelId="{B04F4CBA-F282-49F8-95FE-AF201985E4A7}" type="pres">
      <dgm:prSet presAssocID="{DB46A323-E8C0-4075-A56B-56E41FB8B452}" presName="nodeRect" presStyleLbl="alignNode1" presStyleIdx="0" presStyleCnt="5">
        <dgm:presLayoutVars>
          <dgm:bulletEnabled val="1"/>
        </dgm:presLayoutVars>
      </dgm:prSet>
      <dgm:spPr/>
    </dgm:pt>
    <dgm:pt modelId="{0D93D798-5E58-47D2-B0C7-E1304CD6B090}" type="pres">
      <dgm:prSet presAssocID="{1075DD1D-7A94-412D-8EC7-E80343E67349}" presName="sibTrans" presStyleCnt="0"/>
      <dgm:spPr/>
    </dgm:pt>
    <dgm:pt modelId="{37836A8C-4264-4C97-A034-3ACE0F05474B}" type="pres">
      <dgm:prSet presAssocID="{70FFFC4A-C81F-4BCD-BBA7-7D5FCF78F556}" presName="compositeNode" presStyleCnt="0">
        <dgm:presLayoutVars>
          <dgm:bulletEnabled val="1"/>
        </dgm:presLayoutVars>
      </dgm:prSet>
      <dgm:spPr/>
    </dgm:pt>
    <dgm:pt modelId="{0F11D6FD-ED50-40A0-8B15-A589BE762ED0}" type="pres">
      <dgm:prSet presAssocID="{70FFFC4A-C81F-4BCD-BBA7-7D5FCF78F556}" presName="bgRect" presStyleLbl="alignNode1" presStyleIdx="1" presStyleCnt="5"/>
      <dgm:spPr/>
    </dgm:pt>
    <dgm:pt modelId="{561B2A15-BC08-41AF-9C92-AE686FED2D32}" type="pres">
      <dgm:prSet presAssocID="{4B2E33FE-22F0-428F-9007-2B3BC283AF4E}" presName="sibTransNodeRect" presStyleLbl="alignNode1" presStyleIdx="1" presStyleCnt="5">
        <dgm:presLayoutVars>
          <dgm:chMax val="0"/>
          <dgm:bulletEnabled val="1"/>
        </dgm:presLayoutVars>
      </dgm:prSet>
      <dgm:spPr/>
    </dgm:pt>
    <dgm:pt modelId="{C8E54BE3-5FFA-4E1E-893F-6FB9564489AA}" type="pres">
      <dgm:prSet presAssocID="{70FFFC4A-C81F-4BCD-BBA7-7D5FCF78F556}" presName="nodeRect" presStyleLbl="alignNode1" presStyleIdx="1" presStyleCnt="5">
        <dgm:presLayoutVars>
          <dgm:bulletEnabled val="1"/>
        </dgm:presLayoutVars>
      </dgm:prSet>
      <dgm:spPr/>
    </dgm:pt>
    <dgm:pt modelId="{67E447F5-3860-414B-8E29-A1E9D5DB76A9}" type="pres">
      <dgm:prSet presAssocID="{4B2E33FE-22F0-428F-9007-2B3BC283AF4E}" presName="sibTrans" presStyleCnt="0"/>
      <dgm:spPr/>
    </dgm:pt>
    <dgm:pt modelId="{666E1619-ECD8-4048-83E0-CF39CCF382ED}" type="pres">
      <dgm:prSet presAssocID="{9D9C89C3-02F5-493B-AA3D-AE88F6058980}" presName="compositeNode" presStyleCnt="0">
        <dgm:presLayoutVars>
          <dgm:bulletEnabled val="1"/>
        </dgm:presLayoutVars>
      </dgm:prSet>
      <dgm:spPr/>
    </dgm:pt>
    <dgm:pt modelId="{2C8DC505-A8BF-4040-9D83-8DFCA657051A}" type="pres">
      <dgm:prSet presAssocID="{9D9C89C3-02F5-493B-AA3D-AE88F6058980}" presName="bgRect" presStyleLbl="alignNode1" presStyleIdx="2" presStyleCnt="5"/>
      <dgm:spPr/>
    </dgm:pt>
    <dgm:pt modelId="{E5ADA4A6-8F5B-48BC-A7E1-5CB1836A5A4B}" type="pres">
      <dgm:prSet presAssocID="{30ED9722-F0F2-4960-B5E7-41EE8B18C4C8}" presName="sibTransNodeRect" presStyleLbl="alignNode1" presStyleIdx="2" presStyleCnt="5">
        <dgm:presLayoutVars>
          <dgm:chMax val="0"/>
          <dgm:bulletEnabled val="1"/>
        </dgm:presLayoutVars>
      </dgm:prSet>
      <dgm:spPr/>
    </dgm:pt>
    <dgm:pt modelId="{67D5A78A-9183-4898-8AA5-BC42A1460CA0}" type="pres">
      <dgm:prSet presAssocID="{9D9C89C3-02F5-493B-AA3D-AE88F6058980}" presName="nodeRect" presStyleLbl="alignNode1" presStyleIdx="2" presStyleCnt="5">
        <dgm:presLayoutVars>
          <dgm:bulletEnabled val="1"/>
        </dgm:presLayoutVars>
      </dgm:prSet>
      <dgm:spPr/>
    </dgm:pt>
    <dgm:pt modelId="{3B83C251-4FA9-43FC-896E-AC2657DF3E2E}" type="pres">
      <dgm:prSet presAssocID="{30ED9722-F0F2-4960-B5E7-41EE8B18C4C8}" presName="sibTrans" presStyleCnt="0"/>
      <dgm:spPr/>
    </dgm:pt>
    <dgm:pt modelId="{D82171EC-FFD6-4578-ACAA-4CD580A6367B}" type="pres">
      <dgm:prSet presAssocID="{36421EE9-EA93-476F-A9EE-5A0761F1BE5F}" presName="compositeNode" presStyleCnt="0">
        <dgm:presLayoutVars>
          <dgm:bulletEnabled val="1"/>
        </dgm:presLayoutVars>
      </dgm:prSet>
      <dgm:spPr/>
    </dgm:pt>
    <dgm:pt modelId="{E97D3F71-EC74-49FD-B232-ECC8D63A3EC0}" type="pres">
      <dgm:prSet presAssocID="{36421EE9-EA93-476F-A9EE-5A0761F1BE5F}" presName="bgRect" presStyleLbl="alignNode1" presStyleIdx="3" presStyleCnt="5"/>
      <dgm:spPr/>
    </dgm:pt>
    <dgm:pt modelId="{35FB8431-117F-4469-9759-51223652982D}" type="pres">
      <dgm:prSet presAssocID="{C1AF8DA2-305A-4D80-AD45-C33E1E1D0723}" presName="sibTransNodeRect" presStyleLbl="alignNode1" presStyleIdx="3" presStyleCnt="5">
        <dgm:presLayoutVars>
          <dgm:chMax val="0"/>
          <dgm:bulletEnabled val="1"/>
        </dgm:presLayoutVars>
      </dgm:prSet>
      <dgm:spPr/>
    </dgm:pt>
    <dgm:pt modelId="{18B6267E-31AB-41BC-BC33-5394F247046F}" type="pres">
      <dgm:prSet presAssocID="{36421EE9-EA93-476F-A9EE-5A0761F1BE5F}" presName="nodeRect" presStyleLbl="alignNode1" presStyleIdx="3" presStyleCnt="5">
        <dgm:presLayoutVars>
          <dgm:bulletEnabled val="1"/>
        </dgm:presLayoutVars>
      </dgm:prSet>
      <dgm:spPr/>
    </dgm:pt>
    <dgm:pt modelId="{18069001-4083-4954-B0A8-5A4798793A29}" type="pres">
      <dgm:prSet presAssocID="{C1AF8DA2-305A-4D80-AD45-C33E1E1D0723}" presName="sibTrans" presStyleCnt="0"/>
      <dgm:spPr/>
    </dgm:pt>
    <dgm:pt modelId="{C7E8242E-FBB3-4E58-8328-6F3069493518}" type="pres">
      <dgm:prSet presAssocID="{69F83423-3BA1-4908-97BD-11AAE21B0C48}" presName="compositeNode" presStyleCnt="0">
        <dgm:presLayoutVars>
          <dgm:bulletEnabled val="1"/>
        </dgm:presLayoutVars>
      </dgm:prSet>
      <dgm:spPr/>
    </dgm:pt>
    <dgm:pt modelId="{0748ADD3-A274-4194-A00E-EED86946D779}" type="pres">
      <dgm:prSet presAssocID="{69F83423-3BA1-4908-97BD-11AAE21B0C48}" presName="bgRect" presStyleLbl="alignNode1" presStyleIdx="4" presStyleCnt="5"/>
      <dgm:spPr/>
    </dgm:pt>
    <dgm:pt modelId="{AC1C8E9B-F7A5-42B5-A16E-F909CF5DF822}" type="pres">
      <dgm:prSet presAssocID="{A9C2EC77-9932-4B3B-9998-5AA081AC26C3}" presName="sibTransNodeRect" presStyleLbl="alignNode1" presStyleIdx="4" presStyleCnt="5">
        <dgm:presLayoutVars>
          <dgm:chMax val="0"/>
          <dgm:bulletEnabled val="1"/>
        </dgm:presLayoutVars>
      </dgm:prSet>
      <dgm:spPr/>
    </dgm:pt>
    <dgm:pt modelId="{5101A56F-277F-4F0E-8338-851C6E0B873F}" type="pres">
      <dgm:prSet presAssocID="{69F83423-3BA1-4908-97BD-11AAE21B0C48}" presName="nodeRect" presStyleLbl="alignNode1" presStyleIdx="4" presStyleCnt="5">
        <dgm:presLayoutVars>
          <dgm:bulletEnabled val="1"/>
        </dgm:presLayoutVars>
      </dgm:prSet>
      <dgm:spPr/>
    </dgm:pt>
  </dgm:ptLst>
  <dgm:cxnLst>
    <dgm:cxn modelId="{1FD35B05-368F-42FE-94F0-D3B9F42E3BEF}" type="presOf" srcId="{4B2E33FE-22F0-428F-9007-2B3BC283AF4E}" destId="{561B2A15-BC08-41AF-9C92-AE686FED2D32}" srcOrd="0" destOrd="0" presId="urn:microsoft.com/office/officeart/2016/7/layout/LinearBlockProcessNumbered"/>
    <dgm:cxn modelId="{EFCC8205-2E81-4993-84A2-4A0C0BDC96C1}" type="presOf" srcId="{69F83423-3BA1-4908-97BD-11AAE21B0C48}" destId="{5101A56F-277F-4F0E-8338-851C6E0B873F}" srcOrd="1" destOrd="0" presId="urn:microsoft.com/office/officeart/2016/7/layout/LinearBlockProcessNumbered"/>
    <dgm:cxn modelId="{7E2B951A-E84E-4A0A-A82D-84ACCF7ED687}" type="presOf" srcId="{D50F7042-4D4F-4B6B-BBF0-6C3DD5C98925}" destId="{88F84646-58D4-428C-8E83-22FC31D73E9C}" srcOrd="0" destOrd="0" presId="urn:microsoft.com/office/officeart/2016/7/layout/LinearBlockProcessNumbered"/>
    <dgm:cxn modelId="{AF63D51F-2349-47ED-AE9F-7CC5ACDF38A3}" srcId="{D50F7042-4D4F-4B6B-BBF0-6C3DD5C98925}" destId="{69F83423-3BA1-4908-97BD-11AAE21B0C48}" srcOrd="4" destOrd="0" parTransId="{879C3E36-6739-4EBA-88C7-AC0AE817C1B9}" sibTransId="{A9C2EC77-9932-4B3B-9998-5AA081AC26C3}"/>
    <dgm:cxn modelId="{35BCBB5C-EE98-4680-BD39-CDE6D0A7F3C2}" type="presOf" srcId="{9D9C89C3-02F5-493B-AA3D-AE88F6058980}" destId="{2C8DC505-A8BF-4040-9D83-8DFCA657051A}" srcOrd="0" destOrd="0" presId="urn:microsoft.com/office/officeart/2016/7/layout/LinearBlockProcessNumbered"/>
    <dgm:cxn modelId="{DD0FFD63-C3B7-4AC5-978C-669A4ED29740}" type="presOf" srcId="{70FFFC4A-C81F-4BCD-BBA7-7D5FCF78F556}" destId="{C8E54BE3-5FFA-4E1E-893F-6FB9564489AA}" srcOrd="1" destOrd="0" presId="urn:microsoft.com/office/officeart/2016/7/layout/LinearBlockProcessNumbered"/>
    <dgm:cxn modelId="{71FC4945-6511-4F2E-ABFD-B487C66D19F5}" type="presOf" srcId="{9D9C89C3-02F5-493B-AA3D-AE88F6058980}" destId="{67D5A78A-9183-4898-8AA5-BC42A1460CA0}" srcOrd="1" destOrd="0" presId="urn:microsoft.com/office/officeart/2016/7/layout/LinearBlockProcessNumbered"/>
    <dgm:cxn modelId="{216A7E6A-AFDD-4862-9C1D-76C7C918E7B9}" type="presOf" srcId="{1075DD1D-7A94-412D-8EC7-E80343E67349}" destId="{7AEF0FC6-54B3-4759-9569-4B10249615DE}" srcOrd="0" destOrd="0" presId="urn:microsoft.com/office/officeart/2016/7/layout/LinearBlockProcessNumbered"/>
    <dgm:cxn modelId="{F2D9EE55-FF60-453E-8F65-D8104191804E}" type="presOf" srcId="{30ED9722-F0F2-4960-B5E7-41EE8B18C4C8}" destId="{E5ADA4A6-8F5B-48BC-A7E1-5CB1836A5A4B}" srcOrd="0" destOrd="0" presId="urn:microsoft.com/office/officeart/2016/7/layout/LinearBlockProcessNumbered"/>
    <dgm:cxn modelId="{4A53EE59-A062-4625-84FF-9DAB401EB227}" type="presOf" srcId="{36421EE9-EA93-476F-A9EE-5A0761F1BE5F}" destId="{E97D3F71-EC74-49FD-B232-ECC8D63A3EC0}" srcOrd="0" destOrd="0" presId="urn:microsoft.com/office/officeart/2016/7/layout/LinearBlockProcessNumbered"/>
    <dgm:cxn modelId="{74D5397F-5440-4760-BA3A-469D782D1092}" type="presOf" srcId="{DB46A323-E8C0-4075-A56B-56E41FB8B452}" destId="{B04F4CBA-F282-49F8-95FE-AF201985E4A7}" srcOrd="1" destOrd="0" presId="urn:microsoft.com/office/officeart/2016/7/layout/LinearBlockProcessNumbered"/>
    <dgm:cxn modelId="{A9A66E8D-0B95-4108-BCC2-1C37217B7081}" type="presOf" srcId="{DB46A323-E8C0-4075-A56B-56E41FB8B452}" destId="{72A2334D-4F42-49C8-8348-4B0DB6BF217A}" srcOrd="0" destOrd="0" presId="urn:microsoft.com/office/officeart/2016/7/layout/LinearBlockProcessNumbered"/>
    <dgm:cxn modelId="{7FC36992-A625-4F02-BF78-5FF0AA008DE0}" srcId="{D50F7042-4D4F-4B6B-BBF0-6C3DD5C98925}" destId="{DB46A323-E8C0-4075-A56B-56E41FB8B452}" srcOrd="0" destOrd="0" parTransId="{087E9942-F6A3-477B-9FF1-16B43ED76421}" sibTransId="{1075DD1D-7A94-412D-8EC7-E80343E67349}"/>
    <dgm:cxn modelId="{0B2A6493-5DD6-4D3F-9722-7ABCCD3DC86E}" srcId="{D50F7042-4D4F-4B6B-BBF0-6C3DD5C98925}" destId="{70FFFC4A-C81F-4BCD-BBA7-7D5FCF78F556}" srcOrd="1" destOrd="0" parTransId="{AEFF5329-B8E8-4F56-8094-ED43BAE07AE2}" sibTransId="{4B2E33FE-22F0-428F-9007-2B3BC283AF4E}"/>
    <dgm:cxn modelId="{99A9C699-0889-49D9-9999-9E584B905AF8}" type="presOf" srcId="{C1AF8DA2-305A-4D80-AD45-C33E1E1D0723}" destId="{35FB8431-117F-4469-9759-51223652982D}" srcOrd="0" destOrd="0" presId="urn:microsoft.com/office/officeart/2016/7/layout/LinearBlockProcessNumbered"/>
    <dgm:cxn modelId="{EF0AD99B-9083-4AA1-9992-D76CFCDEFA3F}" type="presOf" srcId="{70FFFC4A-C81F-4BCD-BBA7-7D5FCF78F556}" destId="{0F11D6FD-ED50-40A0-8B15-A589BE762ED0}" srcOrd="0" destOrd="0" presId="urn:microsoft.com/office/officeart/2016/7/layout/LinearBlockProcessNumbered"/>
    <dgm:cxn modelId="{8F0251A5-B705-4099-B17B-4BFA9851C957}" srcId="{D50F7042-4D4F-4B6B-BBF0-6C3DD5C98925}" destId="{36421EE9-EA93-476F-A9EE-5A0761F1BE5F}" srcOrd="3" destOrd="0" parTransId="{656E991B-19BC-44F2-8436-86524B6F283C}" sibTransId="{C1AF8DA2-305A-4D80-AD45-C33E1E1D0723}"/>
    <dgm:cxn modelId="{A9A8C6BF-DB8C-495A-9C0D-CBECA794E36B}" type="presOf" srcId="{A9C2EC77-9932-4B3B-9998-5AA081AC26C3}" destId="{AC1C8E9B-F7A5-42B5-A16E-F909CF5DF822}" srcOrd="0" destOrd="0" presId="urn:microsoft.com/office/officeart/2016/7/layout/LinearBlockProcessNumbered"/>
    <dgm:cxn modelId="{C854CEC0-9CFF-4555-8176-F117A485DC7E}" type="presOf" srcId="{36421EE9-EA93-476F-A9EE-5A0761F1BE5F}" destId="{18B6267E-31AB-41BC-BC33-5394F247046F}" srcOrd="1" destOrd="0" presId="urn:microsoft.com/office/officeart/2016/7/layout/LinearBlockProcessNumbered"/>
    <dgm:cxn modelId="{3B333AF4-406F-4876-8B2F-BCD0C60FCB5E}" type="presOf" srcId="{69F83423-3BA1-4908-97BD-11AAE21B0C48}" destId="{0748ADD3-A274-4194-A00E-EED86946D779}" srcOrd="0" destOrd="0" presId="urn:microsoft.com/office/officeart/2016/7/layout/LinearBlockProcessNumbered"/>
    <dgm:cxn modelId="{7DFE1AF8-FC14-45EB-BD67-84E1E575735A}" srcId="{D50F7042-4D4F-4B6B-BBF0-6C3DD5C98925}" destId="{9D9C89C3-02F5-493B-AA3D-AE88F6058980}" srcOrd="2" destOrd="0" parTransId="{C4AC62A4-3A8C-423B-A00B-9C0094A61D39}" sibTransId="{30ED9722-F0F2-4960-B5E7-41EE8B18C4C8}"/>
    <dgm:cxn modelId="{99353449-3A1E-475E-ADE9-B4C2BC2ABBAD}" type="presParOf" srcId="{88F84646-58D4-428C-8E83-22FC31D73E9C}" destId="{B8789BD5-6795-4DF5-BE36-80D4E786ABB9}" srcOrd="0" destOrd="0" presId="urn:microsoft.com/office/officeart/2016/7/layout/LinearBlockProcessNumbered"/>
    <dgm:cxn modelId="{25CC928C-C2FD-4124-A00C-DDA36D10C6B5}" type="presParOf" srcId="{B8789BD5-6795-4DF5-BE36-80D4E786ABB9}" destId="{72A2334D-4F42-49C8-8348-4B0DB6BF217A}" srcOrd="0" destOrd="0" presId="urn:microsoft.com/office/officeart/2016/7/layout/LinearBlockProcessNumbered"/>
    <dgm:cxn modelId="{A9C09AAD-D302-4DFD-A95E-EE7397002B3D}" type="presParOf" srcId="{B8789BD5-6795-4DF5-BE36-80D4E786ABB9}" destId="{7AEF0FC6-54B3-4759-9569-4B10249615DE}" srcOrd="1" destOrd="0" presId="urn:microsoft.com/office/officeart/2016/7/layout/LinearBlockProcessNumbered"/>
    <dgm:cxn modelId="{35438BB1-73AA-4861-8AA2-CC90C0EFBBB9}" type="presParOf" srcId="{B8789BD5-6795-4DF5-BE36-80D4E786ABB9}" destId="{B04F4CBA-F282-49F8-95FE-AF201985E4A7}" srcOrd="2" destOrd="0" presId="urn:microsoft.com/office/officeart/2016/7/layout/LinearBlockProcessNumbered"/>
    <dgm:cxn modelId="{F2991998-E865-481C-A371-3BA2044F9BF5}" type="presParOf" srcId="{88F84646-58D4-428C-8E83-22FC31D73E9C}" destId="{0D93D798-5E58-47D2-B0C7-E1304CD6B090}" srcOrd="1" destOrd="0" presId="urn:microsoft.com/office/officeart/2016/7/layout/LinearBlockProcessNumbered"/>
    <dgm:cxn modelId="{8BCFF2A9-6508-47EF-AA21-C90619431C83}" type="presParOf" srcId="{88F84646-58D4-428C-8E83-22FC31D73E9C}" destId="{37836A8C-4264-4C97-A034-3ACE0F05474B}" srcOrd="2" destOrd="0" presId="urn:microsoft.com/office/officeart/2016/7/layout/LinearBlockProcessNumbered"/>
    <dgm:cxn modelId="{FD1D4A08-A4CD-448F-921E-72C6F8E9FE18}" type="presParOf" srcId="{37836A8C-4264-4C97-A034-3ACE0F05474B}" destId="{0F11D6FD-ED50-40A0-8B15-A589BE762ED0}" srcOrd="0" destOrd="0" presId="urn:microsoft.com/office/officeart/2016/7/layout/LinearBlockProcessNumbered"/>
    <dgm:cxn modelId="{BCB5114D-F013-44E2-BEA0-938AFA3A8536}" type="presParOf" srcId="{37836A8C-4264-4C97-A034-3ACE0F05474B}" destId="{561B2A15-BC08-41AF-9C92-AE686FED2D32}" srcOrd="1" destOrd="0" presId="urn:microsoft.com/office/officeart/2016/7/layout/LinearBlockProcessNumbered"/>
    <dgm:cxn modelId="{61A26FC4-1236-4D4B-942F-11D158AEEB5B}" type="presParOf" srcId="{37836A8C-4264-4C97-A034-3ACE0F05474B}" destId="{C8E54BE3-5FFA-4E1E-893F-6FB9564489AA}" srcOrd="2" destOrd="0" presId="urn:microsoft.com/office/officeart/2016/7/layout/LinearBlockProcessNumbered"/>
    <dgm:cxn modelId="{8D7BB8B5-711D-41F8-A94D-4B520F082A44}" type="presParOf" srcId="{88F84646-58D4-428C-8E83-22FC31D73E9C}" destId="{67E447F5-3860-414B-8E29-A1E9D5DB76A9}" srcOrd="3" destOrd="0" presId="urn:microsoft.com/office/officeart/2016/7/layout/LinearBlockProcessNumbered"/>
    <dgm:cxn modelId="{36180F4B-8BC7-4AFF-BFED-A1E087D209EA}" type="presParOf" srcId="{88F84646-58D4-428C-8E83-22FC31D73E9C}" destId="{666E1619-ECD8-4048-83E0-CF39CCF382ED}" srcOrd="4" destOrd="0" presId="urn:microsoft.com/office/officeart/2016/7/layout/LinearBlockProcessNumbered"/>
    <dgm:cxn modelId="{485E386E-BCDA-4571-B915-40255A42468A}" type="presParOf" srcId="{666E1619-ECD8-4048-83E0-CF39CCF382ED}" destId="{2C8DC505-A8BF-4040-9D83-8DFCA657051A}" srcOrd="0" destOrd="0" presId="urn:microsoft.com/office/officeart/2016/7/layout/LinearBlockProcessNumbered"/>
    <dgm:cxn modelId="{E723536B-45ED-48B4-AC48-57D9B23F459B}" type="presParOf" srcId="{666E1619-ECD8-4048-83E0-CF39CCF382ED}" destId="{E5ADA4A6-8F5B-48BC-A7E1-5CB1836A5A4B}" srcOrd="1" destOrd="0" presId="urn:microsoft.com/office/officeart/2016/7/layout/LinearBlockProcessNumbered"/>
    <dgm:cxn modelId="{57583634-A2F4-4AE9-A8DA-01F9F5521D1B}" type="presParOf" srcId="{666E1619-ECD8-4048-83E0-CF39CCF382ED}" destId="{67D5A78A-9183-4898-8AA5-BC42A1460CA0}" srcOrd="2" destOrd="0" presId="urn:microsoft.com/office/officeart/2016/7/layout/LinearBlockProcessNumbered"/>
    <dgm:cxn modelId="{CA271C3C-E343-4439-83B6-0C5231F5612A}" type="presParOf" srcId="{88F84646-58D4-428C-8E83-22FC31D73E9C}" destId="{3B83C251-4FA9-43FC-896E-AC2657DF3E2E}" srcOrd="5" destOrd="0" presId="urn:microsoft.com/office/officeart/2016/7/layout/LinearBlockProcessNumbered"/>
    <dgm:cxn modelId="{CBCF0EF9-4ECC-4E1B-9D8D-8B45DEA3A15D}" type="presParOf" srcId="{88F84646-58D4-428C-8E83-22FC31D73E9C}" destId="{D82171EC-FFD6-4578-ACAA-4CD580A6367B}" srcOrd="6" destOrd="0" presId="urn:microsoft.com/office/officeart/2016/7/layout/LinearBlockProcessNumbered"/>
    <dgm:cxn modelId="{D6C8EA67-36AD-4686-923B-6F6BE4EB9167}" type="presParOf" srcId="{D82171EC-FFD6-4578-ACAA-4CD580A6367B}" destId="{E97D3F71-EC74-49FD-B232-ECC8D63A3EC0}" srcOrd="0" destOrd="0" presId="urn:microsoft.com/office/officeart/2016/7/layout/LinearBlockProcessNumbered"/>
    <dgm:cxn modelId="{C7BC1532-3434-498E-95D8-B7018E107A0F}" type="presParOf" srcId="{D82171EC-FFD6-4578-ACAA-4CD580A6367B}" destId="{35FB8431-117F-4469-9759-51223652982D}" srcOrd="1" destOrd="0" presId="urn:microsoft.com/office/officeart/2016/7/layout/LinearBlockProcessNumbered"/>
    <dgm:cxn modelId="{0C01A6EB-A565-4773-910D-6646321D3B44}" type="presParOf" srcId="{D82171EC-FFD6-4578-ACAA-4CD580A6367B}" destId="{18B6267E-31AB-41BC-BC33-5394F247046F}" srcOrd="2" destOrd="0" presId="urn:microsoft.com/office/officeart/2016/7/layout/LinearBlockProcessNumbered"/>
    <dgm:cxn modelId="{90E84337-8558-4F92-A04C-E9D6146C5A91}" type="presParOf" srcId="{88F84646-58D4-428C-8E83-22FC31D73E9C}" destId="{18069001-4083-4954-B0A8-5A4798793A29}" srcOrd="7" destOrd="0" presId="urn:microsoft.com/office/officeart/2016/7/layout/LinearBlockProcessNumbered"/>
    <dgm:cxn modelId="{CFA18038-64E3-4239-BFE7-7C346E144DC0}" type="presParOf" srcId="{88F84646-58D4-428C-8E83-22FC31D73E9C}" destId="{C7E8242E-FBB3-4E58-8328-6F3069493518}" srcOrd="8" destOrd="0" presId="urn:microsoft.com/office/officeart/2016/7/layout/LinearBlockProcessNumbered"/>
    <dgm:cxn modelId="{FEE3E4B1-A200-4A8A-BBDB-A2A1342539B1}" type="presParOf" srcId="{C7E8242E-FBB3-4E58-8328-6F3069493518}" destId="{0748ADD3-A274-4194-A00E-EED86946D779}" srcOrd="0" destOrd="0" presId="urn:microsoft.com/office/officeart/2016/7/layout/LinearBlockProcessNumbered"/>
    <dgm:cxn modelId="{2E5BEFC5-C0ED-47D0-A4BB-21565B7A03EF}" type="presParOf" srcId="{C7E8242E-FBB3-4E58-8328-6F3069493518}" destId="{AC1C8E9B-F7A5-42B5-A16E-F909CF5DF822}" srcOrd="1" destOrd="0" presId="urn:microsoft.com/office/officeart/2016/7/layout/LinearBlockProcessNumbered"/>
    <dgm:cxn modelId="{F96D3DDD-BED8-43C4-B2D8-ABD31D1A6586}" type="presParOf" srcId="{C7E8242E-FBB3-4E58-8328-6F3069493518}" destId="{5101A56F-277F-4F0E-8338-851C6E0B873F}" srcOrd="2" destOrd="0" presId="urn:microsoft.com/office/officeart/2016/7/layout/LinearBlockProcessNumbered"/>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B1F97700-28E4-4BF0-AAFD-9FD1FC5E5959}" type="doc">
      <dgm:prSet loTypeId="urn:microsoft.com/office/officeart/2005/8/layout/vList2" loCatId="list" qsTypeId="urn:microsoft.com/office/officeart/2005/8/quickstyle/simple1" qsCatId="simple" csTypeId="urn:microsoft.com/office/officeart/2005/8/colors/accent6_1" csCatId="accent6" phldr="1"/>
      <dgm:spPr/>
      <dgm:t>
        <a:bodyPr/>
        <a:lstStyle/>
        <a:p>
          <a:endParaRPr lang="en-US"/>
        </a:p>
      </dgm:t>
    </dgm:pt>
    <dgm:pt modelId="{E9E394EC-A526-41A1-9EF3-C1FE1EE2E9AC}">
      <dgm:prSet/>
      <dgm:spPr/>
      <dgm:t>
        <a:bodyPr/>
        <a:lstStyle/>
        <a:p>
          <a:r>
            <a:rPr lang="en-US"/>
            <a:t>The key to find the critical reviewers is to analyse the residual graph. </a:t>
          </a:r>
        </a:p>
      </dgm:t>
    </dgm:pt>
    <dgm:pt modelId="{5161388B-6F7F-4965-A77C-85DEE85C92E3}" type="parTrans" cxnId="{3C046774-B20F-46D3-AEDB-05473140E9F9}">
      <dgm:prSet/>
      <dgm:spPr/>
      <dgm:t>
        <a:bodyPr/>
        <a:lstStyle/>
        <a:p>
          <a:endParaRPr lang="en-US"/>
        </a:p>
      </dgm:t>
    </dgm:pt>
    <dgm:pt modelId="{078B53DC-C59E-47B5-8512-00E3A76E66F7}" type="sibTrans" cxnId="{3C046774-B20F-46D3-AEDB-05473140E9F9}">
      <dgm:prSet/>
      <dgm:spPr/>
      <dgm:t>
        <a:bodyPr/>
        <a:lstStyle/>
        <a:p>
          <a:endParaRPr lang="en-US"/>
        </a:p>
      </dgm:t>
    </dgm:pt>
    <dgm:pt modelId="{AD3B6C42-B558-442D-B1D7-4A49494825C3}">
      <dgm:prSet/>
      <dgm:spPr/>
      <dgm:t>
        <a:bodyPr/>
        <a:lstStyle/>
        <a:p>
          <a:r>
            <a:rPr lang="en-US" dirty="0"/>
            <a:t>If we traverse the residual graph (using the augmented paths) from a node, we will have two types of nodes: visited and unvisited</a:t>
          </a:r>
        </a:p>
      </dgm:t>
    </dgm:pt>
    <dgm:pt modelId="{1635E8A4-A2C2-475A-800A-03376E254F4F}" type="parTrans" cxnId="{E3E704BC-4EFD-477F-AA6C-778116A03A70}">
      <dgm:prSet/>
      <dgm:spPr/>
      <dgm:t>
        <a:bodyPr/>
        <a:lstStyle/>
        <a:p>
          <a:endParaRPr lang="en-US"/>
        </a:p>
      </dgm:t>
    </dgm:pt>
    <dgm:pt modelId="{57188924-1A2E-474C-AFEA-F84C1CA51DED}" type="sibTrans" cxnId="{E3E704BC-4EFD-477F-AA6C-778116A03A70}">
      <dgm:prSet/>
      <dgm:spPr/>
      <dgm:t>
        <a:bodyPr/>
        <a:lstStyle/>
        <a:p>
          <a:endParaRPr lang="en-US"/>
        </a:p>
      </dgm:t>
    </dgm:pt>
    <dgm:pt modelId="{1F8CDE7E-DD73-449E-8CF7-D83216250E1F}">
      <dgm:prSet/>
      <dgm:spPr/>
      <dgm:t>
        <a:bodyPr/>
        <a:lstStyle/>
        <a:p>
          <a:r>
            <a:rPr lang="en-US"/>
            <a:t>And the key for the success is in the unvisited ones that tells us that all paths which are able to reach that node are saturated and there is no other path to reach it that starts from the starting node. </a:t>
          </a:r>
        </a:p>
      </dgm:t>
    </dgm:pt>
    <dgm:pt modelId="{4A1FB236-06CF-4148-865A-A8DBD448997D}" type="parTrans" cxnId="{B68A38E4-E5D2-4013-BB17-095CCBD3BE49}">
      <dgm:prSet/>
      <dgm:spPr/>
      <dgm:t>
        <a:bodyPr/>
        <a:lstStyle/>
        <a:p>
          <a:endParaRPr lang="en-US"/>
        </a:p>
      </dgm:t>
    </dgm:pt>
    <dgm:pt modelId="{2C19EBF9-AA69-4861-9609-5A23E8C21FD5}" type="sibTrans" cxnId="{B68A38E4-E5D2-4013-BB17-095CCBD3BE49}">
      <dgm:prSet/>
      <dgm:spPr/>
      <dgm:t>
        <a:bodyPr/>
        <a:lstStyle/>
        <a:p>
          <a:endParaRPr lang="en-US"/>
        </a:p>
      </dgm:t>
    </dgm:pt>
    <dgm:pt modelId="{2472E10F-3993-47B9-ACCE-56A96C68C97D}">
      <dgm:prSet/>
      <dgm:spPr/>
      <dgm:t>
        <a:bodyPr/>
        <a:lstStyle/>
        <a:p>
          <a:r>
            <a:rPr lang="en-US" dirty="0"/>
            <a:t>That means if we remove one incoming edge from the node, the maximum flow would decrease. </a:t>
          </a:r>
        </a:p>
      </dgm:t>
    </dgm:pt>
    <dgm:pt modelId="{9B83E741-AB77-46C8-BC7C-4D6CA1D0E46A}" type="parTrans" cxnId="{EAC68AAE-D174-4408-A976-F113F039BDC1}">
      <dgm:prSet/>
      <dgm:spPr/>
      <dgm:t>
        <a:bodyPr/>
        <a:lstStyle/>
        <a:p>
          <a:endParaRPr lang="en-US"/>
        </a:p>
      </dgm:t>
    </dgm:pt>
    <dgm:pt modelId="{22D279D2-14CC-45C0-84DB-1761BE0EE4FD}" type="sibTrans" cxnId="{EAC68AAE-D174-4408-A976-F113F039BDC1}">
      <dgm:prSet/>
      <dgm:spPr/>
      <dgm:t>
        <a:bodyPr/>
        <a:lstStyle/>
        <a:p>
          <a:endParaRPr lang="en-US"/>
        </a:p>
      </dgm:t>
    </dgm:pt>
    <dgm:pt modelId="{BBA7A2D7-8D66-40A3-AAFE-FB5B5E5EB851}">
      <dgm:prSet/>
      <dgm:spPr/>
      <dgm:t>
        <a:bodyPr/>
        <a:lstStyle/>
        <a:p>
          <a:br>
            <a:rPr lang="en-US"/>
          </a:br>
          <a:r>
            <a:rPr lang="en-US"/>
            <a:t>With that idea in thought, we just need to traverse the graph from source through the residual graph, then we filter from all unvisited nodes the articles and we know that all reviewers who are reviewing the article are critical.</a:t>
          </a:r>
          <a:endParaRPr lang="en-US" dirty="0"/>
        </a:p>
      </dgm:t>
    </dgm:pt>
    <dgm:pt modelId="{18A177E5-E649-4206-B2A0-3016C9C46CE4}" type="parTrans" cxnId="{02EA0600-375F-467F-8CBB-F4E7C3B51AE3}">
      <dgm:prSet/>
      <dgm:spPr/>
      <dgm:t>
        <a:bodyPr/>
        <a:lstStyle/>
        <a:p>
          <a:endParaRPr lang="pt-PT"/>
        </a:p>
      </dgm:t>
    </dgm:pt>
    <dgm:pt modelId="{6EAA9C0E-B004-45C9-A5E0-DBE1DE80702A}" type="sibTrans" cxnId="{02EA0600-375F-467F-8CBB-F4E7C3B51AE3}">
      <dgm:prSet/>
      <dgm:spPr/>
      <dgm:t>
        <a:bodyPr/>
        <a:lstStyle/>
        <a:p>
          <a:endParaRPr lang="pt-PT"/>
        </a:p>
      </dgm:t>
    </dgm:pt>
    <dgm:pt modelId="{2CC89071-0BA9-44FE-A3C8-CE71E2BDF400}" type="pres">
      <dgm:prSet presAssocID="{B1F97700-28E4-4BF0-AAFD-9FD1FC5E5959}" presName="linear" presStyleCnt="0">
        <dgm:presLayoutVars>
          <dgm:animLvl val="lvl"/>
          <dgm:resizeHandles val="exact"/>
        </dgm:presLayoutVars>
      </dgm:prSet>
      <dgm:spPr/>
    </dgm:pt>
    <dgm:pt modelId="{E94509BB-BA11-4317-BBC0-D896F9CF2D61}" type="pres">
      <dgm:prSet presAssocID="{E9E394EC-A526-41A1-9EF3-C1FE1EE2E9AC}" presName="parentText" presStyleLbl="node1" presStyleIdx="0" presStyleCnt="5">
        <dgm:presLayoutVars>
          <dgm:chMax val="0"/>
          <dgm:bulletEnabled val="1"/>
        </dgm:presLayoutVars>
      </dgm:prSet>
      <dgm:spPr/>
    </dgm:pt>
    <dgm:pt modelId="{50568506-0428-447E-8E57-B5B5FA4FBE83}" type="pres">
      <dgm:prSet presAssocID="{078B53DC-C59E-47B5-8512-00E3A76E66F7}" presName="spacer" presStyleCnt="0"/>
      <dgm:spPr/>
    </dgm:pt>
    <dgm:pt modelId="{72B39242-61D1-478D-A16A-C9171C7B5368}" type="pres">
      <dgm:prSet presAssocID="{AD3B6C42-B558-442D-B1D7-4A49494825C3}" presName="parentText" presStyleLbl="node1" presStyleIdx="1" presStyleCnt="5">
        <dgm:presLayoutVars>
          <dgm:chMax val="0"/>
          <dgm:bulletEnabled val="1"/>
        </dgm:presLayoutVars>
      </dgm:prSet>
      <dgm:spPr/>
    </dgm:pt>
    <dgm:pt modelId="{FB6CFDE3-30AC-4AF6-938B-3FF8730F17E9}" type="pres">
      <dgm:prSet presAssocID="{57188924-1A2E-474C-AFEA-F84C1CA51DED}" presName="spacer" presStyleCnt="0"/>
      <dgm:spPr/>
    </dgm:pt>
    <dgm:pt modelId="{F52EAA64-6640-4120-8911-ED10B57B31B1}" type="pres">
      <dgm:prSet presAssocID="{1F8CDE7E-DD73-449E-8CF7-D83216250E1F}" presName="parentText" presStyleLbl="node1" presStyleIdx="2" presStyleCnt="5">
        <dgm:presLayoutVars>
          <dgm:chMax val="0"/>
          <dgm:bulletEnabled val="1"/>
        </dgm:presLayoutVars>
      </dgm:prSet>
      <dgm:spPr/>
    </dgm:pt>
    <dgm:pt modelId="{BB60DFFF-0ED8-4135-B4E3-C7C590599245}" type="pres">
      <dgm:prSet presAssocID="{2C19EBF9-AA69-4861-9609-5A23E8C21FD5}" presName="spacer" presStyleCnt="0"/>
      <dgm:spPr/>
    </dgm:pt>
    <dgm:pt modelId="{4E260C55-9601-49AF-9387-1253C9CBD339}" type="pres">
      <dgm:prSet presAssocID="{2472E10F-3993-47B9-ACCE-56A96C68C97D}" presName="parentText" presStyleLbl="node1" presStyleIdx="3" presStyleCnt="5">
        <dgm:presLayoutVars>
          <dgm:chMax val="0"/>
          <dgm:bulletEnabled val="1"/>
        </dgm:presLayoutVars>
      </dgm:prSet>
      <dgm:spPr/>
    </dgm:pt>
    <dgm:pt modelId="{C3975F31-82B3-428A-AF89-FFE300CD6BEE}" type="pres">
      <dgm:prSet presAssocID="{22D279D2-14CC-45C0-84DB-1761BE0EE4FD}" presName="spacer" presStyleCnt="0"/>
      <dgm:spPr/>
    </dgm:pt>
    <dgm:pt modelId="{71D4C73F-B12D-458A-8E56-AC7399AA8DED}" type="pres">
      <dgm:prSet presAssocID="{BBA7A2D7-8D66-40A3-AAFE-FB5B5E5EB851}" presName="parentText" presStyleLbl="node1" presStyleIdx="4" presStyleCnt="5">
        <dgm:presLayoutVars>
          <dgm:chMax val="0"/>
          <dgm:bulletEnabled val="1"/>
        </dgm:presLayoutVars>
      </dgm:prSet>
      <dgm:spPr/>
    </dgm:pt>
  </dgm:ptLst>
  <dgm:cxnLst>
    <dgm:cxn modelId="{02EA0600-375F-467F-8CBB-F4E7C3B51AE3}" srcId="{B1F97700-28E4-4BF0-AAFD-9FD1FC5E5959}" destId="{BBA7A2D7-8D66-40A3-AAFE-FB5B5E5EB851}" srcOrd="4" destOrd="0" parTransId="{18A177E5-E649-4206-B2A0-3016C9C46CE4}" sibTransId="{6EAA9C0E-B004-45C9-A5E0-DBE1DE80702A}"/>
    <dgm:cxn modelId="{C8ED570B-8AFA-4A1E-B712-F0A23FAF4F93}" type="presOf" srcId="{2472E10F-3993-47B9-ACCE-56A96C68C97D}" destId="{4E260C55-9601-49AF-9387-1253C9CBD339}" srcOrd="0" destOrd="0" presId="urn:microsoft.com/office/officeart/2005/8/layout/vList2"/>
    <dgm:cxn modelId="{E03C243D-90D8-48E1-9D80-4C7E8E74062F}" type="presOf" srcId="{E9E394EC-A526-41A1-9EF3-C1FE1EE2E9AC}" destId="{E94509BB-BA11-4317-BBC0-D896F9CF2D61}" srcOrd="0" destOrd="0" presId="urn:microsoft.com/office/officeart/2005/8/layout/vList2"/>
    <dgm:cxn modelId="{3C046774-B20F-46D3-AEDB-05473140E9F9}" srcId="{B1F97700-28E4-4BF0-AAFD-9FD1FC5E5959}" destId="{E9E394EC-A526-41A1-9EF3-C1FE1EE2E9AC}" srcOrd="0" destOrd="0" parTransId="{5161388B-6F7F-4965-A77C-85DEE85C92E3}" sibTransId="{078B53DC-C59E-47B5-8512-00E3A76E66F7}"/>
    <dgm:cxn modelId="{5C85FD86-896D-4BEA-8B7D-AF561CD3307C}" type="presOf" srcId="{B1F97700-28E4-4BF0-AAFD-9FD1FC5E5959}" destId="{2CC89071-0BA9-44FE-A3C8-CE71E2BDF400}" srcOrd="0" destOrd="0" presId="urn:microsoft.com/office/officeart/2005/8/layout/vList2"/>
    <dgm:cxn modelId="{F5BA0590-E2B6-498D-88DB-6DD2E51E22CF}" type="presOf" srcId="{BBA7A2D7-8D66-40A3-AAFE-FB5B5E5EB851}" destId="{71D4C73F-B12D-458A-8E56-AC7399AA8DED}" srcOrd="0" destOrd="0" presId="urn:microsoft.com/office/officeart/2005/8/layout/vList2"/>
    <dgm:cxn modelId="{EAC68AAE-D174-4408-A976-F113F039BDC1}" srcId="{B1F97700-28E4-4BF0-AAFD-9FD1FC5E5959}" destId="{2472E10F-3993-47B9-ACCE-56A96C68C97D}" srcOrd="3" destOrd="0" parTransId="{9B83E741-AB77-46C8-BC7C-4D6CA1D0E46A}" sibTransId="{22D279D2-14CC-45C0-84DB-1761BE0EE4FD}"/>
    <dgm:cxn modelId="{BE71C7AF-2E3F-4699-861A-B0A9BE63BFF4}" type="presOf" srcId="{AD3B6C42-B558-442D-B1D7-4A49494825C3}" destId="{72B39242-61D1-478D-A16A-C9171C7B5368}" srcOrd="0" destOrd="0" presId="urn:microsoft.com/office/officeart/2005/8/layout/vList2"/>
    <dgm:cxn modelId="{E3E704BC-4EFD-477F-AA6C-778116A03A70}" srcId="{B1F97700-28E4-4BF0-AAFD-9FD1FC5E5959}" destId="{AD3B6C42-B558-442D-B1D7-4A49494825C3}" srcOrd="1" destOrd="0" parTransId="{1635E8A4-A2C2-475A-800A-03376E254F4F}" sibTransId="{57188924-1A2E-474C-AFEA-F84C1CA51DED}"/>
    <dgm:cxn modelId="{9CBD5BDD-22CC-4B4E-BD46-DF8D3BFAE8E3}" type="presOf" srcId="{1F8CDE7E-DD73-449E-8CF7-D83216250E1F}" destId="{F52EAA64-6640-4120-8911-ED10B57B31B1}" srcOrd="0" destOrd="0" presId="urn:microsoft.com/office/officeart/2005/8/layout/vList2"/>
    <dgm:cxn modelId="{B68A38E4-E5D2-4013-BB17-095CCBD3BE49}" srcId="{B1F97700-28E4-4BF0-AAFD-9FD1FC5E5959}" destId="{1F8CDE7E-DD73-449E-8CF7-D83216250E1F}" srcOrd="2" destOrd="0" parTransId="{4A1FB236-06CF-4148-865A-A8DBD448997D}" sibTransId="{2C19EBF9-AA69-4861-9609-5A23E8C21FD5}"/>
    <dgm:cxn modelId="{61D1192E-D0E2-4637-97DD-A260EB76AD29}" type="presParOf" srcId="{2CC89071-0BA9-44FE-A3C8-CE71E2BDF400}" destId="{E94509BB-BA11-4317-BBC0-D896F9CF2D61}" srcOrd="0" destOrd="0" presId="urn:microsoft.com/office/officeart/2005/8/layout/vList2"/>
    <dgm:cxn modelId="{EE3BC6D2-D7BA-4F13-90B5-83FD5E331B9E}" type="presParOf" srcId="{2CC89071-0BA9-44FE-A3C8-CE71E2BDF400}" destId="{50568506-0428-447E-8E57-B5B5FA4FBE83}" srcOrd="1" destOrd="0" presId="urn:microsoft.com/office/officeart/2005/8/layout/vList2"/>
    <dgm:cxn modelId="{87577032-028E-4D26-BDB6-E4F80405063B}" type="presParOf" srcId="{2CC89071-0BA9-44FE-A3C8-CE71E2BDF400}" destId="{72B39242-61D1-478D-A16A-C9171C7B5368}" srcOrd="2" destOrd="0" presId="urn:microsoft.com/office/officeart/2005/8/layout/vList2"/>
    <dgm:cxn modelId="{B530A0DC-3B19-491C-8CA1-CEABCF763AAF}" type="presParOf" srcId="{2CC89071-0BA9-44FE-A3C8-CE71E2BDF400}" destId="{FB6CFDE3-30AC-4AF6-938B-3FF8730F17E9}" srcOrd="3" destOrd="0" presId="urn:microsoft.com/office/officeart/2005/8/layout/vList2"/>
    <dgm:cxn modelId="{9BF5B83F-9D41-4EB4-83CF-BD9FE91E5586}" type="presParOf" srcId="{2CC89071-0BA9-44FE-A3C8-CE71E2BDF400}" destId="{F52EAA64-6640-4120-8911-ED10B57B31B1}" srcOrd="4" destOrd="0" presId="urn:microsoft.com/office/officeart/2005/8/layout/vList2"/>
    <dgm:cxn modelId="{33197E38-61F8-4B30-870B-8E4F220E91E7}" type="presParOf" srcId="{2CC89071-0BA9-44FE-A3C8-CE71E2BDF400}" destId="{BB60DFFF-0ED8-4135-B4E3-C7C590599245}" srcOrd="5" destOrd="0" presId="urn:microsoft.com/office/officeart/2005/8/layout/vList2"/>
    <dgm:cxn modelId="{3E813094-9DC3-4ED9-898C-2EAB097908D0}" type="presParOf" srcId="{2CC89071-0BA9-44FE-A3C8-CE71E2BDF400}" destId="{4E260C55-9601-49AF-9387-1253C9CBD339}" srcOrd="6" destOrd="0" presId="urn:microsoft.com/office/officeart/2005/8/layout/vList2"/>
    <dgm:cxn modelId="{CA1FFEAA-43BA-4D37-A99F-FA682E14056A}" type="presParOf" srcId="{2CC89071-0BA9-44FE-A3C8-CE71E2BDF400}" destId="{C3975F31-82B3-428A-AF89-FFE300CD6BEE}" srcOrd="7" destOrd="0" presId="urn:microsoft.com/office/officeart/2005/8/layout/vList2"/>
    <dgm:cxn modelId="{5840D367-C093-4D56-8E44-6E32EDBB97AE}" type="presParOf" srcId="{2CC89071-0BA9-44FE-A3C8-CE71E2BDF400}" destId="{71D4C73F-B12D-458A-8E56-AC7399AA8DED}" srcOrd="8"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6B687314-D7DC-49BF-B13A-D633691F6A0F}" type="doc">
      <dgm:prSet loTypeId="urn:microsoft.com/office/officeart/2005/8/layout/venn1" loCatId="relationship" qsTypeId="urn:microsoft.com/office/officeart/2005/8/quickstyle/simple1" qsCatId="simple" csTypeId="urn:microsoft.com/office/officeart/2005/8/colors/accent1_2" csCatId="accent1"/>
      <dgm:spPr/>
      <dgm:t>
        <a:bodyPr/>
        <a:lstStyle/>
        <a:p>
          <a:endParaRPr lang="pt-PT"/>
        </a:p>
      </dgm:t>
    </dgm:pt>
    <dgm:pt modelId="{904BFFB9-EDA2-408B-9A67-2C166ABB1174}">
      <dgm:prSet/>
      <dgm:spPr/>
      <dgm:t>
        <a:bodyPr/>
        <a:lstStyle/>
        <a:p>
          <a:r>
            <a:rPr lang="en-US"/>
            <a:t>Francisca Baldaia da Silveira</a:t>
          </a:r>
          <a:endParaRPr lang="pt-PT"/>
        </a:p>
      </dgm:t>
    </dgm:pt>
    <dgm:pt modelId="{BCE5F7AF-74D6-4E94-92B2-4CDD2E9FDB2E}" type="parTrans" cxnId="{C00C1903-036D-476E-8ABC-05D21B30217F}">
      <dgm:prSet/>
      <dgm:spPr/>
      <dgm:t>
        <a:bodyPr/>
        <a:lstStyle/>
        <a:p>
          <a:endParaRPr lang="pt-PT"/>
        </a:p>
      </dgm:t>
    </dgm:pt>
    <dgm:pt modelId="{BD96F4D4-F301-4BCC-92C9-6E1B05ECBDC0}" type="sibTrans" cxnId="{C00C1903-036D-476E-8ABC-05D21B30217F}">
      <dgm:prSet/>
      <dgm:spPr/>
      <dgm:t>
        <a:bodyPr/>
        <a:lstStyle/>
        <a:p>
          <a:endParaRPr lang="pt-PT"/>
        </a:p>
      </dgm:t>
    </dgm:pt>
    <dgm:pt modelId="{1B3D0C2E-D9D2-4BCF-AA84-9BB722409BAF}">
      <dgm:prSet/>
      <dgm:spPr/>
      <dgm:t>
        <a:bodyPr/>
        <a:lstStyle/>
        <a:p>
          <a:r>
            <a:rPr lang="en-US"/>
            <a:t>Tiago Alexandre Rodrigues Botelho</a:t>
          </a:r>
          <a:endParaRPr lang="pt-PT"/>
        </a:p>
      </dgm:t>
    </dgm:pt>
    <dgm:pt modelId="{E4484F97-A756-41C8-AFD0-21F9C1E52E3E}" type="parTrans" cxnId="{8B00C992-AF92-4A30-AFB7-331F7DD43D56}">
      <dgm:prSet/>
      <dgm:spPr/>
      <dgm:t>
        <a:bodyPr/>
        <a:lstStyle/>
        <a:p>
          <a:endParaRPr lang="pt-PT"/>
        </a:p>
      </dgm:t>
    </dgm:pt>
    <dgm:pt modelId="{C02EB53D-FE12-494F-A998-F4FFE0E6EAA9}" type="sibTrans" cxnId="{8B00C992-AF92-4A30-AFB7-331F7DD43D56}">
      <dgm:prSet/>
      <dgm:spPr/>
      <dgm:t>
        <a:bodyPr/>
        <a:lstStyle/>
        <a:p>
          <a:endParaRPr lang="pt-PT"/>
        </a:p>
      </dgm:t>
    </dgm:pt>
    <dgm:pt modelId="{00918505-7479-4B8D-912C-91E9488E67C4}">
      <dgm:prSet/>
      <dgm:spPr/>
      <dgm:t>
        <a:bodyPr/>
        <a:lstStyle/>
        <a:p>
          <a:r>
            <a:rPr lang="en-US"/>
            <a:t>Tiago Su</a:t>
          </a:r>
          <a:endParaRPr lang="pt-PT"/>
        </a:p>
      </dgm:t>
    </dgm:pt>
    <dgm:pt modelId="{C2106881-EC07-4B41-AA7E-5B0F1DD3114C}" type="parTrans" cxnId="{DA1D2140-7654-45A2-9590-66565DEA0720}">
      <dgm:prSet/>
      <dgm:spPr/>
      <dgm:t>
        <a:bodyPr/>
        <a:lstStyle/>
        <a:p>
          <a:endParaRPr lang="pt-PT"/>
        </a:p>
      </dgm:t>
    </dgm:pt>
    <dgm:pt modelId="{6B3B487E-0E6F-4610-9FDA-01DBD17787B8}" type="sibTrans" cxnId="{DA1D2140-7654-45A2-9590-66565DEA0720}">
      <dgm:prSet/>
      <dgm:spPr/>
      <dgm:t>
        <a:bodyPr/>
        <a:lstStyle/>
        <a:p>
          <a:endParaRPr lang="pt-PT"/>
        </a:p>
      </dgm:t>
    </dgm:pt>
    <dgm:pt modelId="{8636F685-55C4-4238-9C07-4257968E1D6E}" type="pres">
      <dgm:prSet presAssocID="{6B687314-D7DC-49BF-B13A-D633691F6A0F}" presName="compositeShape" presStyleCnt="0">
        <dgm:presLayoutVars>
          <dgm:chMax val="7"/>
          <dgm:dir/>
          <dgm:resizeHandles val="exact"/>
        </dgm:presLayoutVars>
      </dgm:prSet>
      <dgm:spPr/>
    </dgm:pt>
    <dgm:pt modelId="{E4ACE8AB-5870-4DD6-8B9E-2338396F6520}" type="pres">
      <dgm:prSet presAssocID="{904BFFB9-EDA2-408B-9A67-2C166ABB1174}" presName="circ1" presStyleLbl="vennNode1" presStyleIdx="0" presStyleCnt="3"/>
      <dgm:spPr/>
    </dgm:pt>
    <dgm:pt modelId="{68C107AA-3D9F-4552-B554-0B18437E3E03}" type="pres">
      <dgm:prSet presAssocID="{904BFFB9-EDA2-408B-9A67-2C166ABB1174}" presName="circ1Tx" presStyleLbl="revTx" presStyleIdx="0" presStyleCnt="0">
        <dgm:presLayoutVars>
          <dgm:chMax val="0"/>
          <dgm:chPref val="0"/>
          <dgm:bulletEnabled val="1"/>
        </dgm:presLayoutVars>
      </dgm:prSet>
      <dgm:spPr/>
    </dgm:pt>
    <dgm:pt modelId="{4153729E-B092-436A-A892-BC7CAF33DDA6}" type="pres">
      <dgm:prSet presAssocID="{1B3D0C2E-D9D2-4BCF-AA84-9BB722409BAF}" presName="circ2" presStyleLbl="vennNode1" presStyleIdx="1" presStyleCnt="3"/>
      <dgm:spPr/>
    </dgm:pt>
    <dgm:pt modelId="{14D0DC10-5784-4960-8C53-28C2D13FDFCD}" type="pres">
      <dgm:prSet presAssocID="{1B3D0C2E-D9D2-4BCF-AA84-9BB722409BAF}" presName="circ2Tx" presStyleLbl="revTx" presStyleIdx="0" presStyleCnt="0">
        <dgm:presLayoutVars>
          <dgm:chMax val="0"/>
          <dgm:chPref val="0"/>
          <dgm:bulletEnabled val="1"/>
        </dgm:presLayoutVars>
      </dgm:prSet>
      <dgm:spPr/>
    </dgm:pt>
    <dgm:pt modelId="{01F911BD-3798-40C2-900C-580A1A0C0C6A}" type="pres">
      <dgm:prSet presAssocID="{00918505-7479-4B8D-912C-91E9488E67C4}" presName="circ3" presStyleLbl="vennNode1" presStyleIdx="2" presStyleCnt="3"/>
      <dgm:spPr/>
    </dgm:pt>
    <dgm:pt modelId="{3E7067DF-DD76-43FE-B01E-D60B3B2978D3}" type="pres">
      <dgm:prSet presAssocID="{00918505-7479-4B8D-912C-91E9488E67C4}" presName="circ3Tx" presStyleLbl="revTx" presStyleIdx="0" presStyleCnt="0">
        <dgm:presLayoutVars>
          <dgm:chMax val="0"/>
          <dgm:chPref val="0"/>
          <dgm:bulletEnabled val="1"/>
        </dgm:presLayoutVars>
      </dgm:prSet>
      <dgm:spPr/>
    </dgm:pt>
  </dgm:ptLst>
  <dgm:cxnLst>
    <dgm:cxn modelId="{C00C1903-036D-476E-8ABC-05D21B30217F}" srcId="{6B687314-D7DC-49BF-B13A-D633691F6A0F}" destId="{904BFFB9-EDA2-408B-9A67-2C166ABB1174}" srcOrd="0" destOrd="0" parTransId="{BCE5F7AF-74D6-4E94-92B2-4CDD2E9FDB2E}" sibTransId="{BD96F4D4-F301-4BCC-92C9-6E1B05ECBDC0}"/>
    <dgm:cxn modelId="{5816C62D-ECB4-477A-BFB3-332DB72796BF}" type="presOf" srcId="{00918505-7479-4B8D-912C-91E9488E67C4}" destId="{3E7067DF-DD76-43FE-B01E-D60B3B2978D3}" srcOrd="1" destOrd="0" presId="urn:microsoft.com/office/officeart/2005/8/layout/venn1"/>
    <dgm:cxn modelId="{DA1D2140-7654-45A2-9590-66565DEA0720}" srcId="{6B687314-D7DC-49BF-B13A-D633691F6A0F}" destId="{00918505-7479-4B8D-912C-91E9488E67C4}" srcOrd="2" destOrd="0" parTransId="{C2106881-EC07-4B41-AA7E-5B0F1DD3114C}" sibTransId="{6B3B487E-0E6F-4610-9FDA-01DBD17787B8}"/>
    <dgm:cxn modelId="{7EDE2D5E-CBEF-4C3C-AC0C-A84D1C7BC565}" type="presOf" srcId="{00918505-7479-4B8D-912C-91E9488E67C4}" destId="{01F911BD-3798-40C2-900C-580A1A0C0C6A}" srcOrd="0" destOrd="0" presId="urn:microsoft.com/office/officeart/2005/8/layout/venn1"/>
    <dgm:cxn modelId="{08770643-C16D-429B-89D2-C38B20411FC7}" type="presOf" srcId="{6B687314-D7DC-49BF-B13A-D633691F6A0F}" destId="{8636F685-55C4-4238-9C07-4257968E1D6E}" srcOrd="0" destOrd="0" presId="urn:microsoft.com/office/officeart/2005/8/layout/venn1"/>
    <dgm:cxn modelId="{07A3284B-2D15-4DBF-AD56-81E7F099CC7C}" type="presOf" srcId="{904BFFB9-EDA2-408B-9A67-2C166ABB1174}" destId="{68C107AA-3D9F-4552-B554-0B18437E3E03}" srcOrd="1" destOrd="0" presId="urn:microsoft.com/office/officeart/2005/8/layout/venn1"/>
    <dgm:cxn modelId="{0625BE4C-44E4-4D0A-BD3E-D41F95B96E37}" type="presOf" srcId="{1B3D0C2E-D9D2-4BCF-AA84-9BB722409BAF}" destId="{14D0DC10-5784-4960-8C53-28C2D13FDFCD}" srcOrd="1" destOrd="0" presId="urn:microsoft.com/office/officeart/2005/8/layout/venn1"/>
    <dgm:cxn modelId="{8B00C992-AF92-4A30-AFB7-331F7DD43D56}" srcId="{6B687314-D7DC-49BF-B13A-D633691F6A0F}" destId="{1B3D0C2E-D9D2-4BCF-AA84-9BB722409BAF}" srcOrd="1" destOrd="0" parTransId="{E4484F97-A756-41C8-AFD0-21F9C1E52E3E}" sibTransId="{C02EB53D-FE12-494F-A998-F4FFE0E6EAA9}"/>
    <dgm:cxn modelId="{A0D842A3-7B1B-4666-885C-E446BB51D213}" type="presOf" srcId="{1B3D0C2E-D9D2-4BCF-AA84-9BB722409BAF}" destId="{4153729E-B092-436A-A892-BC7CAF33DDA6}" srcOrd="0" destOrd="0" presId="urn:microsoft.com/office/officeart/2005/8/layout/venn1"/>
    <dgm:cxn modelId="{23C487BC-6082-40E1-A698-DA1E9E70DF41}" type="presOf" srcId="{904BFFB9-EDA2-408B-9A67-2C166ABB1174}" destId="{E4ACE8AB-5870-4DD6-8B9E-2338396F6520}" srcOrd="0" destOrd="0" presId="urn:microsoft.com/office/officeart/2005/8/layout/venn1"/>
    <dgm:cxn modelId="{378A52F6-53C9-4CF9-A33C-0A25DF988EE0}" type="presParOf" srcId="{8636F685-55C4-4238-9C07-4257968E1D6E}" destId="{E4ACE8AB-5870-4DD6-8B9E-2338396F6520}" srcOrd="0" destOrd="0" presId="urn:microsoft.com/office/officeart/2005/8/layout/venn1"/>
    <dgm:cxn modelId="{EC995167-10BF-461C-9BCC-0CD40E0E49F4}" type="presParOf" srcId="{8636F685-55C4-4238-9C07-4257968E1D6E}" destId="{68C107AA-3D9F-4552-B554-0B18437E3E03}" srcOrd="1" destOrd="0" presId="urn:microsoft.com/office/officeart/2005/8/layout/venn1"/>
    <dgm:cxn modelId="{319DBE81-9FFE-4D18-B1E5-1B9961BD61F5}" type="presParOf" srcId="{8636F685-55C4-4238-9C07-4257968E1D6E}" destId="{4153729E-B092-436A-A892-BC7CAF33DDA6}" srcOrd="2" destOrd="0" presId="urn:microsoft.com/office/officeart/2005/8/layout/venn1"/>
    <dgm:cxn modelId="{FC3675B2-27B7-40C7-956D-1829AA291A0E}" type="presParOf" srcId="{8636F685-55C4-4238-9C07-4257968E1D6E}" destId="{14D0DC10-5784-4960-8C53-28C2D13FDFCD}" srcOrd="3" destOrd="0" presId="urn:microsoft.com/office/officeart/2005/8/layout/venn1"/>
    <dgm:cxn modelId="{72C56EBB-77A9-4EA6-81B1-AAAA9D9E0BFF}" type="presParOf" srcId="{8636F685-55C4-4238-9C07-4257968E1D6E}" destId="{01F911BD-3798-40C2-900C-580A1A0C0C6A}" srcOrd="4" destOrd="0" presId="urn:microsoft.com/office/officeart/2005/8/layout/venn1"/>
    <dgm:cxn modelId="{E5D9206F-F560-453C-926D-19290C210BC2}" type="presParOf" srcId="{8636F685-55C4-4238-9C07-4257968E1D6E}" destId="{3E7067DF-DD76-43FE-B01E-D60B3B2978D3}" srcOrd="5" destOrd="0" presId="urn:microsoft.com/office/officeart/2005/8/layout/ven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ADDBCB3-2CF7-49D1-A05C-A74BCD24637B}">
      <dsp:nvSpPr>
        <dsp:cNvPr id="0" name=""/>
        <dsp:cNvSpPr/>
      </dsp:nvSpPr>
      <dsp:spPr>
        <a:xfrm>
          <a:off x="0" y="2652"/>
          <a:ext cx="5057398" cy="526905"/>
        </a:xfrm>
        <a:prstGeom prst="roundRect">
          <a:avLst>
            <a:gd name="adj" fmla="val 10000"/>
          </a:avLst>
        </a:prstGeom>
        <a:solidFill>
          <a:schemeClr val="dk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9A064B6-ED81-40B4-9867-B8C937A46D5E}">
      <dsp:nvSpPr>
        <dsp:cNvPr id="0" name=""/>
        <dsp:cNvSpPr/>
      </dsp:nvSpPr>
      <dsp:spPr>
        <a:xfrm>
          <a:off x="159388" y="121206"/>
          <a:ext cx="290081" cy="28979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1028AEF-52DF-4C98-B62F-12928A881C0C}">
      <dsp:nvSpPr>
        <dsp:cNvPr id="0" name=""/>
        <dsp:cNvSpPr/>
      </dsp:nvSpPr>
      <dsp:spPr>
        <a:xfrm>
          <a:off x="608859" y="2652"/>
          <a:ext cx="4439162" cy="54337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507" tIns="57507" rIns="57507" bIns="57507" numCol="1" spcCol="1270" anchor="ctr" anchorCtr="0">
          <a:noAutofit/>
        </a:bodyPr>
        <a:lstStyle/>
        <a:p>
          <a:pPr marL="0" lvl="0" indent="0" algn="l" defTabSz="622300">
            <a:lnSpc>
              <a:spcPct val="100000"/>
            </a:lnSpc>
            <a:spcBef>
              <a:spcPct val="0"/>
            </a:spcBef>
            <a:spcAft>
              <a:spcPct val="35000"/>
            </a:spcAft>
            <a:buNone/>
          </a:pPr>
          <a:r>
            <a:rPr lang="en-US" sz="1400" kern="1200" dirty="0"/>
            <a:t>Set of articles with domains </a:t>
          </a:r>
        </a:p>
      </dsp:txBody>
      <dsp:txXfrm>
        <a:off x="608859" y="2652"/>
        <a:ext cx="4439162" cy="543371"/>
      </dsp:txXfrm>
    </dsp:sp>
    <dsp:sp modelId="{757268CA-F623-419D-973F-1FC12CC8EC61}">
      <dsp:nvSpPr>
        <dsp:cNvPr id="0" name=""/>
        <dsp:cNvSpPr/>
      </dsp:nvSpPr>
      <dsp:spPr>
        <a:xfrm>
          <a:off x="0" y="681866"/>
          <a:ext cx="5057398" cy="526905"/>
        </a:xfrm>
        <a:prstGeom prst="roundRect">
          <a:avLst>
            <a:gd name="adj" fmla="val 10000"/>
          </a:avLst>
        </a:prstGeom>
        <a:solidFill>
          <a:schemeClr val="dk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CBB1AF7-DB4C-451B-A21E-1F8878137169}">
      <dsp:nvSpPr>
        <dsp:cNvPr id="0" name=""/>
        <dsp:cNvSpPr/>
      </dsp:nvSpPr>
      <dsp:spPr>
        <a:xfrm>
          <a:off x="159388" y="800420"/>
          <a:ext cx="290081" cy="28979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9761A32-D072-4CA5-A3A2-C5C37E019D5F}">
      <dsp:nvSpPr>
        <dsp:cNvPr id="0" name=""/>
        <dsp:cNvSpPr/>
      </dsp:nvSpPr>
      <dsp:spPr>
        <a:xfrm>
          <a:off x="608859" y="681866"/>
          <a:ext cx="4439162" cy="54337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507" tIns="57507" rIns="57507" bIns="57507" numCol="1" spcCol="1270" anchor="ctr" anchorCtr="0">
          <a:noAutofit/>
        </a:bodyPr>
        <a:lstStyle/>
        <a:p>
          <a:pPr marL="0" lvl="0" indent="0" algn="l" defTabSz="622300">
            <a:lnSpc>
              <a:spcPct val="100000"/>
            </a:lnSpc>
            <a:spcBef>
              <a:spcPct val="0"/>
            </a:spcBef>
            <a:spcAft>
              <a:spcPct val="35000"/>
            </a:spcAft>
            <a:buNone/>
          </a:pPr>
          <a:r>
            <a:rPr lang="en-US" sz="1400" kern="1200"/>
            <a:t>Set of reviewers with expertise in certain domains</a:t>
          </a:r>
        </a:p>
      </dsp:txBody>
      <dsp:txXfrm>
        <a:off x="608859" y="681866"/>
        <a:ext cx="4439162" cy="543371"/>
      </dsp:txXfrm>
    </dsp:sp>
    <dsp:sp modelId="{CEB0EFEE-1CF9-41A8-BC25-2D65E88C9796}">
      <dsp:nvSpPr>
        <dsp:cNvPr id="0" name=""/>
        <dsp:cNvSpPr/>
      </dsp:nvSpPr>
      <dsp:spPr>
        <a:xfrm>
          <a:off x="0" y="1361081"/>
          <a:ext cx="5057398" cy="526905"/>
        </a:xfrm>
        <a:prstGeom prst="roundRect">
          <a:avLst>
            <a:gd name="adj" fmla="val 10000"/>
          </a:avLst>
        </a:prstGeom>
        <a:solidFill>
          <a:schemeClr val="dk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693F59E-FE0F-41E5-B174-3FAFB9691F44}">
      <dsp:nvSpPr>
        <dsp:cNvPr id="0" name=""/>
        <dsp:cNvSpPr/>
      </dsp:nvSpPr>
      <dsp:spPr>
        <a:xfrm>
          <a:off x="159388" y="1479634"/>
          <a:ext cx="290081" cy="28979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EE3EC24-C220-4D8C-B460-4A60C6473DEF}">
      <dsp:nvSpPr>
        <dsp:cNvPr id="0" name=""/>
        <dsp:cNvSpPr/>
      </dsp:nvSpPr>
      <dsp:spPr>
        <a:xfrm>
          <a:off x="608859" y="1361081"/>
          <a:ext cx="4439162" cy="54337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507" tIns="57507" rIns="57507" bIns="57507" numCol="1" spcCol="1270" anchor="ctr" anchorCtr="0">
          <a:noAutofit/>
        </a:bodyPr>
        <a:lstStyle/>
        <a:p>
          <a:pPr marL="0" lvl="0" indent="0" algn="l" defTabSz="622300">
            <a:lnSpc>
              <a:spcPct val="100000"/>
            </a:lnSpc>
            <a:spcBef>
              <a:spcPct val="0"/>
            </a:spcBef>
            <a:spcAft>
              <a:spcPct val="35000"/>
            </a:spcAft>
            <a:buNone/>
          </a:pPr>
          <a:r>
            <a:rPr lang="en-US" sz="1400" kern="1200"/>
            <a:t>Find the best or one of the best distributions</a:t>
          </a:r>
        </a:p>
      </dsp:txBody>
      <dsp:txXfrm>
        <a:off x="608859" y="1361081"/>
        <a:ext cx="4439162" cy="543371"/>
      </dsp:txXfrm>
    </dsp:sp>
    <dsp:sp modelId="{78FFE0C2-F04D-44E3-9F87-6E8301C58EE3}">
      <dsp:nvSpPr>
        <dsp:cNvPr id="0" name=""/>
        <dsp:cNvSpPr/>
      </dsp:nvSpPr>
      <dsp:spPr>
        <a:xfrm>
          <a:off x="0" y="2040295"/>
          <a:ext cx="5057398" cy="526905"/>
        </a:xfrm>
        <a:prstGeom prst="roundRect">
          <a:avLst>
            <a:gd name="adj" fmla="val 10000"/>
          </a:avLst>
        </a:prstGeom>
        <a:solidFill>
          <a:schemeClr val="dk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7AB2285-E466-483D-BD88-A660982C3832}">
      <dsp:nvSpPr>
        <dsp:cNvPr id="0" name=""/>
        <dsp:cNvSpPr/>
      </dsp:nvSpPr>
      <dsp:spPr>
        <a:xfrm>
          <a:off x="159388" y="2158849"/>
          <a:ext cx="290081" cy="28979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EB63FCD-B47F-4F24-B043-90F7D26D8C62}">
      <dsp:nvSpPr>
        <dsp:cNvPr id="0" name=""/>
        <dsp:cNvSpPr/>
      </dsp:nvSpPr>
      <dsp:spPr>
        <a:xfrm>
          <a:off x="608859" y="2040295"/>
          <a:ext cx="4439162" cy="54337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507" tIns="57507" rIns="57507" bIns="57507" numCol="1" spcCol="1270" anchor="ctr" anchorCtr="0">
          <a:noAutofit/>
        </a:bodyPr>
        <a:lstStyle/>
        <a:p>
          <a:pPr marL="0" lvl="0" indent="0" algn="l" defTabSz="622300">
            <a:lnSpc>
              <a:spcPct val="100000"/>
            </a:lnSpc>
            <a:spcBef>
              <a:spcPct val="0"/>
            </a:spcBef>
            <a:spcAft>
              <a:spcPct val="35000"/>
            </a:spcAft>
            <a:buNone/>
          </a:pPr>
          <a:r>
            <a:rPr lang="en-US" sz="1400" kern="1200"/>
            <a:t>Reviewers can only review a maximum amount of articles</a:t>
          </a:r>
        </a:p>
      </dsp:txBody>
      <dsp:txXfrm>
        <a:off x="608859" y="2040295"/>
        <a:ext cx="4439162" cy="543371"/>
      </dsp:txXfrm>
    </dsp:sp>
    <dsp:sp modelId="{5CA91FCD-1BCE-48A2-9109-FDE9D46444AD}">
      <dsp:nvSpPr>
        <dsp:cNvPr id="0" name=""/>
        <dsp:cNvSpPr/>
      </dsp:nvSpPr>
      <dsp:spPr>
        <a:xfrm>
          <a:off x="0" y="2719509"/>
          <a:ext cx="5057398" cy="526905"/>
        </a:xfrm>
        <a:prstGeom prst="roundRect">
          <a:avLst>
            <a:gd name="adj" fmla="val 10000"/>
          </a:avLst>
        </a:prstGeom>
        <a:solidFill>
          <a:schemeClr val="dk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21963BB-1C2C-4764-97FE-A421AC3B545D}">
      <dsp:nvSpPr>
        <dsp:cNvPr id="0" name=""/>
        <dsp:cNvSpPr/>
      </dsp:nvSpPr>
      <dsp:spPr>
        <a:xfrm>
          <a:off x="159388" y="2838063"/>
          <a:ext cx="290081" cy="28979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ADE7CE1-7DB6-40D0-9C6F-634D1E6E151F}">
      <dsp:nvSpPr>
        <dsp:cNvPr id="0" name=""/>
        <dsp:cNvSpPr/>
      </dsp:nvSpPr>
      <dsp:spPr>
        <a:xfrm>
          <a:off x="608859" y="2719509"/>
          <a:ext cx="4439162" cy="54337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507" tIns="57507" rIns="57507" bIns="57507" numCol="1" spcCol="1270" anchor="ctr" anchorCtr="0">
          <a:noAutofit/>
        </a:bodyPr>
        <a:lstStyle/>
        <a:p>
          <a:pPr marL="0" lvl="0" indent="0" algn="l" defTabSz="622300">
            <a:lnSpc>
              <a:spcPct val="100000"/>
            </a:lnSpc>
            <a:spcBef>
              <a:spcPct val="0"/>
            </a:spcBef>
            <a:spcAft>
              <a:spcPct val="35000"/>
            </a:spcAft>
            <a:buNone/>
          </a:pPr>
          <a:r>
            <a:rPr lang="en-US" sz="1400" kern="1200"/>
            <a:t>An article needs at least a minimum amount of reviewers</a:t>
          </a:r>
        </a:p>
      </dsp:txBody>
      <dsp:txXfrm>
        <a:off x="608859" y="2719509"/>
        <a:ext cx="4439162" cy="543371"/>
      </dsp:txXfrm>
    </dsp:sp>
    <dsp:sp modelId="{268682C1-3E89-452D-AA41-0D75232CBD94}">
      <dsp:nvSpPr>
        <dsp:cNvPr id="0" name=""/>
        <dsp:cNvSpPr/>
      </dsp:nvSpPr>
      <dsp:spPr>
        <a:xfrm>
          <a:off x="0" y="3398723"/>
          <a:ext cx="5057398" cy="526905"/>
        </a:xfrm>
        <a:prstGeom prst="roundRect">
          <a:avLst>
            <a:gd name="adj" fmla="val 10000"/>
          </a:avLst>
        </a:prstGeom>
        <a:solidFill>
          <a:schemeClr val="dk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AEDF4EB-EF27-40CC-AFAF-1A13C15B2A50}">
      <dsp:nvSpPr>
        <dsp:cNvPr id="0" name=""/>
        <dsp:cNvSpPr/>
      </dsp:nvSpPr>
      <dsp:spPr>
        <a:xfrm>
          <a:off x="159388" y="3517277"/>
          <a:ext cx="290081" cy="28979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3A7BE20-A694-483B-8821-96B2D23F9F6C}">
      <dsp:nvSpPr>
        <dsp:cNvPr id="0" name=""/>
        <dsp:cNvSpPr/>
      </dsp:nvSpPr>
      <dsp:spPr>
        <a:xfrm>
          <a:off x="608859" y="3398723"/>
          <a:ext cx="4439162" cy="54337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507" tIns="57507" rIns="57507" bIns="57507" numCol="1" spcCol="1270" anchor="ctr" anchorCtr="0">
          <a:noAutofit/>
        </a:bodyPr>
        <a:lstStyle/>
        <a:p>
          <a:pPr marL="0" lvl="0" indent="0" algn="l" defTabSz="622300">
            <a:lnSpc>
              <a:spcPct val="100000"/>
            </a:lnSpc>
            <a:spcBef>
              <a:spcPct val="0"/>
            </a:spcBef>
            <a:spcAft>
              <a:spcPct val="35000"/>
            </a:spcAft>
            <a:buNone/>
          </a:pPr>
          <a:r>
            <a:rPr lang="en-US" sz="1400" kern="1200"/>
            <a:t>If not all articles can be assigned reviewers, the program prints the unassigned articles.</a:t>
          </a:r>
          <a:r>
            <a:rPr lang="en-US" sz="1400" b="1" kern="1200"/>
            <a:t> </a:t>
          </a:r>
          <a:endParaRPr lang="en-US" sz="1400" kern="1200"/>
        </a:p>
      </dsp:txBody>
      <dsp:txXfrm>
        <a:off x="608859" y="3398723"/>
        <a:ext cx="4439162" cy="543371"/>
      </dsp:txXfrm>
    </dsp:sp>
    <dsp:sp modelId="{591B9CE8-077B-4FFC-BAF6-19D2254D2E18}">
      <dsp:nvSpPr>
        <dsp:cNvPr id="0" name=""/>
        <dsp:cNvSpPr/>
      </dsp:nvSpPr>
      <dsp:spPr>
        <a:xfrm>
          <a:off x="0" y="4077938"/>
          <a:ext cx="5057398" cy="526905"/>
        </a:xfrm>
        <a:prstGeom prst="roundRect">
          <a:avLst>
            <a:gd name="adj" fmla="val 10000"/>
          </a:avLst>
        </a:prstGeom>
        <a:solidFill>
          <a:schemeClr val="dk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AE0124B-EC4A-42F3-B231-C07191956416}">
      <dsp:nvSpPr>
        <dsp:cNvPr id="0" name=""/>
        <dsp:cNvSpPr/>
      </dsp:nvSpPr>
      <dsp:spPr>
        <a:xfrm>
          <a:off x="159388" y="4196491"/>
          <a:ext cx="290081" cy="28979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a:blip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0C095A4-A18E-448C-AFCE-44F398056EC6}">
      <dsp:nvSpPr>
        <dsp:cNvPr id="0" name=""/>
        <dsp:cNvSpPr/>
      </dsp:nvSpPr>
      <dsp:spPr>
        <a:xfrm>
          <a:off x="608859" y="4077938"/>
          <a:ext cx="4439162" cy="54337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507" tIns="57507" rIns="57507" bIns="57507" numCol="1" spcCol="1270" anchor="ctr" anchorCtr="0">
          <a:noAutofit/>
        </a:bodyPr>
        <a:lstStyle/>
        <a:p>
          <a:pPr marL="0" lvl="0" indent="0" algn="l" defTabSz="622300">
            <a:lnSpc>
              <a:spcPct val="100000"/>
            </a:lnSpc>
            <a:spcBef>
              <a:spcPct val="0"/>
            </a:spcBef>
            <a:spcAft>
              <a:spcPct val="35000"/>
            </a:spcAft>
            <a:buNone/>
          </a:pPr>
          <a:r>
            <a:rPr lang="en-US" sz="1400" kern="1200"/>
            <a:t>Feature to find critical reviewers, that is: the reviewers that, if failing to do their assignment, will cause a failure.</a:t>
          </a:r>
        </a:p>
      </dsp:txBody>
      <dsp:txXfrm>
        <a:off x="608859" y="4077938"/>
        <a:ext cx="4439162" cy="543371"/>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B387511-4AAF-465F-ADE0-7F4B93F3FD69}">
      <dsp:nvSpPr>
        <dsp:cNvPr id="0" name=""/>
        <dsp:cNvSpPr/>
      </dsp:nvSpPr>
      <dsp:spPr>
        <a:xfrm>
          <a:off x="0" y="1306"/>
          <a:ext cx="3823855" cy="88744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kern="1200"/>
            <a:t>Uses line by line reading and tokenization (std::strtok) to convert CSV input into structured objects</a:t>
          </a:r>
          <a:endParaRPr lang="en-US" sz="1600" kern="1200" dirty="0"/>
        </a:p>
      </dsp:txBody>
      <dsp:txXfrm>
        <a:off x="43321" y="44627"/>
        <a:ext cx="3737213" cy="800803"/>
      </dsp:txXfrm>
    </dsp:sp>
    <dsp:sp modelId="{3D5D2981-7FA9-4705-B9E6-71B9EC198F72}">
      <dsp:nvSpPr>
        <dsp:cNvPr id="0" name=""/>
        <dsp:cNvSpPr/>
      </dsp:nvSpPr>
      <dsp:spPr>
        <a:xfrm>
          <a:off x="0" y="1006831"/>
          <a:ext cx="3823855" cy="88744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kern="1200"/>
            <a:t>Helper functions handle string to integer conversion</a:t>
          </a:r>
          <a:endParaRPr lang="en-US" sz="1600" kern="1200" dirty="0"/>
        </a:p>
      </dsp:txBody>
      <dsp:txXfrm>
        <a:off x="43321" y="1050152"/>
        <a:ext cx="3737213" cy="800803"/>
      </dsp:txXfrm>
    </dsp:sp>
    <dsp:sp modelId="{EAB68A79-71BD-4992-9CFE-EBD26A2A2BFE}">
      <dsp:nvSpPr>
        <dsp:cNvPr id="0" name=""/>
        <dsp:cNvSpPr/>
      </dsp:nvSpPr>
      <dsp:spPr>
        <a:xfrm>
          <a:off x="0" y="1894276"/>
          <a:ext cx="3823855" cy="6789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1407" tIns="20320" rIns="113792" bIns="20320" numCol="1" spcCol="1270" anchor="t" anchorCtr="0">
          <a:noAutofit/>
        </a:bodyPr>
        <a:lstStyle/>
        <a:p>
          <a:pPr marL="171450" lvl="1" indent="-171450" algn="l" defTabSz="711200">
            <a:lnSpc>
              <a:spcPct val="90000"/>
            </a:lnSpc>
            <a:spcBef>
              <a:spcPct val="0"/>
            </a:spcBef>
            <a:spcAft>
              <a:spcPct val="20000"/>
            </a:spcAft>
            <a:buChar char="•"/>
          </a:pPr>
          <a:r>
            <a:rPr lang="en-US" sz="1600" kern="1200"/>
            <a:t>Trimming whitespace and quotes, and validating input values.</a:t>
          </a:r>
          <a:endParaRPr lang="en-US" sz="1600" kern="1200" dirty="0"/>
        </a:p>
      </dsp:txBody>
      <dsp:txXfrm>
        <a:off x="0" y="1894276"/>
        <a:ext cx="3823855" cy="678960"/>
      </dsp:txXfrm>
    </dsp:sp>
    <dsp:sp modelId="{87FBEB0C-24D6-42CF-9D4A-2103245B5F00}">
      <dsp:nvSpPr>
        <dsp:cNvPr id="0" name=""/>
        <dsp:cNvSpPr/>
      </dsp:nvSpPr>
      <dsp:spPr>
        <a:xfrm>
          <a:off x="0" y="2453848"/>
          <a:ext cx="3823855" cy="88744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kern="1200"/>
            <a:t>The main entry point, parse_file(), locates each section in the file and calls the appropriate parsing function</a:t>
          </a:r>
          <a:endParaRPr lang="en-US" sz="1600" kern="1200" dirty="0"/>
        </a:p>
      </dsp:txBody>
      <dsp:txXfrm>
        <a:off x="43321" y="2497169"/>
        <a:ext cx="3737213" cy="800803"/>
      </dsp:txXfrm>
    </dsp:sp>
    <dsp:sp modelId="{8D2F7B35-63FD-4022-9566-55F57320D5D6}">
      <dsp:nvSpPr>
        <dsp:cNvPr id="0" name=""/>
        <dsp:cNvSpPr/>
      </dsp:nvSpPr>
      <dsp:spPr>
        <a:xfrm>
          <a:off x="0" y="3460681"/>
          <a:ext cx="3823855" cy="6789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1407" tIns="25400" rIns="142240" bIns="25400" numCol="1" spcCol="1270" anchor="t" anchorCtr="0">
          <a:noAutofit/>
        </a:bodyPr>
        <a:lstStyle/>
        <a:p>
          <a:pPr marL="228600" lvl="1" indent="-228600" algn="l" defTabSz="889000">
            <a:lnSpc>
              <a:spcPct val="90000"/>
            </a:lnSpc>
            <a:spcBef>
              <a:spcPct val="0"/>
            </a:spcBef>
            <a:spcAft>
              <a:spcPct val="20000"/>
            </a:spcAft>
            <a:buChar char="•"/>
          </a:pPr>
          <a:r>
            <a:rPr lang="en-US" sz="2000" kern="1200" dirty="0"/>
            <a:t> </a:t>
          </a:r>
          <a:r>
            <a:rPr lang="en-US" sz="1600" kern="1200" dirty="0"/>
            <a:t>Ensuring that all data is loaded and ready for further processing.</a:t>
          </a:r>
          <a:endParaRPr lang="en-US" sz="2000" kern="1200" dirty="0"/>
        </a:p>
      </dsp:txBody>
      <dsp:txXfrm>
        <a:off x="0" y="3460681"/>
        <a:ext cx="3823855" cy="67896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552EF31-DF7E-46FC-B900-6E060501F816}">
      <dsp:nvSpPr>
        <dsp:cNvPr id="0" name=""/>
        <dsp:cNvSpPr/>
      </dsp:nvSpPr>
      <dsp:spPr>
        <a:xfrm>
          <a:off x="0" y="243277"/>
          <a:ext cx="6200708" cy="1984500"/>
        </a:xfrm>
        <a:prstGeom prst="rect">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1244" tIns="312420" rIns="481244" bIns="106680" numCol="1" spcCol="1270" anchor="t" anchorCtr="0">
          <a:noAutofit/>
        </a:bodyPr>
        <a:lstStyle/>
        <a:p>
          <a:pPr marL="114300" lvl="1" indent="-114300" algn="l" defTabSz="666750">
            <a:lnSpc>
              <a:spcPct val="90000"/>
            </a:lnSpc>
            <a:spcBef>
              <a:spcPct val="0"/>
            </a:spcBef>
            <a:spcAft>
              <a:spcPct val="15000"/>
            </a:spcAft>
            <a:buChar char="•"/>
          </a:pPr>
          <a:r>
            <a:rPr lang="en-US" sz="1500" kern="1200" dirty="0"/>
            <a:t>To handle the submissions info, each line is tokenized to extract the submission ID and domain (primary and secondary). </a:t>
          </a:r>
          <a:endParaRPr lang="pt-PT" sz="1500" kern="1200" dirty="0"/>
        </a:p>
        <a:p>
          <a:pPr marL="114300" lvl="1" indent="-114300" algn="l" defTabSz="666750">
            <a:lnSpc>
              <a:spcPct val="90000"/>
            </a:lnSpc>
            <a:spcBef>
              <a:spcPct val="0"/>
            </a:spcBef>
            <a:spcAft>
              <a:spcPct val="15000"/>
            </a:spcAft>
            <a:buChar char="•"/>
          </a:pPr>
          <a:r>
            <a:rPr lang="en-US" sz="1500" kern="1200" dirty="0"/>
            <a:t>Non essential fields like title, authors, and email are ignored. </a:t>
          </a:r>
          <a:endParaRPr lang="pt-PT" sz="1500" kern="1200" dirty="0"/>
        </a:p>
        <a:p>
          <a:pPr marL="114300" lvl="1" indent="-114300" algn="l" defTabSz="666750">
            <a:lnSpc>
              <a:spcPct val="90000"/>
            </a:lnSpc>
            <a:spcBef>
              <a:spcPct val="0"/>
            </a:spcBef>
            <a:spcAft>
              <a:spcPct val="15000"/>
            </a:spcAft>
            <a:buChar char="•"/>
          </a:pPr>
          <a:r>
            <a:rPr lang="en-US" sz="1500" kern="1200" dirty="0"/>
            <a:t>Relevant information of valid submissions is stored in a submission structure, which is then stored in a vector of submissions.</a:t>
          </a:r>
          <a:endParaRPr lang="pt-PT" sz="1500" kern="1200" dirty="0"/>
        </a:p>
      </dsp:txBody>
      <dsp:txXfrm>
        <a:off x="0" y="243277"/>
        <a:ext cx="6200708" cy="1984500"/>
      </dsp:txXfrm>
    </dsp:sp>
    <dsp:sp modelId="{DB331E0D-350D-4C3D-B4B1-C0510EDA1349}">
      <dsp:nvSpPr>
        <dsp:cNvPr id="0" name=""/>
        <dsp:cNvSpPr/>
      </dsp:nvSpPr>
      <dsp:spPr>
        <a:xfrm>
          <a:off x="310035" y="21877"/>
          <a:ext cx="4340495" cy="442800"/>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64060" tIns="0" rIns="164060" bIns="0" numCol="1" spcCol="1270" anchor="ctr" anchorCtr="0">
          <a:noAutofit/>
        </a:bodyPr>
        <a:lstStyle/>
        <a:p>
          <a:pPr marL="0" lvl="0" indent="0" algn="l" defTabSz="666750">
            <a:lnSpc>
              <a:spcPct val="90000"/>
            </a:lnSpc>
            <a:spcBef>
              <a:spcPct val="0"/>
            </a:spcBef>
            <a:spcAft>
              <a:spcPct val="35000"/>
            </a:spcAft>
            <a:buNone/>
          </a:pPr>
          <a:r>
            <a:rPr lang="en-US" sz="1500" kern="1200" dirty="0"/>
            <a:t>Submissions</a:t>
          </a:r>
          <a:endParaRPr lang="pt-PT" sz="1500" kern="1200" dirty="0"/>
        </a:p>
      </dsp:txBody>
      <dsp:txXfrm>
        <a:off x="331651" y="43493"/>
        <a:ext cx="4297263" cy="399568"/>
      </dsp:txXfrm>
    </dsp:sp>
    <dsp:sp modelId="{B4C0D978-0B99-4F41-B68C-6C12E1AECDAA}">
      <dsp:nvSpPr>
        <dsp:cNvPr id="0" name=""/>
        <dsp:cNvSpPr/>
      </dsp:nvSpPr>
      <dsp:spPr>
        <a:xfrm>
          <a:off x="0" y="2530177"/>
          <a:ext cx="6200708" cy="1063125"/>
        </a:xfrm>
        <a:prstGeom prst="rect">
          <a:avLst/>
        </a:prstGeom>
        <a:solidFill>
          <a:schemeClr val="lt1">
            <a:alpha val="90000"/>
            <a:hueOff val="0"/>
            <a:satOff val="0"/>
            <a:lumOff val="0"/>
            <a:alphaOff val="0"/>
          </a:schemeClr>
        </a:solidFill>
        <a:ln w="19050" cap="flat" cmpd="sng" algn="ctr">
          <a:solidFill>
            <a:schemeClr val="accent2">
              <a:hueOff val="2147871"/>
              <a:satOff val="-6164"/>
              <a:lumOff val="-987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1244" tIns="312420" rIns="481244" bIns="106680" numCol="1" spcCol="1270" anchor="t" anchorCtr="0">
          <a:noAutofit/>
        </a:bodyPr>
        <a:lstStyle/>
        <a:p>
          <a:pPr marL="114300" lvl="1" indent="-114300" algn="l" defTabSz="666750">
            <a:lnSpc>
              <a:spcPct val="90000"/>
            </a:lnSpc>
            <a:spcBef>
              <a:spcPct val="0"/>
            </a:spcBef>
            <a:spcAft>
              <a:spcPct val="15000"/>
            </a:spcAft>
            <a:buChar char="•"/>
          </a:pPr>
          <a:r>
            <a:rPr lang="en-US" sz="1500" kern="1200" dirty="0"/>
            <a:t>Each reviewer’s ID and expertise domains are extracted similarly and stored in a reviewer structure and then in a vector.</a:t>
          </a:r>
          <a:endParaRPr lang="pt-PT" sz="1500" kern="1200" dirty="0"/>
        </a:p>
      </dsp:txBody>
      <dsp:txXfrm>
        <a:off x="0" y="2530177"/>
        <a:ext cx="6200708" cy="1063125"/>
      </dsp:txXfrm>
    </dsp:sp>
    <dsp:sp modelId="{DA7FA216-1553-4472-BC0E-5E663CFDCBF6}">
      <dsp:nvSpPr>
        <dsp:cNvPr id="0" name=""/>
        <dsp:cNvSpPr/>
      </dsp:nvSpPr>
      <dsp:spPr>
        <a:xfrm>
          <a:off x="310035" y="2308777"/>
          <a:ext cx="4340495" cy="442800"/>
        </a:xfrm>
        <a:prstGeom prst="roundRect">
          <a:avLst/>
        </a:prstGeom>
        <a:solidFill>
          <a:schemeClr val="accent2">
            <a:hueOff val="2147871"/>
            <a:satOff val="-6164"/>
            <a:lumOff val="-9870"/>
            <a:alphaOff val="0"/>
          </a:schemeClr>
        </a:solidFill>
        <a:ln w="2540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64060" tIns="0" rIns="164060" bIns="0" numCol="1" spcCol="1270" anchor="ctr" anchorCtr="0">
          <a:noAutofit/>
        </a:bodyPr>
        <a:lstStyle/>
        <a:p>
          <a:pPr marL="0" lvl="0" indent="0" algn="l" defTabSz="666750">
            <a:lnSpc>
              <a:spcPct val="90000"/>
            </a:lnSpc>
            <a:spcBef>
              <a:spcPct val="0"/>
            </a:spcBef>
            <a:spcAft>
              <a:spcPct val="35000"/>
            </a:spcAft>
            <a:buNone/>
          </a:pPr>
          <a:r>
            <a:rPr lang="pt-PT" sz="1500" kern="1200"/>
            <a:t>Reviewers</a:t>
          </a:r>
          <a:endParaRPr lang="pt-PT" sz="1500" kern="1200" dirty="0"/>
        </a:p>
      </dsp:txBody>
      <dsp:txXfrm>
        <a:off x="331651" y="2330393"/>
        <a:ext cx="4297263" cy="399568"/>
      </dsp:txXfrm>
    </dsp:sp>
    <dsp:sp modelId="{4CACF898-6E53-4F30-ABC3-B95F1C005F72}">
      <dsp:nvSpPr>
        <dsp:cNvPr id="0" name=""/>
        <dsp:cNvSpPr/>
      </dsp:nvSpPr>
      <dsp:spPr>
        <a:xfrm>
          <a:off x="0" y="3895702"/>
          <a:ext cx="6200708" cy="850500"/>
        </a:xfrm>
        <a:prstGeom prst="rect">
          <a:avLst/>
        </a:prstGeom>
        <a:solidFill>
          <a:schemeClr val="lt1">
            <a:alpha val="90000"/>
            <a:hueOff val="0"/>
            <a:satOff val="0"/>
            <a:lumOff val="0"/>
            <a:alphaOff val="0"/>
          </a:schemeClr>
        </a:solidFill>
        <a:ln w="19050" cap="flat" cmpd="sng" algn="ctr">
          <a:solidFill>
            <a:schemeClr val="accent2">
              <a:hueOff val="4295743"/>
              <a:satOff val="-12329"/>
              <a:lumOff val="-19739"/>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1244" tIns="312420" rIns="481244" bIns="106680" numCol="1" spcCol="1270" anchor="t" anchorCtr="0">
          <a:noAutofit/>
        </a:bodyPr>
        <a:lstStyle/>
        <a:p>
          <a:pPr marL="114300" lvl="1" indent="-114300" algn="l" defTabSz="666750">
            <a:lnSpc>
              <a:spcPct val="90000"/>
            </a:lnSpc>
            <a:spcBef>
              <a:spcPct val="0"/>
            </a:spcBef>
            <a:spcAft>
              <a:spcPct val="15000"/>
            </a:spcAft>
            <a:buChar char="•"/>
          </a:pPr>
          <a:r>
            <a:rPr lang="en-US" sz="1500" kern="1200" dirty="0"/>
            <a:t>When it comes to parameters, workflow parameters are read and then stored in a parameters_ structure.</a:t>
          </a:r>
          <a:endParaRPr lang="pt-PT" sz="1500" kern="1200" dirty="0"/>
        </a:p>
      </dsp:txBody>
      <dsp:txXfrm>
        <a:off x="0" y="3895702"/>
        <a:ext cx="6200708" cy="850500"/>
      </dsp:txXfrm>
    </dsp:sp>
    <dsp:sp modelId="{C425AD88-15E3-4C30-B9D3-525FCD66A8D5}">
      <dsp:nvSpPr>
        <dsp:cNvPr id="0" name=""/>
        <dsp:cNvSpPr/>
      </dsp:nvSpPr>
      <dsp:spPr>
        <a:xfrm>
          <a:off x="310035" y="3674302"/>
          <a:ext cx="4340495" cy="442800"/>
        </a:xfrm>
        <a:prstGeom prst="roundRect">
          <a:avLst/>
        </a:prstGeom>
        <a:solidFill>
          <a:schemeClr val="accent2">
            <a:hueOff val="4295743"/>
            <a:satOff val="-12329"/>
            <a:lumOff val="-19739"/>
            <a:alphaOff val="0"/>
          </a:schemeClr>
        </a:solidFill>
        <a:ln w="2540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64060" tIns="0" rIns="164060" bIns="0" numCol="1" spcCol="1270" anchor="ctr" anchorCtr="0">
          <a:noAutofit/>
        </a:bodyPr>
        <a:lstStyle/>
        <a:p>
          <a:pPr marL="0" lvl="0" indent="0" algn="l" defTabSz="666750">
            <a:lnSpc>
              <a:spcPct val="90000"/>
            </a:lnSpc>
            <a:spcBef>
              <a:spcPct val="0"/>
            </a:spcBef>
            <a:spcAft>
              <a:spcPct val="35000"/>
            </a:spcAft>
            <a:buNone/>
          </a:pPr>
          <a:r>
            <a:rPr lang="pt-PT" sz="1500" kern="1200"/>
            <a:t>Parameters</a:t>
          </a:r>
          <a:endParaRPr lang="pt-PT" sz="1500" kern="1200" dirty="0"/>
        </a:p>
      </dsp:txBody>
      <dsp:txXfrm>
        <a:off x="331651" y="3695918"/>
        <a:ext cx="4297263" cy="399568"/>
      </dsp:txXfrm>
    </dsp:sp>
    <dsp:sp modelId="{E83D4DCE-9C77-4ED6-B1A1-B7EEE6BFB6FD}">
      <dsp:nvSpPr>
        <dsp:cNvPr id="0" name=""/>
        <dsp:cNvSpPr/>
      </dsp:nvSpPr>
      <dsp:spPr>
        <a:xfrm>
          <a:off x="0" y="5048602"/>
          <a:ext cx="6200708" cy="1063125"/>
        </a:xfrm>
        <a:prstGeom prst="rect">
          <a:avLst/>
        </a:prstGeom>
        <a:solidFill>
          <a:schemeClr val="lt1">
            <a:alpha val="90000"/>
            <a:hueOff val="0"/>
            <a:satOff val="0"/>
            <a:lumOff val="0"/>
            <a:alphaOff val="0"/>
          </a:schemeClr>
        </a:solidFill>
        <a:ln w="19050" cap="flat" cmpd="sng" algn="ctr">
          <a:solidFill>
            <a:schemeClr val="accent2">
              <a:hueOff val="6443614"/>
              <a:satOff val="-18493"/>
              <a:lumOff val="-29609"/>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1244" tIns="312420" rIns="481244" bIns="106680" numCol="1" spcCol="1270" anchor="t" anchorCtr="0">
          <a:noAutofit/>
        </a:bodyPr>
        <a:lstStyle/>
        <a:p>
          <a:pPr marL="114300" lvl="1" indent="-114300" algn="l" defTabSz="666750">
            <a:lnSpc>
              <a:spcPct val="90000"/>
            </a:lnSpc>
            <a:spcBef>
              <a:spcPct val="0"/>
            </a:spcBef>
            <a:spcAft>
              <a:spcPct val="15000"/>
            </a:spcAft>
            <a:buChar char="•"/>
          </a:pPr>
          <a:r>
            <a:rPr lang="en-US" sz="1500" kern="1200"/>
            <a:t>Lastly, to handle control settings, control information is read, trimming any surrounding spaces or quotation marks and saving the relevant info in a control_ structure.</a:t>
          </a:r>
          <a:endParaRPr lang="pt-PT" sz="1500" kern="1200" dirty="0"/>
        </a:p>
      </dsp:txBody>
      <dsp:txXfrm>
        <a:off x="0" y="5048602"/>
        <a:ext cx="6200708" cy="1063125"/>
      </dsp:txXfrm>
    </dsp:sp>
    <dsp:sp modelId="{2965BB6F-964A-45DC-9DC5-50EDD3495D46}">
      <dsp:nvSpPr>
        <dsp:cNvPr id="0" name=""/>
        <dsp:cNvSpPr/>
      </dsp:nvSpPr>
      <dsp:spPr>
        <a:xfrm>
          <a:off x="310035" y="4827202"/>
          <a:ext cx="4340495" cy="442800"/>
        </a:xfrm>
        <a:prstGeom prst="roundRect">
          <a:avLst/>
        </a:prstGeom>
        <a:solidFill>
          <a:schemeClr val="accent2">
            <a:hueOff val="6443614"/>
            <a:satOff val="-18493"/>
            <a:lumOff val="-29609"/>
            <a:alphaOff val="0"/>
          </a:schemeClr>
        </a:solidFill>
        <a:ln w="2540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64060" tIns="0" rIns="164060" bIns="0" numCol="1" spcCol="1270" anchor="ctr" anchorCtr="0">
          <a:noAutofit/>
        </a:bodyPr>
        <a:lstStyle/>
        <a:p>
          <a:pPr marL="0" lvl="0" indent="0" algn="l" defTabSz="666750">
            <a:lnSpc>
              <a:spcPct val="90000"/>
            </a:lnSpc>
            <a:spcBef>
              <a:spcPct val="0"/>
            </a:spcBef>
            <a:spcAft>
              <a:spcPct val="35000"/>
            </a:spcAft>
            <a:buNone/>
          </a:pPr>
          <a:r>
            <a:rPr lang="pt-PT" sz="1500" kern="1200" dirty="0" err="1"/>
            <a:t>Control</a:t>
          </a:r>
          <a:endParaRPr lang="pt-PT" sz="1500" kern="1200" dirty="0"/>
        </a:p>
      </dsp:txBody>
      <dsp:txXfrm>
        <a:off x="331651" y="4848818"/>
        <a:ext cx="4297263" cy="399568"/>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494B284-6CF7-48FC-8ABC-0FA2A4176F85}">
      <dsp:nvSpPr>
        <dsp:cNvPr id="0" name=""/>
        <dsp:cNvSpPr/>
      </dsp:nvSpPr>
      <dsp:spPr>
        <a:xfrm>
          <a:off x="821" y="179951"/>
          <a:ext cx="3327201" cy="3992641"/>
        </a:xfrm>
        <a:prstGeom prst="rect">
          <a:avLst/>
        </a:prstGeom>
        <a:solidFill>
          <a:schemeClr val="accent5">
            <a:hueOff val="0"/>
            <a:satOff val="0"/>
            <a:lumOff val="0"/>
            <a:alphaOff val="0"/>
          </a:schemeClr>
        </a:solidFill>
        <a:ln w="1905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8654" tIns="0" rIns="328654" bIns="330200" numCol="1" spcCol="1270" anchor="t" anchorCtr="0">
          <a:noAutofit/>
        </a:bodyPr>
        <a:lstStyle/>
        <a:p>
          <a:pPr marL="0" lvl="0" indent="0" algn="l" defTabSz="1066800">
            <a:lnSpc>
              <a:spcPct val="90000"/>
            </a:lnSpc>
            <a:spcBef>
              <a:spcPct val="0"/>
            </a:spcBef>
            <a:spcAft>
              <a:spcPct val="35000"/>
            </a:spcAft>
            <a:buNone/>
          </a:pPr>
          <a:r>
            <a:rPr lang="en-US" sz="2400" kern="1200"/>
            <a:t>Modular parsing for each data type (submission, reviewer, parameters, control)</a:t>
          </a:r>
        </a:p>
      </dsp:txBody>
      <dsp:txXfrm>
        <a:off x="821" y="1777007"/>
        <a:ext cx="3327201" cy="2395585"/>
      </dsp:txXfrm>
    </dsp:sp>
    <dsp:sp modelId="{47E09BA3-0D0D-47A6-B12C-B89D8F16D0B4}">
      <dsp:nvSpPr>
        <dsp:cNvPr id="0" name=""/>
        <dsp:cNvSpPr/>
      </dsp:nvSpPr>
      <dsp:spPr>
        <a:xfrm>
          <a:off x="821" y="179951"/>
          <a:ext cx="3327201" cy="1597056"/>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328654" tIns="165100" rIns="328654" bIns="165100" numCol="1" spcCol="1270" anchor="ctr" anchorCtr="0">
          <a:noAutofit/>
        </a:bodyPr>
        <a:lstStyle/>
        <a:p>
          <a:pPr marL="0" lvl="0" indent="0" algn="l" defTabSz="2933700">
            <a:lnSpc>
              <a:spcPct val="90000"/>
            </a:lnSpc>
            <a:spcBef>
              <a:spcPct val="0"/>
            </a:spcBef>
            <a:spcAft>
              <a:spcPct val="35000"/>
            </a:spcAft>
            <a:buNone/>
          </a:pPr>
          <a:r>
            <a:rPr lang="en-US" sz="6600" kern="1200"/>
            <a:t>01</a:t>
          </a:r>
        </a:p>
      </dsp:txBody>
      <dsp:txXfrm>
        <a:off x="821" y="179951"/>
        <a:ext cx="3327201" cy="1597056"/>
      </dsp:txXfrm>
    </dsp:sp>
    <dsp:sp modelId="{AD624EAB-B2E4-4048-8265-CBDDD19BF8C2}">
      <dsp:nvSpPr>
        <dsp:cNvPr id="0" name=""/>
        <dsp:cNvSpPr/>
      </dsp:nvSpPr>
      <dsp:spPr>
        <a:xfrm>
          <a:off x="3594199" y="179951"/>
          <a:ext cx="3327201" cy="3992641"/>
        </a:xfrm>
        <a:prstGeom prst="rect">
          <a:avLst/>
        </a:prstGeom>
        <a:solidFill>
          <a:schemeClr val="accent5">
            <a:hueOff val="-6076075"/>
            <a:satOff val="-413"/>
            <a:lumOff val="981"/>
            <a:alphaOff val="0"/>
          </a:schemeClr>
        </a:solidFill>
        <a:ln w="19050" cap="flat" cmpd="sng" algn="ctr">
          <a:solidFill>
            <a:schemeClr val="accent5">
              <a:hueOff val="-6076075"/>
              <a:satOff val="-413"/>
              <a:lumOff val="98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8654" tIns="0" rIns="328654" bIns="330200" numCol="1" spcCol="1270" anchor="t" anchorCtr="0">
          <a:noAutofit/>
        </a:bodyPr>
        <a:lstStyle/>
        <a:p>
          <a:pPr marL="0" lvl="0" indent="0" algn="l" defTabSz="1066800">
            <a:lnSpc>
              <a:spcPct val="90000"/>
            </a:lnSpc>
            <a:spcBef>
              <a:spcPct val="0"/>
            </a:spcBef>
            <a:spcAft>
              <a:spcPct val="35000"/>
            </a:spcAft>
            <a:buNone/>
          </a:pPr>
          <a:r>
            <a:rPr lang="en-US" sz="2400" kern="1200"/>
            <a:t>Handling invalid entries adequately</a:t>
          </a:r>
        </a:p>
      </dsp:txBody>
      <dsp:txXfrm>
        <a:off x="3594199" y="1777007"/>
        <a:ext cx="3327201" cy="2395585"/>
      </dsp:txXfrm>
    </dsp:sp>
    <dsp:sp modelId="{D9FE99DA-E7EF-4EBD-A0EA-9317C775001B}">
      <dsp:nvSpPr>
        <dsp:cNvPr id="0" name=""/>
        <dsp:cNvSpPr/>
      </dsp:nvSpPr>
      <dsp:spPr>
        <a:xfrm>
          <a:off x="3594199" y="179951"/>
          <a:ext cx="3327201" cy="1597056"/>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328654" tIns="165100" rIns="328654" bIns="165100" numCol="1" spcCol="1270" anchor="ctr" anchorCtr="0">
          <a:noAutofit/>
        </a:bodyPr>
        <a:lstStyle/>
        <a:p>
          <a:pPr marL="0" lvl="0" indent="0" algn="l" defTabSz="2933700">
            <a:lnSpc>
              <a:spcPct val="90000"/>
            </a:lnSpc>
            <a:spcBef>
              <a:spcPct val="0"/>
            </a:spcBef>
            <a:spcAft>
              <a:spcPct val="35000"/>
            </a:spcAft>
            <a:buNone/>
          </a:pPr>
          <a:r>
            <a:rPr lang="en-US" sz="6600" kern="1200"/>
            <a:t>02</a:t>
          </a:r>
        </a:p>
      </dsp:txBody>
      <dsp:txXfrm>
        <a:off x="3594199" y="179951"/>
        <a:ext cx="3327201" cy="1597056"/>
      </dsp:txXfrm>
    </dsp:sp>
    <dsp:sp modelId="{776B8777-D7EB-44E4-B935-3458A32FFDE2}">
      <dsp:nvSpPr>
        <dsp:cNvPr id="0" name=""/>
        <dsp:cNvSpPr/>
      </dsp:nvSpPr>
      <dsp:spPr>
        <a:xfrm>
          <a:off x="7187576" y="179951"/>
          <a:ext cx="3327201" cy="3992641"/>
        </a:xfrm>
        <a:prstGeom prst="rect">
          <a:avLst/>
        </a:prstGeom>
        <a:solidFill>
          <a:schemeClr val="accent5">
            <a:hueOff val="-12152150"/>
            <a:satOff val="-826"/>
            <a:lumOff val="1961"/>
            <a:alphaOff val="0"/>
          </a:schemeClr>
        </a:solidFill>
        <a:ln w="19050" cap="flat" cmpd="sng" algn="ctr">
          <a:solidFill>
            <a:schemeClr val="accent5">
              <a:hueOff val="-12152150"/>
              <a:satOff val="-826"/>
              <a:lumOff val="196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8654" tIns="0" rIns="328654" bIns="330200" numCol="1" spcCol="1270" anchor="t" anchorCtr="0">
          <a:noAutofit/>
        </a:bodyPr>
        <a:lstStyle/>
        <a:p>
          <a:pPr marL="0" lvl="0" indent="0" algn="l" defTabSz="1066800">
            <a:lnSpc>
              <a:spcPct val="90000"/>
            </a:lnSpc>
            <a:spcBef>
              <a:spcPct val="0"/>
            </a:spcBef>
            <a:spcAft>
              <a:spcPct val="35000"/>
            </a:spcAft>
            <a:buNone/>
          </a:pPr>
          <a:r>
            <a:rPr lang="en-US" sz="2400" kern="1200"/>
            <a:t>Preparing all data for subsequent algorithms (Maximal Bipartite Matching, etc...) and menu-based interfaces</a:t>
          </a:r>
        </a:p>
      </dsp:txBody>
      <dsp:txXfrm>
        <a:off x="7187576" y="1777007"/>
        <a:ext cx="3327201" cy="2395585"/>
      </dsp:txXfrm>
    </dsp:sp>
    <dsp:sp modelId="{4318129B-6908-4721-B706-F640DE7DD3DB}">
      <dsp:nvSpPr>
        <dsp:cNvPr id="0" name=""/>
        <dsp:cNvSpPr/>
      </dsp:nvSpPr>
      <dsp:spPr>
        <a:xfrm>
          <a:off x="7187576" y="179951"/>
          <a:ext cx="3327201" cy="1597056"/>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328654" tIns="165100" rIns="328654" bIns="165100" numCol="1" spcCol="1270" anchor="ctr" anchorCtr="0">
          <a:noAutofit/>
        </a:bodyPr>
        <a:lstStyle/>
        <a:p>
          <a:pPr marL="0" lvl="0" indent="0" algn="l" defTabSz="2933700">
            <a:lnSpc>
              <a:spcPct val="90000"/>
            </a:lnSpc>
            <a:spcBef>
              <a:spcPct val="0"/>
            </a:spcBef>
            <a:spcAft>
              <a:spcPct val="35000"/>
            </a:spcAft>
            <a:buNone/>
          </a:pPr>
          <a:r>
            <a:rPr lang="en-US" sz="6600" kern="1200"/>
            <a:t>03</a:t>
          </a:r>
        </a:p>
      </dsp:txBody>
      <dsp:txXfrm>
        <a:off x="7187576" y="179951"/>
        <a:ext cx="3327201" cy="159705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17A89DD-BCD2-47C0-8829-2FB0BDFC0858}">
      <dsp:nvSpPr>
        <dsp:cNvPr id="0" name=""/>
        <dsp:cNvSpPr/>
      </dsp:nvSpPr>
      <dsp:spPr>
        <a:xfrm>
          <a:off x="1766" y="767527"/>
          <a:ext cx="2341893" cy="2341893"/>
        </a:xfrm>
        <a:prstGeom prst="ellipse">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kern="1200" dirty="0"/>
            <a:t>Some irregularities in the dataset file (e.g. An '#' between Submissions and Reviewers)</a:t>
          </a:r>
          <a:endParaRPr lang="pt-PT" sz="1600" kern="1200" dirty="0"/>
        </a:p>
      </dsp:txBody>
      <dsp:txXfrm>
        <a:off x="344728" y="1110489"/>
        <a:ext cx="1655969" cy="1655969"/>
      </dsp:txXfrm>
    </dsp:sp>
    <dsp:sp modelId="{1F437DB2-F271-40A0-B72C-84D52BF4418A}">
      <dsp:nvSpPr>
        <dsp:cNvPr id="0" name=""/>
        <dsp:cNvSpPr/>
      </dsp:nvSpPr>
      <dsp:spPr>
        <a:xfrm>
          <a:off x="2533821" y="1259324"/>
          <a:ext cx="1358298" cy="1358298"/>
        </a:xfrm>
        <a:prstGeom prst="mathPlus">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pt-PT" sz="1300" kern="1200"/>
        </a:p>
      </dsp:txBody>
      <dsp:txXfrm>
        <a:off x="2713863" y="1778737"/>
        <a:ext cx="998214" cy="319472"/>
      </dsp:txXfrm>
    </dsp:sp>
    <dsp:sp modelId="{83136153-8FB4-4E93-9A0F-DE4759C6C9B1}">
      <dsp:nvSpPr>
        <dsp:cNvPr id="0" name=""/>
        <dsp:cNvSpPr/>
      </dsp:nvSpPr>
      <dsp:spPr>
        <a:xfrm>
          <a:off x="4082281" y="767527"/>
          <a:ext cx="2341893" cy="2341893"/>
        </a:xfrm>
        <a:prstGeom prst="ellipse">
          <a:avLst/>
        </a:prstGeom>
        <a:solidFill>
          <a:schemeClr val="accent4">
            <a:hueOff val="3299968"/>
            <a:satOff val="-14601"/>
            <a:lumOff val="-2452"/>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kern="1200" dirty="0"/>
            <a:t>Some doubts about the .csv structure (e.g. Can the topics have a different order)</a:t>
          </a:r>
          <a:endParaRPr lang="pt-PT" sz="1600" kern="1200" dirty="0"/>
        </a:p>
      </dsp:txBody>
      <dsp:txXfrm>
        <a:off x="4425243" y="1110489"/>
        <a:ext cx="1655969" cy="1655969"/>
      </dsp:txXfrm>
    </dsp:sp>
    <dsp:sp modelId="{135F626D-922D-412A-9940-283F14EEB0AB}">
      <dsp:nvSpPr>
        <dsp:cNvPr id="0" name=""/>
        <dsp:cNvSpPr/>
      </dsp:nvSpPr>
      <dsp:spPr>
        <a:xfrm>
          <a:off x="6614336" y="1259324"/>
          <a:ext cx="1358298" cy="1358298"/>
        </a:xfrm>
        <a:prstGeom prst="mathEqual">
          <a:avLst/>
        </a:prstGeom>
        <a:solidFill>
          <a:schemeClr val="accent4">
            <a:hueOff val="6599937"/>
            <a:satOff val="-29202"/>
            <a:lumOff val="-4903"/>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pt-PT" sz="1300" kern="1200"/>
        </a:p>
      </dsp:txBody>
      <dsp:txXfrm>
        <a:off x="6794378" y="1539133"/>
        <a:ext cx="998214" cy="798680"/>
      </dsp:txXfrm>
    </dsp:sp>
    <dsp:sp modelId="{F44952B4-2AD7-4152-8FE2-0B912811AFBA}">
      <dsp:nvSpPr>
        <dsp:cNvPr id="0" name=""/>
        <dsp:cNvSpPr/>
      </dsp:nvSpPr>
      <dsp:spPr>
        <a:xfrm>
          <a:off x="8162796" y="767527"/>
          <a:ext cx="2341893" cy="2341893"/>
        </a:xfrm>
        <a:prstGeom prst="ellipse">
          <a:avLst/>
        </a:prstGeom>
        <a:solidFill>
          <a:schemeClr val="accent4">
            <a:hueOff val="6599937"/>
            <a:satOff val="-29202"/>
            <a:lumOff val="-4903"/>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kern="1200" dirty="0"/>
            <a:t>Create the most generic parser to avoid problems in the future.</a:t>
          </a:r>
          <a:endParaRPr lang="pt-PT" sz="1600" kern="1200" dirty="0"/>
        </a:p>
      </dsp:txBody>
      <dsp:txXfrm>
        <a:off x="8505758" y="1110489"/>
        <a:ext cx="1655969" cy="165596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5B699-BEB1-4368-BA47-5746A24AC6C7}">
      <dsp:nvSpPr>
        <dsp:cNvPr id="0" name=""/>
        <dsp:cNvSpPr/>
      </dsp:nvSpPr>
      <dsp:spPr>
        <a:xfrm>
          <a:off x="0" y="291384"/>
          <a:ext cx="4530898" cy="992013"/>
        </a:xfrm>
        <a:prstGeom prst="round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en-US" sz="1400" kern="1200"/>
            <a:t>First of all, the adapter adds a source and a sink nodes to the graph, so it can be used by the max flow algorithm.</a:t>
          </a:r>
          <a:endParaRPr lang="pt-PT" sz="1400" kern="1200"/>
        </a:p>
      </dsp:txBody>
      <dsp:txXfrm>
        <a:off x="48426" y="339810"/>
        <a:ext cx="4434046" cy="895161"/>
      </dsp:txXfrm>
    </dsp:sp>
    <dsp:sp modelId="{65BB8E7D-1346-4C18-8AB6-7E73BAE49F66}">
      <dsp:nvSpPr>
        <dsp:cNvPr id="0" name=""/>
        <dsp:cNvSpPr/>
      </dsp:nvSpPr>
      <dsp:spPr>
        <a:xfrm>
          <a:off x="0" y="1323718"/>
          <a:ext cx="4530898" cy="992013"/>
        </a:xfrm>
        <a:prstGeom prst="roundRect">
          <a:avLst/>
        </a:prstGeom>
        <a:solidFill>
          <a:schemeClr val="accent3">
            <a:hueOff val="2058582"/>
            <a:satOff val="12356"/>
            <a:lumOff val="9413"/>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en-US" sz="1400" kern="1200"/>
            <a:t>Then, it adds a node to the graph for each reviewer, adding an edge between the source node and each of the reviewer nodes, with weight equal to the maxReviews parameter. </a:t>
          </a:r>
          <a:endParaRPr lang="pt-PT" sz="1400" kern="1200"/>
        </a:p>
      </dsp:txBody>
      <dsp:txXfrm>
        <a:off x="48426" y="1372144"/>
        <a:ext cx="4434046" cy="895161"/>
      </dsp:txXfrm>
    </dsp:sp>
    <dsp:sp modelId="{4DE4A22D-AE91-46C8-99E3-95CFE963C766}">
      <dsp:nvSpPr>
        <dsp:cNvPr id="0" name=""/>
        <dsp:cNvSpPr/>
      </dsp:nvSpPr>
      <dsp:spPr>
        <a:xfrm>
          <a:off x="0" y="2356051"/>
          <a:ext cx="4530898" cy="992013"/>
        </a:xfrm>
        <a:prstGeom prst="roundRect">
          <a:avLst/>
        </a:prstGeom>
        <a:solidFill>
          <a:schemeClr val="accent3">
            <a:hueOff val="4117163"/>
            <a:satOff val="24712"/>
            <a:lumOff val="18825"/>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en-US" sz="1400" kern="1200"/>
            <a:t>It also creates an auxiliar map of each reviewer node id and the reviewers expertise, accounting on the parameters primaryRev and secondaryRev, that determine which of the domains are to have in account.</a:t>
          </a:r>
          <a:endParaRPr lang="pt-PT" sz="1400" kern="1200"/>
        </a:p>
      </dsp:txBody>
      <dsp:txXfrm>
        <a:off x="48426" y="2404477"/>
        <a:ext cx="4434046" cy="895161"/>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2FB8DD0-3F1E-4034-A416-48A92D85B1C0}">
      <dsp:nvSpPr>
        <dsp:cNvPr id="0" name=""/>
        <dsp:cNvSpPr/>
      </dsp:nvSpPr>
      <dsp:spPr>
        <a:xfrm>
          <a:off x="1686887" y="1061"/>
          <a:ext cx="3139305" cy="1419857"/>
        </a:xfrm>
        <a:prstGeom prst="rect">
          <a:avLst/>
        </a:prstGeom>
        <a:solidFill>
          <a:schemeClr val="lt1">
            <a:hueOff val="0"/>
            <a:satOff val="0"/>
            <a:lumOff val="0"/>
            <a:alphaOff val="0"/>
          </a:schemeClr>
        </a:solidFill>
        <a:ln w="2540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After that, it adds a node to the graph for each submission, adding an edge between each of the reviewer nodes and the sink node, with weight equal to the </a:t>
          </a:r>
          <a:r>
            <a:rPr lang="en-US" sz="1300" kern="1200" dirty="0" err="1"/>
            <a:t>minReviews</a:t>
          </a:r>
          <a:r>
            <a:rPr lang="en-US" sz="1300" kern="1200" dirty="0"/>
            <a:t> parameter. </a:t>
          </a:r>
          <a:endParaRPr lang="pt-PT" sz="1300" kern="1200" dirty="0"/>
        </a:p>
      </dsp:txBody>
      <dsp:txXfrm>
        <a:off x="1686887" y="1061"/>
        <a:ext cx="3139305" cy="1419857"/>
      </dsp:txXfrm>
    </dsp:sp>
    <dsp:sp modelId="{BB9A46C0-68C7-4897-9E85-129D6B089C46}">
      <dsp:nvSpPr>
        <dsp:cNvPr id="0" name=""/>
        <dsp:cNvSpPr/>
      </dsp:nvSpPr>
      <dsp:spPr>
        <a:xfrm>
          <a:off x="140662" y="1061"/>
          <a:ext cx="1405659" cy="1419857"/>
        </a:xfrm>
        <a:prstGeom prst="rect">
          <a:avLst/>
        </a:prstGeom>
        <a:blipFill>
          <a:blip xmlns:r="http://schemas.openxmlformats.org/officeDocument/2006/relationships">
            <a:extLst>
              <a:ext uri="{96DAC541-7B7A-43D3-8B79-37D633B846F1}">
                <asvg:svgBlip xmlns:asvg="http://schemas.microsoft.com/office/drawing/2016/SVG/main" r:embed="rId1"/>
              </a:ext>
            </a:extLst>
          </a:blip>
          <a:srcRect/>
          <a:stretch>
            <a:fillRect l="-1000" r="-1000"/>
          </a:stretch>
        </a:blipFill>
        <a:ln w="2540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sp>
    <dsp:sp modelId="{61657490-9961-4BCB-AB25-07D2A17C773E}">
      <dsp:nvSpPr>
        <dsp:cNvPr id="0" name=""/>
        <dsp:cNvSpPr/>
      </dsp:nvSpPr>
      <dsp:spPr>
        <a:xfrm>
          <a:off x="140662" y="1655195"/>
          <a:ext cx="3139305" cy="1419857"/>
        </a:xfrm>
        <a:prstGeom prst="rect">
          <a:avLst/>
        </a:prstGeom>
        <a:solidFill>
          <a:schemeClr val="lt1">
            <a:hueOff val="0"/>
            <a:satOff val="0"/>
            <a:lumOff val="0"/>
            <a:alphaOff val="0"/>
          </a:schemeClr>
        </a:solidFill>
        <a:ln w="2540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It also adds an edge between each reviewer node, and each submission node that has a common domain to have in account, using the reviewers expertise auxiliar map, with weight 1 because each reviewer can only review each submission once.</a:t>
          </a:r>
          <a:endParaRPr lang="pt-PT" sz="1300" kern="1200" dirty="0"/>
        </a:p>
      </dsp:txBody>
      <dsp:txXfrm>
        <a:off x="140662" y="1655195"/>
        <a:ext cx="3139305" cy="1419857"/>
      </dsp:txXfrm>
    </dsp:sp>
    <dsp:sp modelId="{45627C40-8285-4264-947B-03C588A56F5A}">
      <dsp:nvSpPr>
        <dsp:cNvPr id="0" name=""/>
        <dsp:cNvSpPr/>
      </dsp:nvSpPr>
      <dsp:spPr>
        <a:xfrm>
          <a:off x="3420534" y="1655195"/>
          <a:ext cx="1405659" cy="1419857"/>
        </a:xfrm>
        <a:prstGeom prst="rect">
          <a:avLst/>
        </a:prstGeom>
        <a:blipFill rotWithShape="1">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a:fillRect l="-1000" r="-1000"/>
          </a:stretch>
        </a:blipFill>
        <a:ln w="2540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sp>
    <dsp:sp modelId="{DC0223BE-05FD-4E09-85C3-11C61BB1641B}">
      <dsp:nvSpPr>
        <dsp:cNvPr id="0" name=""/>
        <dsp:cNvSpPr/>
      </dsp:nvSpPr>
      <dsp:spPr>
        <a:xfrm>
          <a:off x="1686887" y="3309329"/>
          <a:ext cx="3139305" cy="1419857"/>
        </a:xfrm>
        <a:prstGeom prst="rect">
          <a:avLst/>
        </a:prstGeom>
        <a:solidFill>
          <a:schemeClr val="lt1">
            <a:hueOff val="0"/>
            <a:satOff val="0"/>
            <a:lumOff val="0"/>
            <a:alphaOff val="0"/>
          </a:schemeClr>
        </a:solidFill>
        <a:ln w="2540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The parser has a map attribute, that maps every node to its type (source, sink, reviewer, submission), so that it is easier to read the graph's information after running the max flow algorithm, specially for showing the output.</a:t>
          </a:r>
          <a:endParaRPr lang="pt-PT" sz="1300" kern="1200" dirty="0"/>
        </a:p>
      </dsp:txBody>
      <dsp:txXfrm>
        <a:off x="1686887" y="3309329"/>
        <a:ext cx="3139305" cy="1419857"/>
      </dsp:txXfrm>
    </dsp:sp>
    <dsp:sp modelId="{40591B23-B162-4595-8A2E-525206DA0FB3}">
      <dsp:nvSpPr>
        <dsp:cNvPr id="0" name=""/>
        <dsp:cNvSpPr/>
      </dsp:nvSpPr>
      <dsp:spPr>
        <a:xfrm>
          <a:off x="140662" y="3309329"/>
          <a:ext cx="1405659" cy="141985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2540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7C3D3E1-94CB-4F82-91D0-D95036E2377E}">
      <dsp:nvSpPr>
        <dsp:cNvPr id="0" name=""/>
        <dsp:cNvSpPr/>
      </dsp:nvSpPr>
      <dsp:spPr>
        <a:xfrm>
          <a:off x="205" y="688273"/>
          <a:ext cx="2479997" cy="2975996"/>
        </a:xfrm>
        <a:prstGeom prst="rect">
          <a:avLst/>
        </a:prstGeom>
        <a:solidFill>
          <a:schemeClr val="accent5">
            <a:hueOff val="0"/>
            <a:satOff val="0"/>
            <a:lumOff val="0"/>
            <a:alphaOff val="0"/>
          </a:schemeClr>
        </a:solidFill>
        <a:ln w="1905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4969" tIns="0" rIns="244969" bIns="330200" numCol="1" spcCol="1270" anchor="t" anchorCtr="0">
          <a:noAutofit/>
        </a:bodyPr>
        <a:lstStyle/>
        <a:p>
          <a:pPr marL="0" lvl="0" indent="0" algn="l" defTabSz="755650">
            <a:lnSpc>
              <a:spcPct val="90000"/>
            </a:lnSpc>
            <a:spcBef>
              <a:spcPct val="0"/>
            </a:spcBef>
            <a:spcAft>
              <a:spcPct val="35000"/>
            </a:spcAft>
            <a:buNone/>
          </a:pPr>
          <a:r>
            <a:rPr lang="en-US" sz="1700" kern="1200"/>
            <a:t>Converting parsed data into a bipartite graph structure (reviewers and submissions)</a:t>
          </a:r>
          <a:endParaRPr lang="en-US" sz="1700" kern="1200" dirty="0"/>
        </a:p>
      </dsp:txBody>
      <dsp:txXfrm>
        <a:off x="205" y="1878672"/>
        <a:ext cx="2479997" cy="1785598"/>
      </dsp:txXfrm>
    </dsp:sp>
    <dsp:sp modelId="{F551BF1A-24C6-40B1-B94F-7A31084CA6BF}">
      <dsp:nvSpPr>
        <dsp:cNvPr id="0" name=""/>
        <dsp:cNvSpPr/>
      </dsp:nvSpPr>
      <dsp:spPr>
        <a:xfrm>
          <a:off x="205" y="688273"/>
          <a:ext cx="2479997" cy="1190398"/>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44969" tIns="165100" rIns="244969" bIns="165100" numCol="1" spcCol="1270" anchor="ctr" anchorCtr="0">
          <a:noAutofit/>
        </a:bodyPr>
        <a:lstStyle/>
        <a:p>
          <a:pPr marL="0" lvl="0" indent="0" algn="l" defTabSz="2711450">
            <a:lnSpc>
              <a:spcPct val="90000"/>
            </a:lnSpc>
            <a:spcBef>
              <a:spcPct val="0"/>
            </a:spcBef>
            <a:spcAft>
              <a:spcPct val="35000"/>
            </a:spcAft>
            <a:buNone/>
          </a:pPr>
          <a:r>
            <a:rPr lang="pt-PT" sz="6100" kern="1200"/>
            <a:t>01</a:t>
          </a:r>
        </a:p>
      </dsp:txBody>
      <dsp:txXfrm>
        <a:off x="205" y="688273"/>
        <a:ext cx="2479997" cy="1190398"/>
      </dsp:txXfrm>
    </dsp:sp>
    <dsp:sp modelId="{62625428-57B7-497B-8776-93E531B32FA3}">
      <dsp:nvSpPr>
        <dsp:cNvPr id="0" name=""/>
        <dsp:cNvSpPr/>
      </dsp:nvSpPr>
      <dsp:spPr>
        <a:xfrm>
          <a:off x="2678602" y="688273"/>
          <a:ext cx="2479997" cy="2975996"/>
        </a:xfrm>
        <a:prstGeom prst="rect">
          <a:avLst/>
        </a:prstGeom>
        <a:solidFill>
          <a:schemeClr val="accent5">
            <a:hueOff val="-4050717"/>
            <a:satOff val="-275"/>
            <a:lumOff val="654"/>
            <a:alphaOff val="0"/>
          </a:schemeClr>
        </a:solidFill>
        <a:ln w="19050" cap="flat" cmpd="sng" algn="ctr">
          <a:solidFill>
            <a:schemeClr val="accent5">
              <a:hueOff val="-4050717"/>
              <a:satOff val="-275"/>
              <a:lumOff val="65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4969" tIns="0" rIns="244969" bIns="330200" numCol="1" spcCol="1270" anchor="t" anchorCtr="0">
          <a:noAutofit/>
        </a:bodyPr>
        <a:lstStyle/>
        <a:p>
          <a:pPr marL="0" lvl="0" indent="0" algn="l" defTabSz="755650">
            <a:lnSpc>
              <a:spcPct val="90000"/>
            </a:lnSpc>
            <a:spcBef>
              <a:spcPct val="0"/>
            </a:spcBef>
            <a:spcAft>
              <a:spcPct val="35000"/>
            </a:spcAft>
            <a:buNone/>
          </a:pPr>
          <a:r>
            <a:rPr lang="en-US" sz="1700" kern="1200"/>
            <a:t>Assigning and managing node types (source, sink, reviewer, submission)</a:t>
          </a:r>
          <a:endParaRPr lang="en-US" sz="1700" kern="1200" dirty="0"/>
        </a:p>
      </dsp:txBody>
      <dsp:txXfrm>
        <a:off x="2678602" y="1878672"/>
        <a:ext cx="2479997" cy="1785598"/>
      </dsp:txXfrm>
    </dsp:sp>
    <dsp:sp modelId="{887B0D41-166E-4A47-B857-316AEFBC245D}">
      <dsp:nvSpPr>
        <dsp:cNvPr id="0" name=""/>
        <dsp:cNvSpPr/>
      </dsp:nvSpPr>
      <dsp:spPr>
        <a:xfrm>
          <a:off x="2678602" y="688273"/>
          <a:ext cx="2479997" cy="1190398"/>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44969" tIns="165100" rIns="244969" bIns="165100" numCol="1" spcCol="1270" anchor="ctr" anchorCtr="0">
          <a:noAutofit/>
        </a:bodyPr>
        <a:lstStyle/>
        <a:p>
          <a:pPr marL="0" lvl="0" indent="0" algn="l" defTabSz="2711450">
            <a:lnSpc>
              <a:spcPct val="90000"/>
            </a:lnSpc>
            <a:spcBef>
              <a:spcPct val="0"/>
            </a:spcBef>
            <a:spcAft>
              <a:spcPct val="35000"/>
            </a:spcAft>
            <a:buNone/>
          </a:pPr>
          <a:r>
            <a:rPr lang="pt-PT" sz="6100" kern="1200"/>
            <a:t>02</a:t>
          </a:r>
        </a:p>
      </dsp:txBody>
      <dsp:txXfrm>
        <a:off x="2678602" y="688273"/>
        <a:ext cx="2479997" cy="1190398"/>
      </dsp:txXfrm>
    </dsp:sp>
    <dsp:sp modelId="{D9EA4670-1AB5-4D5C-B8B2-6506DB713CF7}">
      <dsp:nvSpPr>
        <dsp:cNvPr id="0" name=""/>
        <dsp:cNvSpPr/>
      </dsp:nvSpPr>
      <dsp:spPr>
        <a:xfrm>
          <a:off x="5356999" y="688273"/>
          <a:ext cx="2479997" cy="2975996"/>
        </a:xfrm>
        <a:prstGeom prst="rect">
          <a:avLst/>
        </a:prstGeom>
        <a:solidFill>
          <a:schemeClr val="accent5">
            <a:hueOff val="-8101434"/>
            <a:satOff val="-551"/>
            <a:lumOff val="1307"/>
            <a:alphaOff val="0"/>
          </a:schemeClr>
        </a:solidFill>
        <a:ln w="19050" cap="flat" cmpd="sng" algn="ctr">
          <a:solidFill>
            <a:schemeClr val="accent5">
              <a:hueOff val="-8101434"/>
              <a:satOff val="-551"/>
              <a:lumOff val="1307"/>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4969" tIns="0" rIns="244969" bIns="330200" numCol="1" spcCol="1270" anchor="t" anchorCtr="0">
          <a:noAutofit/>
        </a:bodyPr>
        <a:lstStyle/>
        <a:p>
          <a:pPr marL="0" lvl="0" indent="0" algn="l" defTabSz="755650">
            <a:lnSpc>
              <a:spcPct val="90000"/>
            </a:lnSpc>
            <a:spcBef>
              <a:spcPct val="0"/>
            </a:spcBef>
            <a:spcAft>
              <a:spcPct val="35000"/>
            </a:spcAft>
            <a:buNone/>
          </a:pPr>
          <a:r>
            <a:rPr lang="en-US" sz="1700" kern="1200"/>
            <a:t>Establishing the appropriate connections between nodes for the max flow algorithm</a:t>
          </a:r>
          <a:endParaRPr lang="en-US" sz="1700" kern="1200" dirty="0"/>
        </a:p>
      </dsp:txBody>
      <dsp:txXfrm>
        <a:off x="5356999" y="1878672"/>
        <a:ext cx="2479997" cy="1785598"/>
      </dsp:txXfrm>
    </dsp:sp>
    <dsp:sp modelId="{DAD6C047-CF17-44C2-8560-8FBB9F286DED}">
      <dsp:nvSpPr>
        <dsp:cNvPr id="0" name=""/>
        <dsp:cNvSpPr/>
      </dsp:nvSpPr>
      <dsp:spPr>
        <a:xfrm>
          <a:off x="5356999" y="688273"/>
          <a:ext cx="2479997" cy="1190398"/>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44969" tIns="165100" rIns="244969" bIns="165100" numCol="1" spcCol="1270" anchor="ctr" anchorCtr="0">
          <a:noAutofit/>
        </a:bodyPr>
        <a:lstStyle/>
        <a:p>
          <a:pPr marL="0" lvl="0" indent="0" algn="l" defTabSz="2711450">
            <a:lnSpc>
              <a:spcPct val="90000"/>
            </a:lnSpc>
            <a:spcBef>
              <a:spcPct val="0"/>
            </a:spcBef>
            <a:spcAft>
              <a:spcPct val="35000"/>
            </a:spcAft>
            <a:buNone/>
          </a:pPr>
          <a:r>
            <a:rPr lang="pt-PT" sz="6100" kern="1200"/>
            <a:t>03</a:t>
          </a:r>
        </a:p>
      </dsp:txBody>
      <dsp:txXfrm>
        <a:off x="5356999" y="688273"/>
        <a:ext cx="2479997" cy="1190398"/>
      </dsp:txXfrm>
    </dsp:sp>
    <dsp:sp modelId="{4AAB512F-44F4-4FCE-9D98-AF3AF6DCBA8D}">
      <dsp:nvSpPr>
        <dsp:cNvPr id="0" name=""/>
        <dsp:cNvSpPr/>
      </dsp:nvSpPr>
      <dsp:spPr>
        <a:xfrm>
          <a:off x="8035397" y="688273"/>
          <a:ext cx="2479997" cy="2975996"/>
        </a:xfrm>
        <a:prstGeom prst="rect">
          <a:avLst/>
        </a:prstGeom>
        <a:solidFill>
          <a:schemeClr val="accent5">
            <a:hueOff val="-12152150"/>
            <a:satOff val="-826"/>
            <a:lumOff val="1961"/>
            <a:alphaOff val="0"/>
          </a:schemeClr>
        </a:solidFill>
        <a:ln w="19050" cap="flat" cmpd="sng" algn="ctr">
          <a:solidFill>
            <a:schemeClr val="accent5">
              <a:hueOff val="-12152150"/>
              <a:satOff val="-826"/>
              <a:lumOff val="196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4969" tIns="0" rIns="244969" bIns="330200" numCol="1" spcCol="1270" anchor="t" anchorCtr="0">
          <a:noAutofit/>
        </a:bodyPr>
        <a:lstStyle/>
        <a:p>
          <a:pPr marL="0" lvl="0" indent="0" algn="l" defTabSz="755650">
            <a:lnSpc>
              <a:spcPct val="90000"/>
            </a:lnSpc>
            <a:spcBef>
              <a:spcPct val="0"/>
            </a:spcBef>
            <a:spcAft>
              <a:spcPct val="35000"/>
            </a:spcAft>
            <a:buNone/>
          </a:pPr>
          <a:r>
            <a:rPr lang="en-US" sz="1700" kern="1200"/>
            <a:t>Preparing the graph for subsequent algorithms (Max Flow, Risk analysis, etc...)</a:t>
          </a:r>
          <a:endParaRPr lang="en-US" sz="1700" kern="1200" dirty="0"/>
        </a:p>
      </dsp:txBody>
      <dsp:txXfrm>
        <a:off x="8035397" y="1878672"/>
        <a:ext cx="2479997" cy="1785598"/>
      </dsp:txXfrm>
    </dsp:sp>
    <dsp:sp modelId="{DB119B49-AA63-468F-842C-7AEDF8C2C691}">
      <dsp:nvSpPr>
        <dsp:cNvPr id="0" name=""/>
        <dsp:cNvSpPr/>
      </dsp:nvSpPr>
      <dsp:spPr>
        <a:xfrm>
          <a:off x="8035397" y="688273"/>
          <a:ext cx="2479997" cy="1190398"/>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44969" tIns="165100" rIns="244969" bIns="165100" numCol="1" spcCol="1270" anchor="ctr" anchorCtr="0">
          <a:noAutofit/>
        </a:bodyPr>
        <a:lstStyle/>
        <a:p>
          <a:pPr marL="0" lvl="0" indent="0" algn="l" defTabSz="2711450">
            <a:lnSpc>
              <a:spcPct val="90000"/>
            </a:lnSpc>
            <a:spcBef>
              <a:spcPct val="0"/>
            </a:spcBef>
            <a:spcAft>
              <a:spcPct val="35000"/>
            </a:spcAft>
            <a:buNone/>
          </a:pPr>
          <a:r>
            <a:rPr lang="pt-PT" sz="6100" kern="1200"/>
            <a:t>04</a:t>
          </a:r>
        </a:p>
      </dsp:txBody>
      <dsp:txXfrm>
        <a:off x="8035397" y="688273"/>
        <a:ext cx="2479997" cy="1190398"/>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EF9DF8-0A1C-4EB9-9B0E-A76B3DDC1F41}">
      <dsp:nvSpPr>
        <dsp:cNvPr id="0" name=""/>
        <dsp:cNvSpPr/>
      </dsp:nvSpPr>
      <dsp:spPr>
        <a:xfrm>
          <a:off x="2308909" y="911911"/>
          <a:ext cx="1944000" cy="1944000"/>
        </a:xfrm>
        <a:prstGeom prst="rect">
          <a:avLst/>
        </a:prstGeom>
        <a:blipFill>
          <a:blip xmlns:r="http://schemas.openxmlformats.org/officeDocument/2006/relationships">
            <a:extLst>
              <a:ext uri="{96DAC541-7B7A-43D3-8B79-37D633B846F1}">
                <asvg:svgBlip xmlns:asvg="http://schemas.microsoft.com/office/drawing/2016/SVG/main" r:embed="rId1"/>
              </a:ext>
            </a:extLst>
          </a:blip>
          <a:srcRect/>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FC5DDBC-603E-4433-BA97-0F264B1A6F81}">
      <dsp:nvSpPr>
        <dsp:cNvPr id="0" name=""/>
        <dsp:cNvSpPr/>
      </dsp:nvSpPr>
      <dsp:spPr>
        <a:xfrm>
          <a:off x="1120909" y="3354088"/>
          <a:ext cx="4320000" cy="877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22300">
            <a:lnSpc>
              <a:spcPct val="100000"/>
            </a:lnSpc>
            <a:spcBef>
              <a:spcPct val="0"/>
            </a:spcBef>
            <a:spcAft>
              <a:spcPct val="35000"/>
            </a:spcAft>
            <a:buNone/>
          </a:pPr>
          <a:r>
            <a:rPr lang="en-US" sz="1400" kern="1200" dirty="0"/>
            <a:t>Implements the Edmonds-Karp algorithm, an implementation of the Ford-Fulkerson method that uses a BFS, and, consequently, is shortest path "oriented", to compute the maximum flow in a directed graph. </a:t>
          </a:r>
        </a:p>
      </dsp:txBody>
      <dsp:txXfrm>
        <a:off x="1120909" y="3354088"/>
        <a:ext cx="4320000" cy="877500"/>
      </dsp:txXfrm>
    </dsp:sp>
    <dsp:sp modelId="{2BD5BFC7-9C51-4486-BD06-F39BDABF28B9}">
      <dsp:nvSpPr>
        <dsp:cNvPr id="0" name=""/>
        <dsp:cNvSpPr/>
      </dsp:nvSpPr>
      <dsp:spPr>
        <a:xfrm>
          <a:off x="7384909" y="911911"/>
          <a:ext cx="1944000" cy="1944000"/>
        </a:xfrm>
        <a:prstGeom prst="rect">
          <a:avLst/>
        </a:prstGeom>
        <a:blipFill rotWithShape="1">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B1AA65A-E34A-4848-A477-C08C634A83AA}">
      <dsp:nvSpPr>
        <dsp:cNvPr id="0" name=""/>
        <dsp:cNvSpPr/>
      </dsp:nvSpPr>
      <dsp:spPr>
        <a:xfrm>
          <a:off x="6196909" y="3354088"/>
          <a:ext cx="4320000" cy="877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22300">
            <a:lnSpc>
              <a:spcPct val="100000"/>
            </a:lnSpc>
            <a:spcBef>
              <a:spcPct val="0"/>
            </a:spcBef>
            <a:spcAft>
              <a:spcPct val="35000"/>
            </a:spcAft>
            <a:buNone/>
          </a:pPr>
          <a:r>
            <a:rPr lang="en-US" sz="1400" kern="1200" dirty="0"/>
            <a:t>This maximum flow is used to generate the assignments in the system by modeling the assignment problem as a bipartite graph</a:t>
          </a:r>
        </a:p>
      </dsp:txBody>
      <dsp:txXfrm>
        <a:off x="6196909" y="3354088"/>
        <a:ext cx="4320000" cy="877500"/>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E6FA56E-E462-43A7-8D08-E68C5E820377}">
      <dsp:nvSpPr>
        <dsp:cNvPr id="0" name=""/>
        <dsp:cNvSpPr/>
      </dsp:nvSpPr>
      <dsp:spPr>
        <a:xfrm>
          <a:off x="1212569" y="550126"/>
          <a:ext cx="1300252" cy="1300252"/>
        </a:xfrm>
        <a:prstGeom prst="rect">
          <a:avLst/>
        </a:prstGeom>
        <a:blipFill rotWithShape="1">
          <a:blip xmlns:r="http://schemas.openxmlformats.org/officeDocument/2006/relationships">
            <a:extLst>
              <a:ext uri="{96DAC541-7B7A-43D3-8B79-37D633B846F1}">
                <asvg:svgBlip xmlns:asvg="http://schemas.microsoft.com/office/drawing/2016/SVG/main" r:embed="rId1"/>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67B4C09-2BDC-4643-8FC7-CF5ED7A6B3E9}">
      <dsp:nvSpPr>
        <dsp:cNvPr id="0" name=""/>
        <dsp:cNvSpPr/>
      </dsp:nvSpPr>
      <dsp:spPr>
        <a:xfrm>
          <a:off x="417971" y="2311926"/>
          <a:ext cx="2889450" cy="13148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100000"/>
            </a:lnSpc>
            <a:spcBef>
              <a:spcPct val="0"/>
            </a:spcBef>
            <a:spcAft>
              <a:spcPct val="35000"/>
            </a:spcAft>
            <a:buNone/>
          </a:pPr>
          <a:r>
            <a:rPr lang="en-US" sz="1200" kern="1200" dirty="0">
              <a:solidFill>
                <a:schemeClr val="bg1"/>
              </a:solidFill>
            </a:rPr>
            <a:t>One set of vertices represents submissions and the other represents reviewers, and edges encode assignment possibilities with capacity constraints.</a:t>
          </a:r>
        </a:p>
      </dsp:txBody>
      <dsp:txXfrm>
        <a:off x="417971" y="2311926"/>
        <a:ext cx="2889450" cy="1314843"/>
      </dsp:txXfrm>
    </dsp:sp>
    <dsp:sp modelId="{1A0A3C0E-EE2F-4D81-9BF8-3347F9B68AED}">
      <dsp:nvSpPr>
        <dsp:cNvPr id="0" name=""/>
        <dsp:cNvSpPr/>
      </dsp:nvSpPr>
      <dsp:spPr>
        <a:xfrm>
          <a:off x="4607673" y="550126"/>
          <a:ext cx="1300252" cy="1300252"/>
        </a:xfrm>
        <a:prstGeom prst="rect">
          <a:avLst/>
        </a:prstGeom>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67FCA270-4B29-4369-A350-5374A2E7789D}">
      <dsp:nvSpPr>
        <dsp:cNvPr id="0" name=""/>
        <dsp:cNvSpPr/>
      </dsp:nvSpPr>
      <dsp:spPr>
        <a:xfrm>
          <a:off x="3813075" y="2311926"/>
          <a:ext cx="2889450" cy="13148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77850">
            <a:lnSpc>
              <a:spcPct val="100000"/>
            </a:lnSpc>
            <a:spcBef>
              <a:spcPct val="0"/>
            </a:spcBef>
            <a:spcAft>
              <a:spcPct val="35000"/>
            </a:spcAft>
            <a:buNone/>
          </a:pPr>
          <a:r>
            <a:rPr lang="en-US" sz="1300" kern="1200" dirty="0">
              <a:solidFill>
                <a:schemeClr val="bg1"/>
              </a:solidFill>
            </a:rPr>
            <a:t>In this context, computing the maximum flow is equivalent to solving a maximal bipartite matching problem.</a:t>
          </a:r>
        </a:p>
      </dsp:txBody>
      <dsp:txXfrm>
        <a:off x="3813075" y="2311926"/>
        <a:ext cx="2889450" cy="1314843"/>
      </dsp:txXfrm>
    </dsp:sp>
    <dsp:sp modelId="{C9EFCA3A-2C84-4EEA-9A17-57E8A6F08A8F}">
      <dsp:nvSpPr>
        <dsp:cNvPr id="0" name=""/>
        <dsp:cNvSpPr/>
      </dsp:nvSpPr>
      <dsp:spPr>
        <a:xfrm>
          <a:off x="8002777" y="550126"/>
          <a:ext cx="1300252" cy="130025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B76C386-6B02-4DA5-9321-0FA22361EFE3}">
      <dsp:nvSpPr>
        <dsp:cNvPr id="0" name=""/>
        <dsp:cNvSpPr/>
      </dsp:nvSpPr>
      <dsp:spPr>
        <a:xfrm>
          <a:off x="7208178" y="2311926"/>
          <a:ext cx="2889450" cy="13148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100000"/>
            </a:lnSpc>
            <a:spcBef>
              <a:spcPct val="0"/>
            </a:spcBef>
            <a:spcAft>
              <a:spcPct val="35000"/>
            </a:spcAft>
            <a:buNone/>
          </a:pPr>
          <a:r>
            <a:rPr lang="en-US" sz="1200" kern="1200" dirty="0">
              <a:solidFill>
                <a:schemeClr val="bg1"/>
              </a:solidFill>
            </a:rPr>
            <a:t>Each unit of flow along an edge represents an assignment of a reviewer to a </a:t>
          </a:r>
          <a:r>
            <a:rPr lang="en-US" sz="1200" kern="1200" dirty="0" err="1">
              <a:solidFill>
                <a:schemeClr val="bg1"/>
              </a:solidFill>
            </a:rPr>
            <a:t>submissiothe</a:t>
          </a:r>
          <a:r>
            <a:rPr lang="en-US" sz="1200" kern="1200" dirty="0">
              <a:solidFill>
                <a:schemeClr val="bg1"/>
              </a:solidFill>
            </a:rPr>
            <a:t> maximum flow guarantees that as many submissions as possible receive the required number of reviewers while respecting all reviewer and submission constraints.</a:t>
          </a:r>
        </a:p>
      </dsp:txBody>
      <dsp:txXfrm>
        <a:off x="7208178" y="2311926"/>
        <a:ext cx="2889450" cy="1314843"/>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EECA06B-162E-466C-8899-E4CBBFCF5965}">
      <dsp:nvSpPr>
        <dsp:cNvPr id="0" name=""/>
        <dsp:cNvSpPr/>
      </dsp:nvSpPr>
      <dsp:spPr>
        <a:xfrm>
          <a:off x="0" y="39043"/>
          <a:ext cx="3644213" cy="3644213"/>
        </a:xfrm>
        <a:prstGeom prst="pie">
          <a:avLst>
            <a:gd name="adj1" fmla="val 5400000"/>
            <a:gd name="adj2" fmla="val 16200000"/>
          </a:avLst>
        </a:prstGeom>
        <a:solidFill>
          <a:schemeClr val="accent1">
            <a:shade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1759A06-A8DE-4BCD-8C8F-21B1D80BD1B2}">
      <dsp:nvSpPr>
        <dsp:cNvPr id="0" name=""/>
        <dsp:cNvSpPr/>
      </dsp:nvSpPr>
      <dsp:spPr>
        <a:xfrm>
          <a:off x="1822106" y="39043"/>
          <a:ext cx="4251582" cy="3644213"/>
        </a:xfrm>
        <a:prstGeom prst="rect">
          <a:avLst/>
        </a:prstGeom>
        <a:solidFill>
          <a:schemeClr val="lt1">
            <a:alpha val="90000"/>
            <a:hueOff val="0"/>
            <a:satOff val="0"/>
            <a:lumOff val="0"/>
            <a:alphaOff val="0"/>
          </a:schemeClr>
        </a:solidFill>
        <a:ln w="19050" cap="flat" cmpd="sng" algn="ctr">
          <a:solidFill>
            <a:schemeClr val="accent1">
              <a:shade val="5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kern="1200" dirty="0"/>
            <a:t>The setup() function loads the input file, parses its contents using the Parser, and converts the data into a graph structure through an adapter.</a:t>
          </a:r>
          <a:endParaRPr lang="pt-PT" sz="1400" kern="1200" dirty="0"/>
        </a:p>
      </dsp:txBody>
      <dsp:txXfrm>
        <a:off x="1822106" y="39043"/>
        <a:ext cx="4251582" cy="774395"/>
      </dsp:txXfrm>
    </dsp:sp>
    <dsp:sp modelId="{5FCEF7C1-10F8-4DC3-B7E4-40C3A7A982BE}">
      <dsp:nvSpPr>
        <dsp:cNvPr id="0" name=""/>
        <dsp:cNvSpPr/>
      </dsp:nvSpPr>
      <dsp:spPr>
        <a:xfrm>
          <a:off x="478303" y="813438"/>
          <a:ext cx="2687607" cy="2687607"/>
        </a:xfrm>
        <a:prstGeom prst="pie">
          <a:avLst>
            <a:gd name="adj1" fmla="val 5400000"/>
            <a:gd name="adj2" fmla="val 16200000"/>
          </a:avLst>
        </a:prstGeom>
        <a:solidFill>
          <a:schemeClr val="accent1">
            <a:shade val="50000"/>
            <a:hueOff val="294825"/>
            <a:satOff val="-30989"/>
            <a:lumOff val="26741"/>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0F9567E-BFA8-4787-BB99-401DA59E26F0}">
      <dsp:nvSpPr>
        <dsp:cNvPr id="0" name=""/>
        <dsp:cNvSpPr/>
      </dsp:nvSpPr>
      <dsp:spPr>
        <a:xfrm>
          <a:off x="1822106" y="813438"/>
          <a:ext cx="4251582" cy="2687607"/>
        </a:xfrm>
        <a:prstGeom prst="rect">
          <a:avLst/>
        </a:prstGeom>
        <a:solidFill>
          <a:schemeClr val="lt1">
            <a:alpha val="90000"/>
            <a:hueOff val="0"/>
            <a:satOff val="0"/>
            <a:lumOff val="0"/>
            <a:alphaOff val="0"/>
          </a:schemeClr>
        </a:solidFill>
        <a:ln w="19050" cap="flat" cmpd="sng" algn="ctr">
          <a:solidFill>
            <a:schemeClr val="accent1">
              <a:shade val="50000"/>
              <a:hueOff val="294825"/>
              <a:satOff val="-30989"/>
              <a:lumOff val="26741"/>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kern="1200"/>
            <a:t>The main processing step is performed by get_max_flow(), which applies the Edmonds-Karp algorithm to compute a maximum flow on the graph.</a:t>
          </a:r>
          <a:endParaRPr lang="pt-PT" sz="1400" kern="1200"/>
        </a:p>
      </dsp:txBody>
      <dsp:txXfrm>
        <a:off x="1822106" y="813438"/>
        <a:ext cx="4251582" cy="774395"/>
      </dsp:txXfrm>
    </dsp:sp>
    <dsp:sp modelId="{BEF30B7B-C3D9-40E2-8F42-7E73D3B2B552}">
      <dsp:nvSpPr>
        <dsp:cNvPr id="0" name=""/>
        <dsp:cNvSpPr/>
      </dsp:nvSpPr>
      <dsp:spPr>
        <a:xfrm>
          <a:off x="956606" y="1587833"/>
          <a:ext cx="1731001" cy="1731001"/>
        </a:xfrm>
        <a:prstGeom prst="pie">
          <a:avLst>
            <a:gd name="adj1" fmla="val 5400000"/>
            <a:gd name="adj2" fmla="val 16200000"/>
          </a:avLst>
        </a:prstGeom>
        <a:solidFill>
          <a:schemeClr val="accent1">
            <a:shade val="50000"/>
            <a:hueOff val="589649"/>
            <a:satOff val="-61978"/>
            <a:lumOff val="53482"/>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87DC48C-C71E-4094-88FF-C04F4C87C2C0}">
      <dsp:nvSpPr>
        <dsp:cNvPr id="0" name=""/>
        <dsp:cNvSpPr/>
      </dsp:nvSpPr>
      <dsp:spPr>
        <a:xfrm>
          <a:off x="1822106" y="1587833"/>
          <a:ext cx="4251582" cy="1731001"/>
        </a:xfrm>
        <a:prstGeom prst="rect">
          <a:avLst/>
        </a:prstGeom>
        <a:solidFill>
          <a:schemeClr val="lt1">
            <a:alpha val="90000"/>
            <a:hueOff val="0"/>
            <a:satOff val="0"/>
            <a:lumOff val="0"/>
            <a:alphaOff val="0"/>
          </a:schemeClr>
        </a:solidFill>
        <a:ln w="19050" cap="flat" cmpd="sng" algn="ctr">
          <a:solidFill>
            <a:schemeClr val="accent1">
              <a:shade val="50000"/>
              <a:hueOff val="589649"/>
              <a:satOff val="-61978"/>
              <a:lumOff val="53482"/>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kern="1200"/>
            <a:t>This corresponds to finding an optimal assignment between reviewers and submissions. </a:t>
          </a:r>
          <a:endParaRPr lang="pt-PT" sz="1400" kern="1200"/>
        </a:p>
      </dsp:txBody>
      <dsp:txXfrm>
        <a:off x="1822106" y="1587833"/>
        <a:ext cx="4251582" cy="774395"/>
      </dsp:txXfrm>
    </dsp:sp>
    <dsp:sp modelId="{3DD1AF44-2645-4DC1-8422-5322A9BF5FB2}">
      <dsp:nvSpPr>
        <dsp:cNvPr id="0" name=""/>
        <dsp:cNvSpPr/>
      </dsp:nvSpPr>
      <dsp:spPr>
        <a:xfrm>
          <a:off x="1434909" y="2362229"/>
          <a:ext cx="774395" cy="774395"/>
        </a:xfrm>
        <a:prstGeom prst="pie">
          <a:avLst>
            <a:gd name="adj1" fmla="val 5400000"/>
            <a:gd name="adj2" fmla="val 16200000"/>
          </a:avLst>
        </a:prstGeom>
        <a:solidFill>
          <a:schemeClr val="accent1">
            <a:shade val="50000"/>
            <a:hueOff val="294825"/>
            <a:satOff val="-30989"/>
            <a:lumOff val="26741"/>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962D996-53F3-4700-A7C8-A70504C7F5D5}">
      <dsp:nvSpPr>
        <dsp:cNvPr id="0" name=""/>
        <dsp:cNvSpPr/>
      </dsp:nvSpPr>
      <dsp:spPr>
        <a:xfrm>
          <a:off x="1822106" y="2362229"/>
          <a:ext cx="4251582" cy="774395"/>
        </a:xfrm>
        <a:prstGeom prst="rect">
          <a:avLst/>
        </a:prstGeom>
        <a:solidFill>
          <a:schemeClr val="lt1">
            <a:alpha val="90000"/>
            <a:hueOff val="0"/>
            <a:satOff val="0"/>
            <a:lumOff val="0"/>
            <a:alphaOff val="0"/>
          </a:schemeClr>
        </a:solidFill>
        <a:ln w="19050" cap="flat" cmpd="sng" algn="ctr">
          <a:solidFill>
            <a:schemeClr val="accent1">
              <a:shade val="50000"/>
              <a:hueOff val="294825"/>
              <a:satOff val="-30989"/>
              <a:lumOff val="26741"/>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kern="1200"/>
            <a:t>The resulting flow is then interpreted and stored as matching outputs for both submissions and reviewers.</a:t>
          </a:r>
          <a:endParaRPr lang="pt-PT" sz="1400" kern="1200"/>
        </a:p>
      </dsp:txBody>
      <dsp:txXfrm>
        <a:off x="1822106" y="2362229"/>
        <a:ext cx="4251582" cy="774395"/>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0BD1912-36D2-426E-AE18-99ACCC5A086E}">
      <dsp:nvSpPr>
        <dsp:cNvPr id="0" name=""/>
        <dsp:cNvSpPr/>
      </dsp:nvSpPr>
      <dsp:spPr>
        <a:xfrm>
          <a:off x="0" y="0"/>
          <a:ext cx="10515600" cy="1305763"/>
        </a:xfrm>
        <a:prstGeom prst="rect">
          <a:avLst/>
        </a:prstGeom>
        <a:solidFill>
          <a:schemeClr val="accent2"/>
        </a:solidFill>
        <a:ln>
          <a:noFill/>
        </a:ln>
        <a:effectLst/>
      </dsp:spPr>
      <dsp:style>
        <a:lnRef idx="0">
          <a:scrgbClr r="0" g="0" b="0"/>
        </a:lnRef>
        <a:fillRef idx="1">
          <a:scrgbClr r="0" g="0" b="0"/>
        </a:fillRef>
        <a:effectRef idx="0">
          <a:scrgbClr r="0" g="0" b="0"/>
        </a:effectRef>
        <a:fontRef idx="minor"/>
      </dsp:style>
      <dsp:txBody>
        <a:bodyPr spcFirstLastPara="0" vert="horz" wrap="square" lIns="228600" tIns="228600" rIns="228600" bIns="228600" numCol="1" spcCol="1270" anchor="ctr" anchorCtr="0">
          <a:noAutofit/>
        </a:bodyPr>
        <a:lstStyle/>
        <a:p>
          <a:pPr marL="0" lvl="0" indent="0" algn="ctr" defTabSz="2667000">
            <a:lnSpc>
              <a:spcPct val="90000"/>
            </a:lnSpc>
            <a:spcBef>
              <a:spcPct val="0"/>
            </a:spcBef>
            <a:spcAft>
              <a:spcPct val="35000"/>
            </a:spcAft>
            <a:buNone/>
          </a:pPr>
          <a:endParaRPr lang="en-US" sz="6000" kern="1200" dirty="0"/>
        </a:p>
      </dsp:txBody>
      <dsp:txXfrm>
        <a:off x="0" y="0"/>
        <a:ext cx="10515600" cy="1305763"/>
      </dsp:txXfrm>
    </dsp:sp>
    <dsp:sp modelId="{ABCB5C16-78ED-4C06-8762-C2E784638AA3}">
      <dsp:nvSpPr>
        <dsp:cNvPr id="0" name=""/>
        <dsp:cNvSpPr/>
      </dsp:nvSpPr>
      <dsp:spPr>
        <a:xfrm>
          <a:off x="5134" y="1305763"/>
          <a:ext cx="3501776" cy="2742102"/>
        </a:xfrm>
        <a:prstGeom prst="rect">
          <a:avLst/>
        </a:prstGeom>
        <a:solidFill>
          <a:schemeClr val="accent2"/>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The </a:t>
          </a:r>
          <a:r>
            <a:rPr lang="en-US" sz="1800" kern="1200" dirty="0" err="1"/>
            <a:t>risk_analysis</a:t>
          </a:r>
          <a:r>
            <a:rPr lang="en-US" sz="1800" kern="1200" dirty="0"/>
            <a:t>() function identifies critical reviewers whose removal would compromise the assignment. It performs a breadth-first search on the residual graph to determine which vertices are not reachable and derives the set of critical reviewers from this structure. </a:t>
          </a:r>
        </a:p>
      </dsp:txBody>
      <dsp:txXfrm>
        <a:off x="5134" y="1305763"/>
        <a:ext cx="3501776" cy="2742102"/>
      </dsp:txXfrm>
    </dsp:sp>
    <dsp:sp modelId="{C1EC92D5-ACE8-4640-A98A-3C7B980D12A8}">
      <dsp:nvSpPr>
        <dsp:cNvPr id="0" name=""/>
        <dsp:cNvSpPr/>
      </dsp:nvSpPr>
      <dsp:spPr>
        <a:xfrm>
          <a:off x="3506911" y="1305763"/>
          <a:ext cx="3501776" cy="2742102"/>
        </a:xfrm>
        <a:prstGeom prst="rect">
          <a:avLst/>
        </a:prstGeom>
        <a:solidFill>
          <a:schemeClr val="accent2"/>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The </a:t>
          </a:r>
          <a:r>
            <a:rPr lang="en-US" sz="1800" kern="1200" dirty="0" err="1"/>
            <a:t>get_missing_output</a:t>
          </a:r>
          <a:r>
            <a:rPr lang="en-US" sz="1800" kern="1200" dirty="0"/>
            <a:t>() function identifies submissions that did not receive the required number of reviewers by inspecting edges whose flow does not meet their capacity. These are stored and sorted for reporting. </a:t>
          </a:r>
        </a:p>
      </dsp:txBody>
      <dsp:txXfrm>
        <a:off x="3506911" y="1305763"/>
        <a:ext cx="3501776" cy="2742102"/>
      </dsp:txXfrm>
    </dsp:sp>
    <dsp:sp modelId="{08960562-6990-4E35-98E2-011852C9534C}">
      <dsp:nvSpPr>
        <dsp:cNvPr id="0" name=""/>
        <dsp:cNvSpPr/>
      </dsp:nvSpPr>
      <dsp:spPr>
        <a:xfrm>
          <a:off x="7008688" y="1305763"/>
          <a:ext cx="3501776" cy="2742102"/>
        </a:xfrm>
        <a:prstGeom prst="rect">
          <a:avLst/>
        </a:prstGeom>
        <a:solidFill>
          <a:schemeClr val="accent2"/>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The class supports printing results to the console or saving them to a file. Outputs include the assignment results, missing assignments, and risk analysis.</a:t>
          </a:r>
        </a:p>
      </dsp:txBody>
      <dsp:txXfrm>
        <a:off x="7008688" y="1305763"/>
        <a:ext cx="3501776" cy="2742102"/>
      </dsp:txXfrm>
    </dsp:sp>
    <dsp:sp modelId="{F36D1CC7-DBEF-444A-ACBE-A8E6E5D684D9}">
      <dsp:nvSpPr>
        <dsp:cNvPr id="0" name=""/>
        <dsp:cNvSpPr/>
      </dsp:nvSpPr>
      <dsp:spPr>
        <a:xfrm>
          <a:off x="0" y="4047865"/>
          <a:ext cx="10515600" cy="304678"/>
        </a:xfrm>
        <a:prstGeom prst="rect">
          <a:avLst/>
        </a:prstGeom>
        <a:solidFill>
          <a:schemeClr val="accent1">
            <a:shade val="8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2A2334D-4F42-49C8-8348-4B0DB6BF217A}">
      <dsp:nvSpPr>
        <dsp:cNvPr id="0" name=""/>
        <dsp:cNvSpPr/>
      </dsp:nvSpPr>
      <dsp:spPr>
        <a:xfrm>
          <a:off x="6315" y="991726"/>
          <a:ext cx="1974242" cy="2369090"/>
        </a:xfrm>
        <a:prstGeom prst="rect">
          <a:avLst/>
        </a:prstGeom>
        <a:solidFill>
          <a:schemeClr val="accent4">
            <a:shade val="50000"/>
            <a:hueOff val="0"/>
            <a:satOff val="0"/>
            <a:lumOff val="0"/>
            <a:alphaOff val="0"/>
          </a:schemeClr>
        </a:solidFill>
        <a:ln w="19050" cap="flat" cmpd="sng" algn="ctr">
          <a:solidFill>
            <a:schemeClr val="accent4">
              <a:shade val="5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5011" tIns="0" rIns="195011" bIns="330200" numCol="1" spcCol="1270" anchor="t" anchorCtr="0">
          <a:noAutofit/>
        </a:bodyPr>
        <a:lstStyle/>
        <a:p>
          <a:pPr marL="0" lvl="0" indent="0" algn="l" defTabSz="666750">
            <a:lnSpc>
              <a:spcPct val="90000"/>
            </a:lnSpc>
            <a:spcBef>
              <a:spcPct val="0"/>
            </a:spcBef>
            <a:spcAft>
              <a:spcPct val="35000"/>
            </a:spcAft>
            <a:buNone/>
          </a:pPr>
          <a:r>
            <a:rPr lang="en-US" sz="1500" kern="1200"/>
            <a:t>Integrating parsing, graph construction, and algorithm execution</a:t>
          </a:r>
          <a:endParaRPr lang="en-US" sz="1500" kern="1200" dirty="0"/>
        </a:p>
      </dsp:txBody>
      <dsp:txXfrm>
        <a:off x="6315" y="1939362"/>
        <a:ext cx="1974242" cy="1421454"/>
      </dsp:txXfrm>
    </dsp:sp>
    <dsp:sp modelId="{7AEF0FC6-54B3-4759-9569-4B10249615DE}">
      <dsp:nvSpPr>
        <dsp:cNvPr id="0" name=""/>
        <dsp:cNvSpPr/>
      </dsp:nvSpPr>
      <dsp:spPr>
        <a:xfrm>
          <a:off x="6315" y="991726"/>
          <a:ext cx="1974242" cy="947636"/>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195011" tIns="165100" rIns="195011" bIns="165100" numCol="1" spcCol="1270" anchor="ctr" anchorCtr="0">
          <a:noAutofit/>
        </a:bodyPr>
        <a:lstStyle/>
        <a:p>
          <a:pPr marL="0" lvl="0" indent="0" algn="l" defTabSz="1911350">
            <a:lnSpc>
              <a:spcPct val="90000"/>
            </a:lnSpc>
            <a:spcBef>
              <a:spcPct val="0"/>
            </a:spcBef>
            <a:spcAft>
              <a:spcPct val="35000"/>
            </a:spcAft>
            <a:buNone/>
          </a:pPr>
          <a:r>
            <a:rPr lang="pt-PT" sz="4300" kern="1200"/>
            <a:t>01</a:t>
          </a:r>
        </a:p>
      </dsp:txBody>
      <dsp:txXfrm>
        <a:off x="6315" y="991726"/>
        <a:ext cx="1974242" cy="947636"/>
      </dsp:txXfrm>
    </dsp:sp>
    <dsp:sp modelId="{0F11D6FD-ED50-40A0-8B15-A589BE762ED0}">
      <dsp:nvSpPr>
        <dsp:cNvPr id="0" name=""/>
        <dsp:cNvSpPr/>
      </dsp:nvSpPr>
      <dsp:spPr>
        <a:xfrm>
          <a:off x="2138497" y="991726"/>
          <a:ext cx="1974242" cy="2369090"/>
        </a:xfrm>
        <a:prstGeom prst="rect">
          <a:avLst/>
        </a:prstGeom>
        <a:solidFill>
          <a:schemeClr val="accent4">
            <a:shade val="50000"/>
            <a:hueOff val="243813"/>
            <a:satOff val="-14088"/>
            <a:lumOff val="19493"/>
            <a:alphaOff val="0"/>
          </a:schemeClr>
        </a:solidFill>
        <a:ln w="19050" cap="flat" cmpd="sng" algn="ctr">
          <a:solidFill>
            <a:schemeClr val="accent4">
              <a:shade val="50000"/>
              <a:hueOff val="243813"/>
              <a:satOff val="-14088"/>
              <a:lumOff val="1949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5011" tIns="0" rIns="195011" bIns="330200" numCol="1" spcCol="1270" anchor="t" anchorCtr="0">
          <a:noAutofit/>
        </a:bodyPr>
        <a:lstStyle/>
        <a:p>
          <a:pPr marL="0" lvl="0" indent="0" algn="l" defTabSz="666750">
            <a:lnSpc>
              <a:spcPct val="90000"/>
            </a:lnSpc>
            <a:spcBef>
              <a:spcPct val="0"/>
            </a:spcBef>
            <a:spcAft>
              <a:spcPct val="35000"/>
            </a:spcAft>
            <a:buNone/>
          </a:pPr>
          <a:r>
            <a:rPr lang="en-US" sz="1500" kern="1200"/>
            <a:t>Computing assignments using maximum flow algorithm (Edmonds-Karp)</a:t>
          </a:r>
          <a:endParaRPr lang="en-US" sz="1500" kern="1200" dirty="0"/>
        </a:p>
      </dsp:txBody>
      <dsp:txXfrm>
        <a:off x="2138497" y="1939362"/>
        <a:ext cx="1974242" cy="1421454"/>
      </dsp:txXfrm>
    </dsp:sp>
    <dsp:sp modelId="{561B2A15-BC08-41AF-9C92-AE686FED2D32}">
      <dsp:nvSpPr>
        <dsp:cNvPr id="0" name=""/>
        <dsp:cNvSpPr/>
      </dsp:nvSpPr>
      <dsp:spPr>
        <a:xfrm>
          <a:off x="2138497" y="991726"/>
          <a:ext cx="1974242" cy="947636"/>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195011" tIns="165100" rIns="195011" bIns="165100" numCol="1" spcCol="1270" anchor="ctr" anchorCtr="0">
          <a:noAutofit/>
        </a:bodyPr>
        <a:lstStyle/>
        <a:p>
          <a:pPr marL="0" lvl="0" indent="0" algn="l" defTabSz="1911350">
            <a:lnSpc>
              <a:spcPct val="90000"/>
            </a:lnSpc>
            <a:spcBef>
              <a:spcPct val="0"/>
            </a:spcBef>
            <a:spcAft>
              <a:spcPct val="35000"/>
            </a:spcAft>
            <a:buNone/>
          </a:pPr>
          <a:r>
            <a:rPr lang="pt-PT" sz="4300" kern="1200"/>
            <a:t>02</a:t>
          </a:r>
        </a:p>
      </dsp:txBody>
      <dsp:txXfrm>
        <a:off x="2138497" y="991726"/>
        <a:ext cx="1974242" cy="947636"/>
      </dsp:txXfrm>
    </dsp:sp>
    <dsp:sp modelId="{2C8DC505-A8BF-4040-9D83-8DFCA657051A}">
      <dsp:nvSpPr>
        <dsp:cNvPr id="0" name=""/>
        <dsp:cNvSpPr/>
      </dsp:nvSpPr>
      <dsp:spPr>
        <a:xfrm>
          <a:off x="4270678" y="991726"/>
          <a:ext cx="1974242" cy="2369090"/>
        </a:xfrm>
        <a:prstGeom prst="rect">
          <a:avLst/>
        </a:prstGeom>
        <a:solidFill>
          <a:schemeClr val="accent4">
            <a:shade val="50000"/>
            <a:hueOff val="487627"/>
            <a:satOff val="-28175"/>
            <a:lumOff val="38986"/>
            <a:alphaOff val="0"/>
          </a:schemeClr>
        </a:solidFill>
        <a:ln w="19050" cap="flat" cmpd="sng" algn="ctr">
          <a:solidFill>
            <a:schemeClr val="accent4">
              <a:shade val="50000"/>
              <a:hueOff val="487627"/>
              <a:satOff val="-28175"/>
              <a:lumOff val="38986"/>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5011" tIns="0" rIns="195011" bIns="330200" numCol="1" spcCol="1270" anchor="t" anchorCtr="0">
          <a:noAutofit/>
        </a:bodyPr>
        <a:lstStyle/>
        <a:p>
          <a:pPr marL="0" lvl="0" indent="0" algn="l" defTabSz="666750">
            <a:lnSpc>
              <a:spcPct val="90000"/>
            </a:lnSpc>
            <a:spcBef>
              <a:spcPct val="0"/>
            </a:spcBef>
            <a:spcAft>
              <a:spcPct val="35000"/>
            </a:spcAft>
            <a:buNone/>
          </a:pPr>
          <a:r>
            <a:rPr lang="en-US" sz="1500" kern="1200"/>
            <a:t>Detecting incomplete assignments and reports missing allocations</a:t>
          </a:r>
          <a:endParaRPr lang="en-US" sz="1500" kern="1200" dirty="0"/>
        </a:p>
      </dsp:txBody>
      <dsp:txXfrm>
        <a:off x="4270678" y="1939362"/>
        <a:ext cx="1974242" cy="1421454"/>
      </dsp:txXfrm>
    </dsp:sp>
    <dsp:sp modelId="{E5ADA4A6-8F5B-48BC-A7E1-5CB1836A5A4B}">
      <dsp:nvSpPr>
        <dsp:cNvPr id="0" name=""/>
        <dsp:cNvSpPr/>
      </dsp:nvSpPr>
      <dsp:spPr>
        <a:xfrm>
          <a:off x="4270678" y="991726"/>
          <a:ext cx="1974242" cy="947636"/>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195011" tIns="165100" rIns="195011" bIns="165100" numCol="1" spcCol="1270" anchor="ctr" anchorCtr="0">
          <a:noAutofit/>
        </a:bodyPr>
        <a:lstStyle/>
        <a:p>
          <a:pPr marL="0" lvl="0" indent="0" algn="l" defTabSz="1911350">
            <a:lnSpc>
              <a:spcPct val="90000"/>
            </a:lnSpc>
            <a:spcBef>
              <a:spcPct val="0"/>
            </a:spcBef>
            <a:spcAft>
              <a:spcPct val="35000"/>
            </a:spcAft>
            <a:buNone/>
          </a:pPr>
          <a:r>
            <a:rPr lang="pt-PT" sz="4300" kern="1200"/>
            <a:t>03</a:t>
          </a:r>
        </a:p>
      </dsp:txBody>
      <dsp:txXfrm>
        <a:off x="4270678" y="991726"/>
        <a:ext cx="1974242" cy="947636"/>
      </dsp:txXfrm>
    </dsp:sp>
    <dsp:sp modelId="{E97D3F71-EC74-49FD-B232-ECC8D63A3EC0}">
      <dsp:nvSpPr>
        <dsp:cNvPr id="0" name=""/>
        <dsp:cNvSpPr/>
      </dsp:nvSpPr>
      <dsp:spPr>
        <a:xfrm>
          <a:off x="6402860" y="991726"/>
          <a:ext cx="1974242" cy="2369090"/>
        </a:xfrm>
        <a:prstGeom prst="rect">
          <a:avLst/>
        </a:prstGeom>
        <a:solidFill>
          <a:schemeClr val="accent4">
            <a:shade val="50000"/>
            <a:hueOff val="487627"/>
            <a:satOff val="-28175"/>
            <a:lumOff val="38986"/>
            <a:alphaOff val="0"/>
          </a:schemeClr>
        </a:solidFill>
        <a:ln w="19050" cap="flat" cmpd="sng" algn="ctr">
          <a:solidFill>
            <a:schemeClr val="accent4">
              <a:shade val="50000"/>
              <a:hueOff val="487627"/>
              <a:satOff val="-28175"/>
              <a:lumOff val="38986"/>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5011" tIns="0" rIns="195011" bIns="330200" numCol="1" spcCol="1270" anchor="t" anchorCtr="0">
          <a:noAutofit/>
        </a:bodyPr>
        <a:lstStyle/>
        <a:p>
          <a:pPr marL="0" lvl="0" indent="0" algn="l" defTabSz="666750">
            <a:lnSpc>
              <a:spcPct val="90000"/>
            </a:lnSpc>
            <a:spcBef>
              <a:spcPct val="0"/>
            </a:spcBef>
            <a:spcAft>
              <a:spcPct val="35000"/>
            </a:spcAft>
            <a:buNone/>
          </a:pPr>
          <a:r>
            <a:rPr lang="en-US" sz="1500" kern="1200"/>
            <a:t>Perfoming a risk analysis for k=1</a:t>
          </a:r>
          <a:endParaRPr lang="en-US" sz="1500" kern="1200" dirty="0"/>
        </a:p>
      </dsp:txBody>
      <dsp:txXfrm>
        <a:off x="6402860" y="1939362"/>
        <a:ext cx="1974242" cy="1421454"/>
      </dsp:txXfrm>
    </dsp:sp>
    <dsp:sp modelId="{35FB8431-117F-4469-9759-51223652982D}">
      <dsp:nvSpPr>
        <dsp:cNvPr id="0" name=""/>
        <dsp:cNvSpPr/>
      </dsp:nvSpPr>
      <dsp:spPr>
        <a:xfrm>
          <a:off x="6402860" y="991726"/>
          <a:ext cx="1974242" cy="947636"/>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195011" tIns="165100" rIns="195011" bIns="165100" numCol="1" spcCol="1270" anchor="ctr" anchorCtr="0">
          <a:noAutofit/>
        </a:bodyPr>
        <a:lstStyle/>
        <a:p>
          <a:pPr marL="0" lvl="0" indent="0" algn="l" defTabSz="1911350">
            <a:lnSpc>
              <a:spcPct val="90000"/>
            </a:lnSpc>
            <a:spcBef>
              <a:spcPct val="0"/>
            </a:spcBef>
            <a:spcAft>
              <a:spcPct val="35000"/>
            </a:spcAft>
            <a:buNone/>
          </a:pPr>
          <a:r>
            <a:rPr lang="pt-PT" sz="4300" kern="1200"/>
            <a:t>04</a:t>
          </a:r>
        </a:p>
      </dsp:txBody>
      <dsp:txXfrm>
        <a:off x="6402860" y="991726"/>
        <a:ext cx="1974242" cy="947636"/>
      </dsp:txXfrm>
    </dsp:sp>
    <dsp:sp modelId="{0748ADD3-A274-4194-A00E-EED86946D779}">
      <dsp:nvSpPr>
        <dsp:cNvPr id="0" name=""/>
        <dsp:cNvSpPr/>
      </dsp:nvSpPr>
      <dsp:spPr>
        <a:xfrm>
          <a:off x="8535042" y="991726"/>
          <a:ext cx="1974242" cy="2369090"/>
        </a:xfrm>
        <a:prstGeom prst="rect">
          <a:avLst/>
        </a:prstGeom>
        <a:solidFill>
          <a:schemeClr val="accent4">
            <a:shade val="50000"/>
            <a:hueOff val="243813"/>
            <a:satOff val="-14088"/>
            <a:lumOff val="19493"/>
            <a:alphaOff val="0"/>
          </a:schemeClr>
        </a:solidFill>
        <a:ln w="19050" cap="flat" cmpd="sng" algn="ctr">
          <a:solidFill>
            <a:schemeClr val="accent4">
              <a:shade val="50000"/>
              <a:hueOff val="243813"/>
              <a:satOff val="-14088"/>
              <a:lumOff val="1949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5011" tIns="0" rIns="195011" bIns="330200" numCol="1" spcCol="1270" anchor="t" anchorCtr="0">
          <a:noAutofit/>
        </a:bodyPr>
        <a:lstStyle/>
        <a:p>
          <a:pPr marL="0" lvl="0" indent="0" algn="l" defTabSz="666750">
            <a:lnSpc>
              <a:spcPct val="90000"/>
            </a:lnSpc>
            <a:spcBef>
              <a:spcPct val="0"/>
            </a:spcBef>
            <a:spcAft>
              <a:spcPct val="35000"/>
            </a:spcAft>
            <a:buNone/>
          </a:pPr>
          <a:r>
            <a:rPr lang="en-US" sz="1500" kern="1200"/>
            <a:t>Supporting console output and file-based result storage</a:t>
          </a:r>
          <a:endParaRPr lang="en-US" sz="1500" kern="1200" dirty="0"/>
        </a:p>
      </dsp:txBody>
      <dsp:txXfrm>
        <a:off x="8535042" y="1939362"/>
        <a:ext cx="1974242" cy="1421454"/>
      </dsp:txXfrm>
    </dsp:sp>
    <dsp:sp modelId="{AC1C8E9B-F7A5-42B5-A16E-F909CF5DF822}">
      <dsp:nvSpPr>
        <dsp:cNvPr id="0" name=""/>
        <dsp:cNvSpPr/>
      </dsp:nvSpPr>
      <dsp:spPr>
        <a:xfrm>
          <a:off x="8535042" y="991726"/>
          <a:ext cx="1974242" cy="947636"/>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195011" tIns="165100" rIns="195011" bIns="165100" numCol="1" spcCol="1270" anchor="ctr" anchorCtr="0">
          <a:noAutofit/>
        </a:bodyPr>
        <a:lstStyle/>
        <a:p>
          <a:pPr marL="0" lvl="0" indent="0" algn="l" defTabSz="1911350">
            <a:lnSpc>
              <a:spcPct val="90000"/>
            </a:lnSpc>
            <a:spcBef>
              <a:spcPct val="0"/>
            </a:spcBef>
            <a:spcAft>
              <a:spcPct val="35000"/>
            </a:spcAft>
            <a:buNone/>
          </a:pPr>
          <a:r>
            <a:rPr lang="pt-PT" sz="4300" kern="1200"/>
            <a:t>05</a:t>
          </a:r>
        </a:p>
      </dsp:txBody>
      <dsp:txXfrm>
        <a:off x="8535042" y="991726"/>
        <a:ext cx="1974242" cy="94763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4509BB-BA11-4317-BBC0-D896F9CF2D61}">
      <dsp:nvSpPr>
        <dsp:cNvPr id="0" name=""/>
        <dsp:cNvSpPr/>
      </dsp:nvSpPr>
      <dsp:spPr>
        <a:xfrm>
          <a:off x="0" y="450413"/>
          <a:ext cx="5374059" cy="863249"/>
        </a:xfrm>
        <a:prstGeom prst="roundRect">
          <a:avLst/>
        </a:prstGeom>
        <a:solidFill>
          <a:schemeClr val="lt1">
            <a:hueOff val="0"/>
            <a:satOff val="0"/>
            <a:lumOff val="0"/>
            <a:alphaOff val="0"/>
          </a:schemeClr>
        </a:solidFill>
        <a:ln w="19050" cap="flat" cmpd="sng" algn="ctr">
          <a:solidFill>
            <a:schemeClr val="accent6">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l" defTabSz="533400">
            <a:lnSpc>
              <a:spcPct val="90000"/>
            </a:lnSpc>
            <a:spcBef>
              <a:spcPct val="0"/>
            </a:spcBef>
            <a:spcAft>
              <a:spcPct val="35000"/>
            </a:spcAft>
            <a:buNone/>
          </a:pPr>
          <a:r>
            <a:rPr lang="en-US" sz="1200" kern="1200"/>
            <a:t>The key to find the critical reviewers is to analyse the residual graph. </a:t>
          </a:r>
        </a:p>
      </dsp:txBody>
      <dsp:txXfrm>
        <a:off x="42140" y="492553"/>
        <a:ext cx="5289779" cy="778969"/>
      </dsp:txXfrm>
    </dsp:sp>
    <dsp:sp modelId="{72B39242-61D1-478D-A16A-C9171C7B5368}">
      <dsp:nvSpPr>
        <dsp:cNvPr id="0" name=""/>
        <dsp:cNvSpPr/>
      </dsp:nvSpPr>
      <dsp:spPr>
        <a:xfrm>
          <a:off x="0" y="1348222"/>
          <a:ext cx="5374059" cy="863249"/>
        </a:xfrm>
        <a:prstGeom prst="roundRect">
          <a:avLst/>
        </a:prstGeom>
        <a:solidFill>
          <a:schemeClr val="lt1">
            <a:hueOff val="0"/>
            <a:satOff val="0"/>
            <a:lumOff val="0"/>
            <a:alphaOff val="0"/>
          </a:schemeClr>
        </a:solidFill>
        <a:ln w="19050" cap="flat" cmpd="sng" algn="ctr">
          <a:solidFill>
            <a:schemeClr val="accent6">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l" defTabSz="533400">
            <a:lnSpc>
              <a:spcPct val="90000"/>
            </a:lnSpc>
            <a:spcBef>
              <a:spcPct val="0"/>
            </a:spcBef>
            <a:spcAft>
              <a:spcPct val="35000"/>
            </a:spcAft>
            <a:buNone/>
          </a:pPr>
          <a:r>
            <a:rPr lang="en-US" sz="1200" kern="1200" dirty="0"/>
            <a:t>If we traverse the residual graph (using the augmented paths) from a node, we will have two types of nodes: visited and unvisited</a:t>
          </a:r>
        </a:p>
      </dsp:txBody>
      <dsp:txXfrm>
        <a:off x="42140" y="1390362"/>
        <a:ext cx="5289779" cy="778969"/>
      </dsp:txXfrm>
    </dsp:sp>
    <dsp:sp modelId="{F52EAA64-6640-4120-8911-ED10B57B31B1}">
      <dsp:nvSpPr>
        <dsp:cNvPr id="0" name=""/>
        <dsp:cNvSpPr/>
      </dsp:nvSpPr>
      <dsp:spPr>
        <a:xfrm>
          <a:off x="0" y="2246031"/>
          <a:ext cx="5374059" cy="863249"/>
        </a:xfrm>
        <a:prstGeom prst="roundRect">
          <a:avLst/>
        </a:prstGeom>
        <a:solidFill>
          <a:schemeClr val="lt1">
            <a:hueOff val="0"/>
            <a:satOff val="0"/>
            <a:lumOff val="0"/>
            <a:alphaOff val="0"/>
          </a:schemeClr>
        </a:solidFill>
        <a:ln w="19050" cap="flat" cmpd="sng" algn="ctr">
          <a:solidFill>
            <a:schemeClr val="accent6">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l" defTabSz="533400">
            <a:lnSpc>
              <a:spcPct val="90000"/>
            </a:lnSpc>
            <a:spcBef>
              <a:spcPct val="0"/>
            </a:spcBef>
            <a:spcAft>
              <a:spcPct val="35000"/>
            </a:spcAft>
            <a:buNone/>
          </a:pPr>
          <a:r>
            <a:rPr lang="en-US" sz="1200" kern="1200"/>
            <a:t>And the key for the success is in the unvisited ones that tells us that all paths which are able to reach that node are saturated and there is no other path to reach it that starts from the starting node. </a:t>
          </a:r>
        </a:p>
      </dsp:txBody>
      <dsp:txXfrm>
        <a:off x="42140" y="2288171"/>
        <a:ext cx="5289779" cy="778969"/>
      </dsp:txXfrm>
    </dsp:sp>
    <dsp:sp modelId="{4E260C55-9601-49AF-9387-1253C9CBD339}">
      <dsp:nvSpPr>
        <dsp:cNvPr id="0" name=""/>
        <dsp:cNvSpPr/>
      </dsp:nvSpPr>
      <dsp:spPr>
        <a:xfrm>
          <a:off x="0" y="3143840"/>
          <a:ext cx="5374059" cy="863249"/>
        </a:xfrm>
        <a:prstGeom prst="roundRect">
          <a:avLst/>
        </a:prstGeom>
        <a:solidFill>
          <a:schemeClr val="lt1">
            <a:hueOff val="0"/>
            <a:satOff val="0"/>
            <a:lumOff val="0"/>
            <a:alphaOff val="0"/>
          </a:schemeClr>
        </a:solidFill>
        <a:ln w="19050" cap="flat" cmpd="sng" algn="ctr">
          <a:solidFill>
            <a:schemeClr val="accent6">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l" defTabSz="533400">
            <a:lnSpc>
              <a:spcPct val="90000"/>
            </a:lnSpc>
            <a:spcBef>
              <a:spcPct val="0"/>
            </a:spcBef>
            <a:spcAft>
              <a:spcPct val="35000"/>
            </a:spcAft>
            <a:buNone/>
          </a:pPr>
          <a:r>
            <a:rPr lang="en-US" sz="1200" kern="1200" dirty="0"/>
            <a:t>That means if we remove one incoming edge from the node, the maximum flow would decrease. </a:t>
          </a:r>
        </a:p>
      </dsp:txBody>
      <dsp:txXfrm>
        <a:off x="42140" y="3185980"/>
        <a:ext cx="5289779" cy="778969"/>
      </dsp:txXfrm>
    </dsp:sp>
    <dsp:sp modelId="{71D4C73F-B12D-458A-8E56-AC7399AA8DED}">
      <dsp:nvSpPr>
        <dsp:cNvPr id="0" name=""/>
        <dsp:cNvSpPr/>
      </dsp:nvSpPr>
      <dsp:spPr>
        <a:xfrm>
          <a:off x="0" y="4041649"/>
          <a:ext cx="5374059" cy="863249"/>
        </a:xfrm>
        <a:prstGeom prst="roundRect">
          <a:avLst/>
        </a:prstGeom>
        <a:solidFill>
          <a:schemeClr val="lt1">
            <a:hueOff val="0"/>
            <a:satOff val="0"/>
            <a:lumOff val="0"/>
            <a:alphaOff val="0"/>
          </a:schemeClr>
        </a:solidFill>
        <a:ln w="19050" cap="flat" cmpd="sng" algn="ctr">
          <a:solidFill>
            <a:schemeClr val="accent6">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l" defTabSz="533400">
            <a:lnSpc>
              <a:spcPct val="90000"/>
            </a:lnSpc>
            <a:spcBef>
              <a:spcPct val="0"/>
            </a:spcBef>
            <a:spcAft>
              <a:spcPct val="35000"/>
            </a:spcAft>
            <a:buNone/>
          </a:pPr>
          <a:br>
            <a:rPr lang="en-US" sz="1200" kern="1200"/>
          </a:br>
          <a:r>
            <a:rPr lang="en-US" sz="1200" kern="1200"/>
            <a:t>With that idea in thought, we just need to traverse the graph from source through the residual graph, then we filter from all unvisited nodes the articles and we know that all reviewers who are reviewing the article are critical.</a:t>
          </a:r>
          <a:endParaRPr lang="en-US" sz="1200" kern="1200" dirty="0"/>
        </a:p>
      </dsp:txBody>
      <dsp:txXfrm>
        <a:off x="42140" y="4083789"/>
        <a:ext cx="5289779" cy="778969"/>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4ACE8AB-5870-4DD6-8B9E-2338396F6520}">
      <dsp:nvSpPr>
        <dsp:cNvPr id="0" name=""/>
        <dsp:cNvSpPr/>
      </dsp:nvSpPr>
      <dsp:spPr>
        <a:xfrm>
          <a:off x="2006055" y="39593"/>
          <a:ext cx="1900491" cy="1900491"/>
        </a:xfrm>
        <a:prstGeom prst="ellipse">
          <a:avLst/>
        </a:prstGeom>
        <a:solidFill>
          <a:schemeClr val="accent1">
            <a:alpha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en-US" sz="1800" kern="1200"/>
            <a:t>Francisca Baldaia da Silveira</a:t>
          </a:r>
          <a:endParaRPr lang="pt-PT" sz="1800" kern="1200"/>
        </a:p>
      </dsp:txBody>
      <dsp:txXfrm>
        <a:off x="2259454" y="372179"/>
        <a:ext cx="1393693" cy="855221"/>
      </dsp:txXfrm>
    </dsp:sp>
    <dsp:sp modelId="{4153729E-B092-436A-A892-BC7CAF33DDA6}">
      <dsp:nvSpPr>
        <dsp:cNvPr id="0" name=""/>
        <dsp:cNvSpPr/>
      </dsp:nvSpPr>
      <dsp:spPr>
        <a:xfrm>
          <a:off x="2691815" y="1227400"/>
          <a:ext cx="1900491" cy="1900491"/>
        </a:xfrm>
        <a:prstGeom prst="ellipse">
          <a:avLst/>
        </a:prstGeom>
        <a:solidFill>
          <a:schemeClr val="accent1">
            <a:alpha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en-US" sz="1800" kern="1200"/>
            <a:t>Tiago Alexandre Rodrigues Botelho</a:t>
          </a:r>
          <a:endParaRPr lang="pt-PT" sz="1800" kern="1200"/>
        </a:p>
      </dsp:txBody>
      <dsp:txXfrm>
        <a:off x="3273049" y="1718361"/>
        <a:ext cx="1140294" cy="1045270"/>
      </dsp:txXfrm>
    </dsp:sp>
    <dsp:sp modelId="{01F911BD-3798-40C2-900C-580A1A0C0C6A}">
      <dsp:nvSpPr>
        <dsp:cNvPr id="0" name=""/>
        <dsp:cNvSpPr/>
      </dsp:nvSpPr>
      <dsp:spPr>
        <a:xfrm>
          <a:off x="1320294" y="1227400"/>
          <a:ext cx="1900491" cy="1900491"/>
        </a:xfrm>
        <a:prstGeom prst="ellipse">
          <a:avLst/>
        </a:prstGeom>
        <a:solidFill>
          <a:schemeClr val="accent1">
            <a:alpha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en-US" sz="1800" kern="1200"/>
            <a:t>Tiago Su</a:t>
          </a:r>
          <a:endParaRPr lang="pt-PT" sz="1800" kern="1200"/>
        </a:p>
      </dsp:txBody>
      <dsp:txXfrm>
        <a:off x="1499257" y="1718361"/>
        <a:ext cx="1140294" cy="1045270"/>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16/7/layout/LinearBlockProcessNumbered">
  <dgm:title val="Linear Block Process Numbered"/>
  <dgm:desc val="Used to show a progression; a timeline; sequential steps in a task, process, or workflow; or to emphasize movement or direction. Automatic numbers have been introduced to show the steps of the process. Level 1 text and Level 2 text both appears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01</a:t>
              </a:r>
            </a:p>
          </dgm:t>
        </dgm:pt>
        <dgm:pt modelId="201" type="sibTrans" cxnId="5">
          <dgm:prSet phldrT="2"/>
          <dgm:t>
            <a:bodyPr/>
            <a:lstStyle/>
            <a:p>
              <a:r>
                <a:t>02</a:t>
              </a:r>
            </a:p>
          </dgm:t>
        </dgm:pt>
        <dgm:pt modelId="301" type="sibTrans" cxnId="6">
          <dgm:prSet phldrT="3"/>
          <dgm:t>
            <a:bodyPr/>
            <a:lstStyle/>
            <a:p>
              <a:r>
                <a:t>03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alignNode1">
          <dgm:alg type="sp"/>
          <dgm:shape xmlns:r="http://schemas.openxmlformats.org/officeDocument/2006/relationships" type="rect" r:blip="">
            <dgm:adjLst>
              <dgm:adj idx="1" val="0.05"/>
            </dgm:adjLst>
          </dgm:shape>
          <dgm:presOf axis="self"/>
          <dgm:constrLst/>
          <dgm:ruleLst/>
        </dgm:layoutNode>
        <dgm:forEach name="Name19" axis="followSib" ptType="sibTrans" hideLastTrans="0" cnt="1">
          <dgm:layoutNode name="sibTransNodeRect" styleLbl="alignNode1">
            <dgm:varLst>
              <dgm:chMax val="0"/>
              <dgm:bulletEnabled val="1"/>
            </dgm:varLst>
            <dgm:presOf axis="self"/>
            <dgm:alg type="tx">
              <dgm:param type="parTxLTRAlign" val="l"/>
              <dgm:param type="parTxRTLAlign" val="l"/>
            </dgm:alg>
            <dgm:shape xmlns:r="http://schemas.openxmlformats.org/officeDocument/2006/relationships" type="rect" r:blip="" hideGeom="1">
              <dgm:adjLst/>
            </dgm:shape>
            <dgm:constrLst>
              <dgm:constr type="primFontSz" val="66"/>
              <dgm:constr type="tMarg" val="13"/>
              <dgm:constr type="lMarg" refType="w" fact="0.28"/>
              <dgm:constr type="rMarg" refType="w" fact="0.28"/>
              <dgm:constr type="bMarg" val="13"/>
            </dgm:constrLst>
            <dgm:ruleLst>
              <dgm:rule type="primFontSz" val="14" fact="NaN" max="NaN"/>
              <dgm:rule type="tMarg" val="13" fact="NaN" max="NaN"/>
            </dgm:ruleLst>
          </dgm:layoutNode>
        </dgm:forEach>
        <dgm:layoutNode name="nodeRect" styleLbl="alignNode1" moveWith="bgRect">
          <dgm:varLst>
            <dgm:bulletEnabled val="1"/>
          </dgm:varLst>
          <dgm:alg type="tx">
            <dgm:param type="parTxLTRAlign" val="l"/>
            <dgm:param type="parTxRTLAlign" val="r"/>
            <dgm:param type="txAnchorVert" val="t"/>
            <dgm:param type="stBulletLvl" val="2"/>
          </dgm:alg>
          <dgm:shape xmlns:r="http://schemas.openxmlformats.org/officeDocument/2006/relationships" type="rect" r:blip="" hideGeom="1">
            <dgm:adjLst/>
          </dgm:shape>
          <dgm:presOf axis="desOrSelf" ptType="node"/>
          <dgm:constrLst>
            <dgm:constr type="primFontSz" val="26"/>
            <dgm:constr type="tMarg"/>
            <dgm:constr type="lMarg" refType="w" fact="0.28"/>
            <dgm:constr type="rMarg" refType="w" fact="0.28"/>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layout5.xml><?xml version="1.0" encoding="utf-8"?>
<dgm:layoutDef xmlns:dgm="http://schemas.openxmlformats.org/drawingml/2006/diagram" xmlns:a="http://schemas.openxmlformats.org/drawingml/2006/main" uniqueId="urn:microsoft.com/office/officeart/2005/8/layout/equation1">
  <dgm:title val=""/>
  <dgm:desc val=""/>
  <dgm:catLst>
    <dgm:cat type="relationship" pri="17000"/>
    <dgm:cat type="process" pri="2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choose name="Name0">
      <dgm:if name="Name1" func="var" arg="dir" op="equ" val="norm">
        <dgm:alg type="lin">
          <dgm:param type="fallback" val="2D"/>
        </dgm:alg>
      </dgm:if>
      <dgm:else name="Name2">
        <dgm:alg type="lin">
          <dgm:param type="linDir" val="fromR"/>
          <dgm:param type="fallback" val="2D"/>
        </dgm:alg>
      </dgm:else>
    </dgm:choose>
    <dgm:shape xmlns:r="http://schemas.openxmlformats.org/officeDocument/2006/relationships" r:blip="">
      <dgm:adjLst/>
    </dgm:shape>
    <dgm:presOf/>
    <dgm:constrLst>
      <dgm:constr type="w" for="ch" ptType="node" refType="w"/>
      <dgm:constr type="w" for="ch" ptType="sibTrans" refType="w" refFor="ch" refPtType="node" fact="0.58"/>
      <dgm:constr type="primFontSz" for="ch" ptType="node" op="equ" val="65"/>
      <dgm:constr type="primFontSz" for="ch" ptType="sibTrans" op="equ" val="55"/>
      <dgm:constr type="primFontSz" for="ch" ptType="sibTrans" refType="primFontSz" refFor="ch" refPtType="node" op="lte" fact="0.8"/>
      <dgm:constr type="w" for="ch" forName="spacerL" refType="w" refFor="ch" refPtType="sibTrans" fact="0.14"/>
      <dgm:constr type="w" for="ch" forName="spacerR" refType="w" refFor="ch" refPtType="sibTrans" fact="0.14"/>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sibTransForEach" axis="followSib" ptType="sibTrans" cnt="1">
        <dgm:layoutNode name="spacerL">
          <dgm:alg type="sp"/>
          <dgm:shape xmlns:r="http://schemas.openxmlformats.org/officeDocument/2006/relationships" r:blip="">
            <dgm:adjLst/>
          </dgm:shape>
          <dgm:presOf/>
          <dgm:constrLst/>
          <dgm:ruleLst/>
        </dgm:layoutNode>
        <dgm:layoutNode name="sibTrans">
          <dgm:alg type="tx"/>
          <dgm:choose name="Name3">
            <dgm:if name="Name4" axis="followSib" ptType="sibTrans" func="cnt" op="equ" val="0">
              <dgm:shape xmlns:r="http://schemas.openxmlformats.org/officeDocument/2006/relationships" type="mathEqual" r:blip="">
                <dgm:adjLst/>
              </dgm:shape>
            </dgm:if>
            <dgm:else name="Name5">
              <dgm:shape xmlns:r="http://schemas.openxmlformats.org/officeDocument/2006/relationships" type="mathPlus" r:blip="">
                <dgm:adjLst/>
              </dgm:shape>
            </dgm:else>
          </dgm:choose>
          <dgm:presOf axis="self"/>
          <dgm:constrLst>
            <dgm:constr type="h" refType="w"/>
            <dgm:constr type="lMarg"/>
            <dgm:constr type="rMarg"/>
            <dgm:constr type="tMarg"/>
            <dgm:constr type="bMarg"/>
          </dgm:constrLst>
          <dgm:ruleLst>
            <dgm:rule type="primFontSz" val="5" fact="NaN" max="NaN"/>
          </dgm:ruleLst>
        </dgm:layoutNode>
        <dgm:layoutNode name="spacerR">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8/layout/AlternatingPictureBlocks">
  <dgm:title val=""/>
  <dgm:desc val=""/>
  <dgm:catLst>
    <dgm:cat type="picture" pri="15000"/>
    <dgm:cat type="pictureconvert" pri="15000"/>
    <dgm:cat type="list" pri="135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primFontSz" for="des" ptType="node" op="equ" val="65"/>
      <dgm:constr type="w" for="ch" forName="comp" refType="w"/>
      <dgm:constr type="h" for="ch" forName="comp" refType="h"/>
      <dgm:constr type="h" for="ch" forName="sibTrans" refType="w" refFor="ch" refForName="comp" op="equ" fact="0.05"/>
    </dgm:constrLst>
    <dgm:ruleLst/>
    <dgm:forEach name="Name0" axis="ch" ptType="node">
      <dgm:layoutNode name="comp" styleLbl="node1">
        <dgm:alg type="composite">
          <dgm:param type="ar" val="3.30"/>
        </dgm:alg>
        <dgm:shape xmlns:r="http://schemas.openxmlformats.org/officeDocument/2006/relationships" r:blip="">
          <dgm:adjLst/>
        </dgm:shape>
        <dgm:presOf/>
        <dgm:choose name="Name1">
          <dgm:if name="Name2" func="var" arg="dir" op="equ" val="norm">
            <dgm:choose name="Name4">
              <dgm:if name="Name5" axis="desOrSelf" ptType="node" func="posOdd" op="equ" val="1">
                <dgm:constrLst>
                  <dgm:constr type="l" for="ch" forName="rect1" refType="w" fact="0"/>
                  <dgm:constr type="t" for="ch" forName="rect1" refType="h" fact="0"/>
                  <dgm:constr type="w" for="ch" forName="rect1" refType="w" fact="0.3"/>
                  <dgm:constr type="h" for="ch" forName="rect1" refType="h"/>
                  <dgm:constr type="l" for="ch" forName="rect2" refType="w" fact="0.33"/>
                  <dgm:constr type="t" for="ch" forName="rect2" refType="h" fact="0"/>
                  <dgm:constr type="w" for="ch" forName="rect2" refType="w" fact="0.67"/>
                  <dgm:constr type="h" for="ch" forName="rect2" refType="h"/>
                </dgm:constrLst>
              </dgm:if>
              <dgm:else name="Name6">
                <dgm:constrLst>
                  <dgm:constr type="l" for="ch" forName="rect1" refType="w" fact="0.7"/>
                  <dgm:constr type="t" for="ch" forName="rect1" refType="h" fact="0"/>
                  <dgm:constr type="w" for="ch" forName="rect1" refType="w" fact="0.3"/>
                  <dgm:constr type="h" for="ch" forName="rect1" refType="h"/>
                  <dgm:constr type="l" for="ch" forName="rect2" refType="w" fact="0"/>
                  <dgm:constr type="t" for="ch" forName="rect2" refType="h" fact="0"/>
                  <dgm:constr type="w" for="ch" forName="rect2" refType="w" fact="0.67"/>
                  <dgm:constr type="h" for="ch" forName="rect2" refType="h"/>
                </dgm:constrLst>
              </dgm:else>
            </dgm:choose>
          </dgm:if>
          <dgm:else name="Name3">
            <dgm:choose name="Name7">
              <dgm:if name="Name8" axis="desOrSelf" ptType="node" func="posOdd" op="equ" val="1">
                <dgm:constrLst>
                  <dgm:constr type="l" for="ch" forName="rect1" refType="w" fact="0.7"/>
                  <dgm:constr type="t" for="ch" forName="rect1" refType="h" fact="0"/>
                  <dgm:constr type="w" for="ch" forName="rect1" refType="w" fact="0.3"/>
                  <dgm:constr type="h" for="ch" forName="rect1" refType="h"/>
                  <dgm:constr type="l" for="ch" forName="rect2" refType="w" fact="0"/>
                  <dgm:constr type="t" for="ch" forName="rect2" refType="h" fact="0"/>
                  <dgm:constr type="w" for="ch" forName="rect2" refType="w" fact="0.67"/>
                  <dgm:constr type="h" for="ch" forName="rect2" refType="h"/>
                </dgm:constrLst>
              </dgm:if>
              <dgm:else name="Name9">
                <dgm:constrLst>
                  <dgm:constr type="l" for="ch" forName="rect1" refType="w" fact="0"/>
                  <dgm:constr type="t" for="ch" forName="rect1" refType="h" fact="0"/>
                  <dgm:constr type="w" for="ch" forName="rect1" refType="w" fact="0.3"/>
                  <dgm:constr type="h" for="ch" forName="rect1" refType="h"/>
                  <dgm:constr type="l" for="ch" forName="rect2" refType="w" fact="0.33"/>
                  <dgm:constr type="t" for="ch" forName="rect2" refType="h" fact="0"/>
                  <dgm:constr type="w" for="ch" forName="rect2" refType="w" fact="0.67"/>
                  <dgm:constr type="h" for="ch" forName="rect2" refType="h"/>
                </dgm:constrLst>
              </dgm:else>
            </dgm:choose>
          </dgm:else>
        </dgm:choose>
        <dgm:ruleLst/>
        <dgm:layoutNode name="rect2" styleLbl="node1">
          <dgm:varLst>
            <dgm:bulletEnabled val="1"/>
          </dgm:varLst>
          <dgm:alg type="tx"/>
          <dgm:shape xmlns:r="http://schemas.openxmlformats.org/officeDocument/2006/relationships" type="rect" r:blip="">
            <dgm:adjLst/>
          </dgm:shape>
          <dgm:presOf axis="desOrSelf" ptType="node"/>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1" styleLbl="lnNode1">
          <dgm:alg type="sp"/>
          <dgm:shape xmlns:r="http://schemas.openxmlformats.org/officeDocument/2006/relationships" type="rect" r:blip="" blipPhldr="1">
            <dgm:adjLst/>
          </dgm:shape>
          <dgm:presOf/>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16/7/layout/LinearBlockProcessNumbered">
  <dgm:title val="Linear Block Process Numbered"/>
  <dgm:desc val="Used to show a progression; a timeline; sequential steps in a task, process, or workflow; or to emphasize movement or direction. Automatic numbers have been introduced to show the steps of the process. Level 1 text and Level 2 text both appears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01</a:t>
              </a:r>
            </a:p>
          </dgm:t>
        </dgm:pt>
        <dgm:pt modelId="201" type="sibTrans" cxnId="5">
          <dgm:prSet phldrT="2"/>
          <dgm:t>
            <a:bodyPr/>
            <a:lstStyle/>
            <a:p>
              <a:r>
                <a:t>02</a:t>
              </a:r>
            </a:p>
          </dgm:t>
        </dgm:pt>
        <dgm:pt modelId="301" type="sibTrans" cxnId="6">
          <dgm:prSet phldrT="3"/>
          <dgm:t>
            <a:bodyPr/>
            <a:lstStyle/>
            <a:p>
              <a:r>
                <a:t>03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alignNode1">
          <dgm:alg type="sp"/>
          <dgm:shape xmlns:r="http://schemas.openxmlformats.org/officeDocument/2006/relationships" type="rect" r:blip="">
            <dgm:adjLst>
              <dgm:adj idx="1" val="0.05"/>
            </dgm:adjLst>
          </dgm:shape>
          <dgm:presOf axis="self"/>
          <dgm:constrLst/>
          <dgm:ruleLst/>
        </dgm:layoutNode>
        <dgm:forEach name="Name19" axis="followSib" ptType="sibTrans" hideLastTrans="0" cnt="1">
          <dgm:layoutNode name="sibTransNodeRect" styleLbl="alignNode1">
            <dgm:varLst>
              <dgm:chMax val="0"/>
              <dgm:bulletEnabled val="1"/>
            </dgm:varLst>
            <dgm:presOf axis="self"/>
            <dgm:alg type="tx">
              <dgm:param type="parTxLTRAlign" val="l"/>
              <dgm:param type="parTxRTLAlign" val="l"/>
            </dgm:alg>
            <dgm:shape xmlns:r="http://schemas.openxmlformats.org/officeDocument/2006/relationships" type="rect" r:blip="" hideGeom="1">
              <dgm:adjLst/>
            </dgm:shape>
            <dgm:constrLst>
              <dgm:constr type="primFontSz" val="66"/>
              <dgm:constr type="tMarg" val="13"/>
              <dgm:constr type="lMarg" refType="w" fact="0.28"/>
              <dgm:constr type="rMarg" refType="w" fact="0.28"/>
              <dgm:constr type="bMarg" val="13"/>
            </dgm:constrLst>
            <dgm:ruleLst>
              <dgm:rule type="primFontSz" val="14" fact="NaN" max="NaN"/>
              <dgm:rule type="tMarg" val="13" fact="NaN" max="NaN"/>
            </dgm:ruleLst>
          </dgm:layoutNode>
        </dgm:forEach>
        <dgm:layoutNode name="nodeRect" styleLbl="alignNode1" moveWith="bgRect">
          <dgm:varLst>
            <dgm:bulletEnabled val="1"/>
          </dgm:varLst>
          <dgm:alg type="tx">
            <dgm:param type="parTxLTRAlign" val="l"/>
            <dgm:param type="parTxRTLAlign" val="r"/>
            <dgm:param type="txAnchorVert" val="t"/>
            <dgm:param type="stBulletLvl" val="2"/>
          </dgm:alg>
          <dgm:shape xmlns:r="http://schemas.openxmlformats.org/officeDocument/2006/relationships" type="rect" r:blip="" hideGeom="1">
            <dgm:adjLst/>
          </dgm:shape>
          <dgm:presOf axis="desOrSelf" ptType="node"/>
          <dgm:constrLst>
            <dgm:constr type="primFontSz" val="26"/>
            <dgm:constr type="tMarg"/>
            <dgm:constr type="lMarg" refType="w" fact="0.28"/>
            <dgm:constr type="rMarg" refType="w" fact="0.28"/>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layout9.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10.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11.xml><?xml version="1.0" encoding="utf-8"?>
<dgm:layoutDef xmlns:dgm="http://schemas.openxmlformats.org/drawingml/2006/diagram" xmlns:a="http://schemas.openxmlformats.org/drawingml/2006/main" uniqueId="urn:microsoft.com/office/officeart/2005/8/layout/target3">
  <dgm:title val=""/>
  <dgm:desc val=""/>
  <dgm:catLst>
    <dgm:cat type="relationship" pri="11000"/>
    <dgm:cat type="list" pri="22000"/>
    <dgm:cat type="convert" pri="4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ampData>
  <dgm:style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tyleData>
  <dgm:clr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clrData>
  <dgm:layoutNode name="Name0">
    <dgm:varLst>
      <dgm:chMax val="7"/>
      <dgm:dir/>
      <dgm:animLvl val="lvl"/>
      <dgm:resizeHandles val="exact"/>
    </dgm:varLst>
    <dgm:alg type="composite"/>
    <dgm:shape xmlns:r="http://schemas.openxmlformats.org/officeDocument/2006/relationships" r:blip="">
      <dgm:adjLst/>
    </dgm:shape>
    <dgm:presOf/>
    <dgm:choose name="Name1">
      <dgm:if name="Name2" func="var" arg="dir" op="equ" val="norm">
        <dgm:choose name="Name3">
          <dgm:if name="Name4" axis="ch" ptType="node" func="cnt" op="equ" val="1">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rect1ParTx" refType="r" refFor="ch" refForName="space"/>
              <dgm:constr type="w" for="ch" forName="rect1ParTx" refType="w" refFor="ch" refForName="rect1" fact="0.5"/>
              <dgm:constr type="t" for="ch" forName="rect1ParTx" refType="t" refFor="ch" refForName="rect1"/>
              <dgm:constr type="b" for="ch" forName="rect1ParTx" refType="b" refFor="ch" refForName="rect1"/>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5" axis="ch" ptType="node" func="cnt" op="equ" val="2">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rect2ParTx" refType="r" refFor="ch" refForName="space"/>
              <dgm:constr type="w" for="ch" forName="rect2ParTx" refType="w" refFor="ch" refForName="rect2" fact="0.5"/>
              <dgm:constr type="t" for="ch" forName="rect2ParTx" refType="t" refFor="ch" refForName="rect2"/>
              <dgm:constr type="b" for="ch" forName="rect2ParTx" refType="b" refFor="ch" refForName="rect2"/>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b" refFor="ch" refForName="rect2"/>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6" axis="ch" ptType="node" func="cnt" op="equ" val="3">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rect3ParTx" refType="r" refFor="ch" refForName="space"/>
              <dgm:constr type="w" for="ch" forName="rect3ParTx" refType="w" refFor="ch" refForName="rect3" fact="0.5"/>
              <dgm:constr type="t" for="ch" forName="rect3ParTx" refType="t" refFor="ch" refForName="rect3"/>
              <dgm:constr type="b" for="ch" forName="rect3ParTx" refType="b" refFor="ch" refForName="rect3"/>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b" refFor="ch" refForName="rect3"/>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7" axis="ch" ptType="node" func="cnt" op="equ" val="4">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rect4ParTx" refType="r" refFor="ch" refForName="space"/>
              <dgm:constr type="w" for="ch" forName="rect4ParTx" refType="w" refFor="ch" refForName="rect4" fact="0.5"/>
              <dgm:constr type="t" for="ch" forName="rect4ParTx" refType="t" refFor="ch" refForName="rect4"/>
              <dgm:constr type="b" for="ch" forName="rect4ParTx" refType="b" refFor="ch" refForName="rect4"/>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b" refFor="ch" refForName="rect4"/>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8" axis="ch" ptType="node" func="cnt" op="equ" val="5">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rect5ParTx" refType="r" refFor="ch" refForName="space"/>
              <dgm:constr type="w" for="ch" forName="rect5ParTx" refType="w" refFor="ch" refForName="rect5" fact="0.5"/>
              <dgm:constr type="t" for="ch" forName="rect5ParTx" refType="t" refFor="ch" refForName="rect5"/>
              <dgm:constr type="b" for="ch" forName="rect5ParTx" refType="b" refFor="ch" refForName="rect5"/>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b" refFor="ch" refForName="rect5"/>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9" axis="ch" ptType="node" func="cnt" op="equ" val="6">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rect6ParTx" refType="r" refFor="ch" refForName="space"/>
              <dgm:constr type="w" for="ch" forName="rect6ParTx" refType="w" refFor="ch" refForName="rect6" fact="0.5"/>
              <dgm:constr type="t" for="ch" forName="rect6ParTx" refType="t" refFor="ch" refForName="rect6"/>
              <dgm:constr type="b" for="ch" forName="rect6ParTx" refType="b" refFor="ch" refForName="rect6"/>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b" refFor="ch" refForName="rect6"/>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10" axis="ch" ptType="node" func="cnt" op="gte" val="7">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l"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l" for="ch" forName="rect7" refType="r" refFor="ch" refForName="space"/>
              <dgm:constr type="r" for="ch" forName="rect7" refType="w"/>
              <dgm:constr type="h" for="ch" forName="rect7" refType="h" refFor="ch" refForName="circle7"/>
              <dgm:constr type="hOff" for="ch" forName="rect7" refType="hOff" refFor="ch" refForName="circle7"/>
              <dgm:constr type="b" for="ch" forName="rect7" refType="b" refFor="ch" refForName="circle7"/>
              <dgm:constr type="l" for="ch" forName="rect7ParTx" refType="r" refFor="ch" refForName="space"/>
              <dgm:constr type="w" for="ch" forName="rect7ParTx" refType="w" refFor="ch" refForName="rect7" fact="0.5"/>
              <dgm:constr type="t" for="ch" forName="rect7ParTx" refType="t" refFor="ch" refForName="rect7"/>
              <dgm:constr type="b" for="ch" forName="rect7ParTx" refType="b" refFor="ch" refForName="rect7"/>
              <dgm:constr type="l" for="ch" forName="rect7ChTx" refType="r" refFor="ch" refForName="rect7ParTx"/>
              <dgm:constr type="w" for="ch" forName="rect7ChTx" refType="w" refFor="ch" refForName="rect7ParTx"/>
              <dgm:constr type="t" for="ch" forName="rect7ChTx" refType="t" refFor="ch" refForName="rect7ParTx"/>
              <dgm:constr type="b" for="ch" forName="rect7ChTx" refType="b" refFor="ch" refForName="rect7ParTx"/>
              <dgm:constr type="l" for="ch" forName="rect7ParTxNoCh" refType="r" refFor="ch" refForName="space"/>
              <dgm:constr type="w" for="ch" forName="rect7ParTxNoCh" refType="w" refFor="ch" refForName="rect7"/>
              <dgm:constr type="t" for="ch" forName="rect7ParTxNoCh" refType="t" refFor="ch" refForName="rect7"/>
              <dgm:constr type="b" for="ch" forName="rect7ParTxNoCh" refType="b" refFor="ch" refForName="rect7"/>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l" for="ch" forName="rect6ParTx" refType="r" refFor="ch" refForName="space"/>
              <dgm:constr type="w" for="ch" forName="rect6ParTx" refType="w" refFor="ch" refForName="rect6" fact="0.5"/>
              <dgm:constr type="t" for="ch" forName="rect6ParTx" refType="t" refFor="ch" refForName="rect6"/>
              <dgm:constr type="b" for="ch" forName="rect6ParTx" refType="t" refFor="ch" refForName="rect7"/>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11">
            <dgm:constrLst/>
          </dgm:else>
        </dgm:choose>
      </dgm:if>
      <dgm:else name="Name12">
        <dgm:choose name="Name13">
          <dgm:if name="Name14" axis="ch" ptType="node" func="cnt" op="equ" val="1">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r" for="ch" forName="rect1ParTx" refType="l" refFor="ch" refForName="space"/>
              <dgm:constr type="w" for="ch" forName="rect1ParTx" refType="w" refFor="ch" refForName="rect1" fact="0.5"/>
              <dgm:constr type="t" for="ch" forName="rect1ParTx" refType="t" refFor="ch" refForName="rect1"/>
              <dgm:constr type="b" for="ch" forName="rect1ParTx" refType="b" refFor="ch" refForName="rect1"/>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15" axis="ch" ptType="node" func="cnt" op="equ" val="2">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r" for="ch" forName="rect2ParTx" refType="l" refFor="ch" refForName="space"/>
              <dgm:constr type="w" for="ch" forName="rect2ParTx" refType="w" refFor="ch" refForName="rect2" fact="0.5"/>
              <dgm:constr type="t" for="ch" forName="rect2ParTx" refType="t" refFor="ch" refForName="rect2"/>
              <dgm:constr type="b" for="ch" forName="rect2ParTx" refType="b" refFor="ch" refForName="rect2"/>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b" refFor="ch" refForName="rect2"/>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16" axis="ch" ptType="node" func="cnt" op="equ" val="3">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r" for="ch" forName="rect3ParTx" refType="l" refFor="ch" refForName="space"/>
              <dgm:constr type="w" for="ch" forName="rect3ParTx" refType="w" refFor="ch" refForName="rect3" fact="0.5"/>
              <dgm:constr type="t" for="ch" forName="rect3ParTx" refType="t" refFor="ch" refForName="rect3"/>
              <dgm:constr type="b" for="ch" forName="rect3ParTx" refType="b" refFor="ch" refForName="rect3"/>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b" refFor="ch" refForName="rect3"/>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17" axis="ch" ptType="node" func="cnt" op="equ" val="4">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r" for="ch" forName="rect4ParTx" refType="l" refFor="ch" refForName="space"/>
              <dgm:constr type="w" for="ch" forName="rect4ParTx" refType="w" refFor="ch" refForName="rect4" fact="0.5"/>
              <dgm:constr type="t" for="ch" forName="rect4ParTx" refType="t" refFor="ch" refForName="rect4"/>
              <dgm:constr type="b" for="ch" forName="rect4ParTx" refType="b" refFor="ch" refForName="rect4"/>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b" refFor="ch" refForName="rect4"/>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18" axis="ch" ptType="node" func="cnt" op="equ" val="5">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r" for="ch" forName="rect5ParTx" refType="l" refFor="ch" refForName="space"/>
              <dgm:constr type="w" for="ch" forName="rect5ParTx" refType="w" refFor="ch" refForName="rect5" fact="0.5"/>
              <dgm:constr type="t" for="ch" forName="rect5ParTx" refType="t" refFor="ch" refForName="rect5"/>
              <dgm:constr type="b" for="ch" forName="rect5ParTx" refType="b" refFor="ch" refForName="rect5"/>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b" refFor="ch" refForName="rect5"/>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19" axis="ch" ptType="node" func="cnt" op="equ" val="6">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r" for="ch" forName="rect6ParTx" refType="l" refFor="ch" refForName="space"/>
              <dgm:constr type="w" for="ch" forName="rect6ParTx" refType="w" refFor="ch" refForName="rect6" fact="0.5"/>
              <dgm:constr type="t" for="ch" forName="rect6ParTx" refType="t" refFor="ch" refForName="rect6"/>
              <dgm:constr type="b" for="ch" forName="rect6ParTx" refType="b" refFor="ch" refForName="rect6"/>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b" refFor="ch" refForName="rect6"/>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20" axis="ch" ptType="node" func="cnt" op="gte" val="7">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r"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r" for="ch" forName="rect7" refType="l" refFor="ch" refForName="space"/>
              <dgm:constr type="l" for="ch" forName="rect7"/>
              <dgm:constr type="h" for="ch" forName="rect7" refType="h" refFor="ch" refForName="circle7"/>
              <dgm:constr type="hOff" for="ch" forName="rect7" refType="hOff" refFor="ch" refForName="circle7"/>
              <dgm:constr type="b" for="ch" forName="rect7" refType="b" refFor="ch" refForName="circle7"/>
              <dgm:constr type="r" for="ch" forName="rect7ParTx" refType="l" refFor="ch" refForName="space"/>
              <dgm:constr type="w" for="ch" forName="rect7ParTx" refType="w" refFor="ch" refForName="rect7" fact="0.5"/>
              <dgm:constr type="t" for="ch" forName="rect7ParTx" refType="t" refFor="ch" refForName="rect7"/>
              <dgm:constr type="b" for="ch" forName="rect7ParTx" refType="b" refFor="ch" refForName="rect7"/>
              <dgm:constr type="r" for="ch" forName="rect7ChTx" refType="l" refFor="ch" refForName="rect7ParTx"/>
              <dgm:constr type="w" for="ch" forName="rect7ChTx" refType="w" refFor="ch" refForName="rect7ParTx"/>
              <dgm:constr type="t" for="ch" forName="rect7ChTx" refType="t" refFor="ch" refForName="rect7ParTx"/>
              <dgm:constr type="b" for="ch" forName="rect7ChTx" refType="b" refFor="ch" refForName="rect7ParTx"/>
              <dgm:constr type="r" for="ch" forName="rect7ParTxNoCh" refType="l" refFor="ch" refForName="space"/>
              <dgm:constr type="w" for="ch" forName="rect7ParTxNoCh" refType="w" refFor="ch" refForName="rect7"/>
              <dgm:constr type="t" for="ch" forName="rect7ParTxNoCh" refType="t" refFor="ch" refForName="rect7"/>
              <dgm:constr type="b" for="ch" forName="rect7ParTxNoCh" refType="b" refFor="ch" refForName="rect7"/>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r" for="ch" forName="rect6ParTx" refType="l" refFor="ch" refForName="space"/>
              <dgm:constr type="w" for="ch" forName="rect6ParTx" refType="w" refFor="ch" refForName="rect6" fact="0.5"/>
              <dgm:constr type="t" for="ch" forName="rect6ParTx" refType="t" refFor="ch" refForName="rect6"/>
              <dgm:constr type="b" for="ch" forName="rect6ParTx" refType="t" refFor="ch" refForName="rect7"/>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21">
            <dgm:constrLst/>
          </dgm:else>
        </dgm:choose>
      </dgm:else>
    </dgm:choose>
    <dgm:ruleLst/>
    <dgm:forEach name="Name22" axis="ch" ptType="node" cnt="1">
      <dgm:layoutNode name="circle1" styleLbl="node1">
        <dgm:alg type="sp"/>
        <dgm:choose name="Name23">
          <dgm:if name="Name24" func="var" arg="dir" op="equ" val="norm">
            <dgm:shape xmlns:r="http://schemas.openxmlformats.org/officeDocument/2006/relationships" type="pie" r:blip="">
              <dgm:adjLst>
                <dgm:adj idx="1" val="90"/>
                <dgm:adj idx="2" val="270"/>
              </dgm:adjLst>
            </dgm:shape>
          </dgm:if>
          <dgm:else name="Name25">
            <dgm:shape xmlns:r="http://schemas.openxmlformats.org/officeDocument/2006/relationships" type="pie" r:blip="">
              <dgm:adjLst>
                <dgm:adj idx="1" val="270"/>
                <dgm:adj idx="2" val="90"/>
              </dgm:adjLst>
            </dgm:shape>
          </dgm:else>
        </dgm:choose>
        <dgm:presOf/>
        <dgm:constrLst/>
        <dgm:ruleLst/>
      </dgm:layoutNode>
      <dgm:layoutNode name="space">
        <dgm:alg type="sp"/>
        <dgm:shape xmlns:r="http://schemas.openxmlformats.org/officeDocument/2006/relationships" r:blip="">
          <dgm:adjLst/>
        </dgm:shape>
        <dgm:presOf/>
        <dgm:constrLst/>
        <dgm:ruleLst/>
      </dgm:layoutNode>
      <dgm:layoutNode name="rect1" styleLbl="alignAcc1">
        <dgm:alg type="sp"/>
        <dgm:shape xmlns:r="http://schemas.openxmlformats.org/officeDocument/2006/relationships" type="rect" r:blip="">
          <dgm:adjLst/>
        </dgm:shape>
        <dgm:presOf axis="self"/>
        <dgm:constrLst/>
        <dgm:ruleLst/>
      </dgm:layoutNode>
    </dgm:forEach>
    <dgm:forEach name="Name26" axis="ch" ptType="node" st="2" cnt="1">
      <dgm:layoutNode name="vertSpace2">
        <dgm:alg type="sp"/>
        <dgm:shape xmlns:r="http://schemas.openxmlformats.org/officeDocument/2006/relationships" type="rect" r:blip="" hideGeom="1">
          <dgm:adjLst/>
        </dgm:shape>
        <dgm:presOf/>
        <dgm:constrLst/>
        <dgm:ruleLst/>
      </dgm:layoutNode>
      <dgm:layoutNode name="circle2" styleLbl="node1">
        <dgm:alg type="sp"/>
        <dgm:choose name="Name27">
          <dgm:if name="Name28" func="var" arg="dir" op="equ" val="norm">
            <dgm:shape xmlns:r="http://schemas.openxmlformats.org/officeDocument/2006/relationships" type="pie" r:blip="">
              <dgm:adjLst>
                <dgm:adj idx="1" val="90"/>
                <dgm:adj idx="2" val="270"/>
              </dgm:adjLst>
            </dgm:shape>
          </dgm:if>
          <dgm:else name="Name29">
            <dgm:shape xmlns:r="http://schemas.openxmlformats.org/officeDocument/2006/relationships" type="pie" r:blip="">
              <dgm:adjLst>
                <dgm:adj idx="1" val="270"/>
                <dgm:adj idx="2" val="90"/>
              </dgm:adjLst>
            </dgm:shape>
          </dgm:else>
        </dgm:choose>
        <dgm:presOf/>
        <dgm:constrLst/>
        <dgm:ruleLst/>
      </dgm:layoutNode>
      <dgm:layoutNode name="rect2" styleLbl="alignAcc1">
        <dgm:alg type="sp"/>
        <dgm:shape xmlns:r="http://schemas.openxmlformats.org/officeDocument/2006/relationships" type="rect" r:blip="">
          <dgm:adjLst/>
        </dgm:shape>
        <dgm:presOf axis="self"/>
        <dgm:constrLst/>
        <dgm:ruleLst/>
      </dgm:layoutNode>
    </dgm:forEach>
    <dgm:forEach name="Name30" axis="ch" ptType="node" st="3" cnt="1">
      <dgm:layoutNode name="vertSpace3">
        <dgm:alg type="sp"/>
        <dgm:shape xmlns:r="http://schemas.openxmlformats.org/officeDocument/2006/relationships" type="rect" r:blip="" hideGeom="1">
          <dgm:adjLst/>
        </dgm:shape>
        <dgm:presOf/>
        <dgm:constrLst/>
        <dgm:ruleLst/>
      </dgm:layoutNode>
      <dgm:layoutNode name="circle3" styleLbl="node1">
        <dgm:alg type="sp"/>
        <dgm:choose name="Name31">
          <dgm:if name="Name32" func="var" arg="dir" op="equ" val="norm">
            <dgm:shape xmlns:r="http://schemas.openxmlformats.org/officeDocument/2006/relationships" type="pie" r:blip="">
              <dgm:adjLst>
                <dgm:adj idx="1" val="90"/>
                <dgm:adj idx="2" val="270"/>
              </dgm:adjLst>
            </dgm:shape>
          </dgm:if>
          <dgm:else name="Name33">
            <dgm:shape xmlns:r="http://schemas.openxmlformats.org/officeDocument/2006/relationships" type="pie" r:blip="">
              <dgm:adjLst>
                <dgm:adj idx="1" val="270"/>
                <dgm:adj idx="2" val="90"/>
              </dgm:adjLst>
            </dgm:shape>
          </dgm:else>
        </dgm:choose>
        <dgm:presOf/>
        <dgm:constrLst/>
        <dgm:ruleLst/>
      </dgm:layoutNode>
      <dgm:layoutNode name="rect3" styleLbl="alignAcc1">
        <dgm:alg type="sp"/>
        <dgm:shape xmlns:r="http://schemas.openxmlformats.org/officeDocument/2006/relationships" type="rect" r:blip="">
          <dgm:adjLst/>
        </dgm:shape>
        <dgm:presOf axis="self"/>
        <dgm:constrLst/>
        <dgm:ruleLst/>
      </dgm:layoutNode>
    </dgm:forEach>
    <dgm:forEach name="Name34" axis="ch" ptType="node" st="4" cnt="1">
      <dgm:layoutNode name="vertSpace4">
        <dgm:alg type="sp"/>
        <dgm:shape xmlns:r="http://schemas.openxmlformats.org/officeDocument/2006/relationships" type="rect" r:blip="" hideGeom="1">
          <dgm:adjLst/>
        </dgm:shape>
        <dgm:presOf/>
        <dgm:constrLst/>
        <dgm:ruleLst/>
      </dgm:layoutNode>
      <dgm:layoutNode name="circle4" styleLbl="node1">
        <dgm:alg type="sp"/>
        <dgm:choose name="Name35">
          <dgm:if name="Name36" func="var" arg="dir" op="equ" val="norm">
            <dgm:shape xmlns:r="http://schemas.openxmlformats.org/officeDocument/2006/relationships" type="pie" r:blip="">
              <dgm:adjLst>
                <dgm:adj idx="1" val="90"/>
                <dgm:adj idx="2" val="270"/>
              </dgm:adjLst>
            </dgm:shape>
          </dgm:if>
          <dgm:else name="Name37">
            <dgm:shape xmlns:r="http://schemas.openxmlformats.org/officeDocument/2006/relationships" type="pie" r:blip="">
              <dgm:adjLst>
                <dgm:adj idx="1" val="270"/>
                <dgm:adj idx="2" val="90"/>
              </dgm:adjLst>
            </dgm:shape>
          </dgm:else>
        </dgm:choose>
        <dgm:presOf/>
        <dgm:constrLst/>
        <dgm:ruleLst/>
      </dgm:layoutNode>
      <dgm:layoutNode name="rect4" styleLbl="alignAcc1">
        <dgm:alg type="sp"/>
        <dgm:shape xmlns:r="http://schemas.openxmlformats.org/officeDocument/2006/relationships" type="rect" r:blip="">
          <dgm:adjLst/>
        </dgm:shape>
        <dgm:presOf axis="self"/>
        <dgm:constrLst/>
        <dgm:ruleLst/>
      </dgm:layoutNode>
    </dgm:forEach>
    <dgm:forEach name="Name38" axis="ch" ptType="node" st="5" cnt="1">
      <dgm:layoutNode name="vertSpace5">
        <dgm:alg type="sp"/>
        <dgm:shape xmlns:r="http://schemas.openxmlformats.org/officeDocument/2006/relationships" type="rect" r:blip="" hideGeom="1">
          <dgm:adjLst/>
        </dgm:shape>
        <dgm:presOf/>
        <dgm:constrLst/>
        <dgm:ruleLst/>
      </dgm:layoutNode>
      <dgm:layoutNode name="circle5" styleLbl="node1">
        <dgm:alg type="sp"/>
        <dgm:choose name="Name39">
          <dgm:if name="Name40" func="var" arg="dir" op="equ" val="norm">
            <dgm:shape xmlns:r="http://schemas.openxmlformats.org/officeDocument/2006/relationships" type="pie" r:blip="">
              <dgm:adjLst>
                <dgm:adj idx="1" val="90"/>
                <dgm:adj idx="2" val="270"/>
              </dgm:adjLst>
            </dgm:shape>
          </dgm:if>
          <dgm:else name="Name41">
            <dgm:shape xmlns:r="http://schemas.openxmlformats.org/officeDocument/2006/relationships" type="pie" r:blip="">
              <dgm:adjLst>
                <dgm:adj idx="1" val="270"/>
                <dgm:adj idx="2" val="90"/>
              </dgm:adjLst>
            </dgm:shape>
          </dgm:else>
        </dgm:choose>
        <dgm:presOf/>
        <dgm:constrLst/>
        <dgm:ruleLst/>
      </dgm:layoutNode>
      <dgm:layoutNode name="rect5" styleLbl="alignAcc1">
        <dgm:alg type="sp"/>
        <dgm:shape xmlns:r="http://schemas.openxmlformats.org/officeDocument/2006/relationships" type="rect" r:blip="">
          <dgm:adjLst/>
        </dgm:shape>
        <dgm:presOf axis="self"/>
        <dgm:constrLst/>
        <dgm:ruleLst/>
      </dgm:layoutNode>
    </dgm:forEach>
    <dgm:forEach name="Name42" axis="ch" ptType="node" st="6" cnt="1">
      <dgm:layoutNode name="vertSpace6">
        <dgm:alg type="sp"/>
        <dgm:shape xmlns:r="http://schemas.openxmlformats.org/officeDocument/2006/relationships" type="rect" r:blip="" hideGeom="1">
          <dgm:adjLst/>
        </dgm:shape>
        <dgm:presOf/>
        <dgm:constrLst/>
        <dgm:ruleLst/>
      </dgm:layoutNode>
      <dgm:layoutNode name="circle6" styleLbl="node1">
        <dgm:alg type="sp"/>
        <dgm:choose name="Name43">
          <dgm:if name="Name44" func="var" arg="dir" op="equ" val="norm">
            <dgm:shape xmlns:r="http://schemas.openxmlformats.org/officeDocument/2006/relationships" type="pie" r:blip="">
              <dgm:adjLst>
                <dgm:adj idx="1" val="90"/>
                <dgm:adj idx="2" val="270"/>
              </dgm:adjLst>
            </dgm:shape>
          </dgm:if>
          <dgm:else name="Name45">
            <dgm:shape xmlns:r="http://schemas.openxmlformats.org/officeDocument/2006/relationships" type="pie" r:blip="">
              <dgm:adjLst>
                <dgm:adj idx="1" val="270"/>
                <dgm:adj idx="2" val="90"/>
              </dgm:adjLst>
            </dgm:shape>
          </dgm:else>
        </dgm:choose>
        <dgm:presOf/>
        <dgm:constrLst/>
        <dgm:ruleLst/>
      </dgm:layoutNode>
      <dgm:layoutNode name="rect6" styleLbl="alignAcc1">
        <dgm:alg type="sp"/>
        <dgm:shape xmlns:r="http://schemas.openxmlformats.org/officeDocument/2006/relationships" type="rect" r:blip="">
          <dgm:adjLst/>
        </dgm:shape>
        <dgm:presOf axis="self"/>
        <dgm:constrLst/>
        <dgm:ruleLst/>
      </dgm:layoutNode>
    </dgm:forEach>
    <dgm:forEach name="Name46" axis="ch" ptType="node" st="7" cnt="1">
      <dgm:layoutNode name="vertSpace7">
        <dgm:alg type="sp"/>
        <dgm:shape xmlns:r="http://schemas.openxmlformats.org/officeDocument/2006/relationships" type="rect" r:blip="" hideGeom="1">
          <dgm:adjLst/>
        </dgm:shape>
        <dgm:presOf/>
        <dgm:constrLst/>
        <dgm:ruleLst/>
      </dgm:layoutNode>
      <dgm:layoutNode name="circle7" styleLbl="node1">
        <dgm:alg type="sp"/>
        <dgm:choose name="Name47">
          <dgm:if name="Name48" func="var" arg="dir" op="equ" val="norm">
            <dgm:shape xmlns:r="http://schemas.openxmlformats.org/officeDocument/2006/relationships" type="pie" r:blip="">
              <dgm:adjLst>
                <dgm:adj idx="1" val="90"/>
                <dgm:adj idx="2" val="270"/>
              </dgm:adjLst>
            </dgm:shape>
          </dgm:if>
          <dgm:else name="Name49">
            <dgm:shape xmlns:r="http://schemas.openxmlformats.org/officeDocument/2006/relationships" type="pie" r:blip="">
              <dgm:adjLst>
                <dgm:adj idx="1" val="270"/>
                <dgm:adj idx="2" val="90"/>
              </dgm:adjLst>
            </dgm:shape>
          </dgm:else>
        </dgm:choose>
        <dgm:presOf/>
        <dgm:constrLst/>
        <dgm:ruleLst/>
      </dgm:layoutNode>
      <dgm:layoutNode name="rect7" styleLbl="alignAcc1">
        <dgm:alg type="sp"/>
        <dgm:shape xmlns:r="http://schemas.openxmlformats.org/officeDocument/2006/relationships" type="rect" r:blip="">
          <dgm:adjLst/>
        </dgm:shape>
        <dgm:presOf axis="self"/>
        <dgm:constrLst/>
        <dgm:ruleLst/>
      </dgm:layoutNode>
    </dgm:forEach>
    <dgm:forEach name="Name50" axis="ch" ptType="node" cnt="1">
      <dgm:choose name="Name51">
        <dgm:if name="Name52" axis="root des" ptType="all node" func="maxDepth" op="gte" val="2">
          <dgm:layoutNode name="rect1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1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3">
          <dgm:layoutNode name="rect1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4" axis="ch" ptType="node" st="2" cnt="1">
      <dgm:choose name="Name55">
        <dgm:if name="Name56" axis="root des" ptType="all node" func="maxDepth" op="gte" val="2">
          <dgm:layoutNode name="rect2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2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7">
          <dgm:layoutNode name="rect2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8" axis="ch" ptType="node" st="3" cnt="1">
      <dgm:choose name="Name59">
        <dgm:if name="Name60" axis="root des" ptType="all node" func="maxDepth" op="gte" val="2">
          <dgm:layoutNode name="rect3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3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1">
          <dgm:layoutNode name="rect3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2" axis="ch" ptType="node" st="4" cnt="1">
      <dgm:choose name="Name63">
        <dgm:if name="Name64" axis="root des" ptType="all node" func="maxDepth" op="gte" val="2">
          <dgm:layoutNode name="rect4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4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5">
          <dgm:layoutNode name="rect4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6" axis="ch" ptType="node" st="5" cnt="1">
      <dgm:choose name="Name67">
        <dgm:if name="Name68" axis="root des" ptType="all node" func="maxDepth" op="gte" val="2">
          <dgm:layoutNode name="rect5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5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9">
          <dgm:layoutNode name="rect5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0" axis="ch" ptType="node" st="6" cnt="1">
      <dgm:choose name="Name71">
        <dgm:if name="Name72" axis="root des" ptType="all node" func="maxDepth" op="gte" val="2">
          <dgm:layoutNode name="rect6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6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3">
          <dgm:layoutNode name="rect6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4" axis="ch" ptType="node" st="7" cnt="1">
      <dgm:choose name="Name75">
        <dgm:if name="Name76" axis="root des" ptType="all node" func="maxDepth" op="gte" val="2">
          <dgm:layoutNode name="rect7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7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7">
          <dgm:layoutNode name="rect7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hList3">
  <dgm:title val=""/>
  <dgm:desc val=""/>
  <dgm:catLst>
    <dgm:cat type="list" pri="19000"/>
  </dgm:catLst>
  <dgm:samp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1" destId="2" srcOrd="0" destOrd="0"/>
        <dgm:cxn modelId="7" srcId="1" destId="3" srcOrd="1" destOrd="0"/>
        <dgm:cxn modelId="8" srcId="1" destId="4" srcOrd="2" destOrd="0"/>
      </dgm:cxnLst>
      <dgm:bg/>
      <dgm:whole/>
    </dgm:dataModel>
  </dgm:sampData>
  <dgm:styleData>
    <dgm:dataModel>
      <dgm:ptLst>
        <dgm:pt modelId="0" type="doc"/>
        <dgm:pt modelId="1"/>
        <dgm:pt modelId="2"/>
        <dgm:pt modelId="3"/>
      </dgm:ptLst>
      <dgm:cxnLst>
        <dgm:cxn modelId="5" srcId="0" destId="1" srcOrd="0" destOrd="0"/>
        <dgm:cxn modelId="6" srcId="1" destId="2" srcOrd="0" destOrd="0"/>
        <dgm:cxn modelId="7" srcId="1" destId="3" srcOrd="1" destOrd="0"/>
      </dgm:cxnLst>
      <dgm:bg/>
      <dgm:whole/>
    </dgm:dataModel>
  </dgm:styleData>
  <dgm:clrData>
    <dgm:dataModel>
      <dgm:ptLst>
        <dgm:pt modelId="0" type="doc"/>
        <dgm:pt modelId="1"/>
        <dgm:pt modelId="2"/>
        <dgm:pt modelId="3"/>
        <dgm:pt modelId="4"/>
        <dgm:pt modelId="5"/>
      </dgm:ptLst>
      <dgm:cxnLst>
        <dgm:cxn modelId="6" srcId="0" destId="1" srcOrd="0" destOrd="0"/>
        <dgm:cxn modelId="7" srcId="1" destId="2" srcOrd="0" destOrd="0"/>
        <dgm:cxn modelId="8" srcId="1" destId="3" srcOrd="1" destOrd="0"/>
        <dgm:cxn modelId="9" srcId="1" destId="4" srcOrd="2" destOrd="0"/>
        <dgm:cxn modelId="10" srcId="1" destId="5" srcOrd="3" destOrd="0"/>
      </dgm:cxnLst>
      <dgm:bg/>
      <dgm:whole/>
    </dgm:dataModel>
  </dgm:clrData>
  <dgm:layoutNode name="composite">
    <dgm:varLst>
      <dgm:chMax val="1"/>
      <dgm:dir/>
      <dgm:resizeHandles val="exact"/>
    </dgm:varLst>
    <dgm:alg type="composite"/>
    <dgm:shape xmlns:r="http://schemas.openxmlformats.org/officeDocument/2006/relationships" r:blip="">
      <dgm:adjLst/>
    </dgm:shape>
    <dgm:presOf/>
    <dgm:constrLst>
      <dgm:constr type="w" for="ch" forName="roof" refType="w"/>
      <dgm:constr type="h" for="ch" forName="roof" refType="h" fact="0.3"/>
      <dgm:constr type="primFontSz" for="ch" forName="roof" val="65"/>
      <dgm:constr type="w" for="ch" forName="pillars" refType="w"/>
      <dgm:constr type="h" for="ch" forName="pillars" refType="h" fact="0.63"/>
      <dgm:constr type="t" for="ch" forName="pillars" refType="h" fact="0.3"/>
      <dgm:constr type="primFontSz" for="des" forName="pillar1" val="65"/>
      <dgm:constr type="primFontSz" for="des" forName="pillarX" refType="primFontSz" refFor="des" refForName="pillar1" op="equ"/>
      <dgm:constr type="w" for="ch" forName="base" refType="w"/>
      <dgm:constr type="h" for="ch" forName="base" refType="h" fact="0.07"/>
      <dgm:constr type="t" for="ch" forName="base" refType="h" fact="0.93"/>
    </dgm:constrLst>
    <dgm:ruleLst/>
    <dgm:forEach name="Name0" axis="ch" ptType="node" cnt="1">
      <dgm:layoutNode name="roof" styleLbl="dkBgShp">
        <dgm:alg type="tx"/>
        <dgm:shape xmlns:r="http://schemas.openxmlformats.org/officeDocument/2006/relationships" type="rect" r:blip="">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illars" styleLbl="node1">
        <dgm:choose name="Name1">
          <dgm:if name="Name2" func="var" arg="dir" op="equ" val="norm">
            <dgm:alg type="lin">
              <dgm:param type="linDir" val="fromL"/>
            </dgm:alg>
          </dgm:if>
          <dgm:else name="Name3">
            <dgm:alg type="lin">
              <dgm:param type="linDir" val="fromR"/>
            </dgm:alg>
          </dgm:else>
        </dgm:choose>
        <dgm:shape xmlns:r="http://schemas.openxmlformats.org/officeDocument/2006/relationships" r:blip="">
          <dgm:adjLst/>
        </dgm:shape>
        <dgm:presOf/>
        <dgm:constrLst>
          <dgm:constr type="w" for="ch" forName="pillar1" refType="w"/>
          <dgm:constr type="h" for="ch" forName="pillar1" refType="h"/>
          <dgm:constr type="w" for="ch" forName="pillarX" refType="w"/>
          <dgm:constr type="h" for="ch" forName="pillarX" refType="h"/>
        </dgm:constrLst>
        <dgm:ruleLst/>
        <dgm:layoutNode name="pillar1" styleLbl="node1">
          <dgm:varLst>
            <dgm:bulletEnabled val="1"/>
          </dgm:varLst>
          <dgm:alg type="tx"/>
          <dgm:shape xmlns:r="http://schemas.openxmlformats.org/officeDocument/2006/relationships" type="rect" r:blip="">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ch" ptType="node" st="2">
          <dgm:layoutNode name="pillarX" styleLbl="node1">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dgm:layoutNode>
      <dgm:layoutNode name="base" styleLbl="dkBgShp">
        <dgm:alg type="sp"/>
        <dgm:shape xmlns:r="http://schemas.openxmlformats.org/officeDocument/2006/relationships" type="rect" r:blip="">
          <dgm:adjLst/>
        </dgm:shape>
        <dgm:presOf/>
        <dgm:constrLst/>
        <dgm:ruleLst/>
      </dgm:layoutNode>
    </dgm:forEach>
  </dgm:layoutNode>
</dgm:layoutDef>
</file>

<file path=ppt/diagrams/layout13.xml><?xml version="1.0" encoding="utf-8"?>
<dgm:layoutDef xmlns:dgm="http://schemas.openxmlformats.org/drawingml/2006/diagram" xmlns:a="http://schemas.openxmlformats.org/drawingml/2006/main" uniqueId="urn:microsoft.com/office/officeart/2016/7/layout/LinearBlockProcessNumbered">
  <dgm:title val="Linear Block Process Numbered"/>
  <dgm:desc val="Used to show a progression; a timeline; sequential steps in a task, process, or workflow; or to emphasize movement or direction. Automatic numbers have been introduced to show the steps of the process. Level 1 text and Level 2 text both appears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01</a:t>
              </a:r>
            </a:p>
          </dgm:t>
        </dgm:pt>
        <dgm:pt modelId="201" type="sibTrans" cxnId="5">
          <dgm:prSet phldrT="2"/>
          <dgm:t>
            <a:bodyPr/>
            <a:lstStyle/>
            <a:p>
              <a:r>
                <a:t>02</a:t>
              </a:r>
            </a:p>
          </dgm:t>
        </dgm:pt>
        <dgm:pt modelId="301" type="sibTrans" cxnId="6">
          <dgm:prSet phldrT="3"/>
          <dgm:t>
            <a:bodyPr/>
            <a:lstStyle/>
            <a:p>
              <a:r>
                <a:t>03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alignNode1">
          <dgm:alg type="sp"/>
          <dgm:shape xmlns:r="http://schemas.openxmlformats.org/officeDocument/2006/relationships" type="rect" r:blip="">
            <dgm:adjLst>
              <dgm:adj idx="1" val="0.05"/>
            </dgm:adjLst>
          </dgm:shape>
          <dgm:presOf axis="self"/>
          <dgm:constrLst/>
          <dgm:ruleLst/>
        </dgm:layoutNode>
        <dgm:forEach name="Name19" axis="followSib" ptType="sibTrans" hideLastTrans="0" cnt="1">
          <dgm:layoutNode name="sibTransNodeRect" styleLbl="alignNode1">
            <dgm:varLst>
              <dgm:chMax val="0"/>
              <dgm:bulletEnabled val="1"/>
            </dgm:varLst>
            <dgm:presOf axis="self"/>
            <dgm:alg type="tx">
              <dgm:param type="parTxLTRAlign" val="l"/>
              <dgm:param type="parTxRTLAlign" val="l"/>
            </dgm:alg>
            <dgm:shape xmlns:r="http://schemas.openxmlformats.org/officeDocument/2006/relationships" type="rect" r:blip="" hideGeom="1">
              <dgm:adjLst/>
            </dgm:shape>
            <dgm:constrLst>
              <dgm:constr type="primFontSz" val="66"/>
              <dgm:constr type="tMarg" val="13"/>
              <dgm:constr type="lMarg" refType="w" fact="0.28"/>
              <dgm:constr type="rMarg" refType="w" fact="0.28"/>
              <dgm:constr type="bMarg" val="13"/>
            </dgm:constrLst>
            <dgm:ruleLst>
              <dgm:rule type="primFontSz" val="14" fact="NaN" max="NaN"/>
              <dgm:rule type="tMarg" val="13" fact="NaN" max="NaN"/>
            </dgm:ruleLst>
          </dgm:layoutNode>
        </dgm:forEach>
        <dgm:layoutNode name="nodeRect" styleLbl="alignNode1" moveWith="bgRect">
          <dgm:varLst>
            <dgm:bulletEnabled val="1"/>
          </dgm:varLst>
          <dgm:alg type="tx">
            <dgm:param type="parTxLTRAlign" val="l"/>
            <dgm:param type="parTxRTLAlign" val="r"/>
            <dgm:param type="txAnchorVert" val="t"/>
            <dgm:param type="stBulletLvl" val="2"/>
          </dgm:alg>
          <dgm:shape xmlns:r="http://schemas.openxmlformats.org/officeDocument/2006/relationships" type="rect" r:blip="" hideGeom="1">
            <dgm:adjLst/>
          </dgm:shape>
          <dgm:presOf axis="desOrSelf" ptType="node"/>
          <dgm:constrLst>
            <dgm:constr type="primFontSz" val="26"/>
            <dgm:constr type="tMarg"/>
            <dgm:constr type="lMarg" refType="w" fact="0.28"/>
            <dgm:constr type="rMarg" refType="w" fact="0.28"/>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3/30/2026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3/30/2026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US" smtClean="0"/>
              <a:t>3/30/2026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846CE7D5-CF57-46EF-B807-FDD0502418D4}" type="datetimeFigureOut">
              <a:rPr lang="en-US" smtClean="0"/>
              <a:t>3/30/2026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46CE7D5-CF57-46EF-B807-FDD0502418D4}" type="datetimeFigureOut">
              <a:rPr lang="en-US" smtClean="0"/>
              <a:t>3/30/2026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46CE7D5-CF57-46EF-B807-FDD0502418D4}" type="datetimeFigureOut">
              <a:rPr lang="en-US" smtClean="0"/>
              <a:t>3/30/2026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US" smtClean="0"/>
              <a:t>3/30/2026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3/30/2026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3/30/2026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3/30/2026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3/30/2026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US" smtClean="0"/>
              <a:t>3/30/2026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US" smtClean="0"/>
              <a:t>‹#›</a:t>
            </a:fld>
            <a:endParaRPr lang="en-US"/>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image" Target="../media/image18.png"/><Relationship Id="rId1" Type="http://schemas.openxmlformats.org/officeDocument/2006/relationships/slideLayout" Target="../slideLayouts/slideLayout1.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2.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image" Target="../media/image19.png"/><Relationship Id="rId1" Type="http://schemas.openxmlformats.org/officeDocument/2006/relationships/slideLayout" Target="../slideLayouts/slideLayout1.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1.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1.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6.xml"/><Relationship Id="rId7" Type="http://schemas.openxmlformats.org/officeDocument/2006/relationships/image" Target="../media/image21.png"/><Relationship Id="rId2" Type="http://schemas.openxmlformats.org/officeDocument/2006/relationships/diagramData" Target="../diagrams/data6.xml"/><Relationship Id="rId1" Type="http://schemas.openxmlformats.org/officeDocument/2006/relationships/slideLayout" Target="../slideLayouts/slideLayout1.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9.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image" Target="../media/image22.png"/><Relationship Id="rId1" Type="http://schemas.openxmlformats.org/officeDocument/2006/relationships/slideLayout" Target="../slideLayouts/slideLayout1.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1.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image" Target="../media/image26.jpeg"/><Relationship Id="rId1" Type="http://schemas.openxmlformats.org/officeDocument/2006/relationships/slideLayout" Target="../slideLayouts/slideLayout1.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diagramLayout" Target="../diagrams/layout11.xml"/><Relationship Id="rId7" Type="http://schemas.openxmlformats.org/officeDocument/2006/relationships/image" Target="../media/image32.png"/><Relationship Id="rId2" Type="http://schemas.openxmlformats.org/officeDocument/2006/relationships/diagramData" Target="../diagrams/data11.xml"/><Relationship Id="rId1" Type="http://schemas.openxmlformats.org/officeDocument/2006/relationships/slideLayout" Target="../slideLayouts/slideLayout1.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1.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13.xml"/><Relationship Id="rId2" Type="http://schemas.openxmlformats.org/officeDocument/2006/relationships/diagramData" Target="../diagrams/data13.xml"/><Relationship Id="rId1" Type="http://schemas.openxmlformats.org/officeDocument/2006/relationships/slideLayout" Target="../slideLayouts/slideLayout1.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diagramData" Target="../diagrams/data14.xml"/><Relationship Id="rId7" Type="http://schemas.microsoft.com/office/2007/relationships/diagramDrawing" Target="../diagrams/drawing14.xml"/><Relationship Id="rId2" Type="http://schemas.openxmlformats.org/officeDocument/2006/relationships/image" Target="../media/image34.png"/><Relationship Id="rId1" Type="http://schemas.openxmlformats.org/officeDocument/2006/relationships/slideLayout" Target="../slideLayouts/slideLayout1.xml"/><Relationship Id="rId6" Type="http://schemas.openxmlformats.org/officeDocument/2006/relationships/diagramColors" Target="../diagrams/colors14.xml"/><Relationship Id="rId5" Type="http://schemas.openxmlformats.org/officeDocument/2006/relationships/diagramQuickStyle" Target="../diagrams/quickStyle14.xml"/><Relationship Id="rId4" Type="http://schemas.openxmlformats.org/officeDocument/2006/relationships/diagramLayout" Target="../diagrams/layout1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1.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A4026A73-1F7F-49F2-B319-8CA3B3D532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1732" y="321733"/>
            <a:ext cx="11546828" cy="6214534"/>
          </a:xfrm>
          <a:custGeom>
            <a:avLst/>
            <a:gdLst>
              <a:gd name="connsiteX0" fmla="*/ 0 w 11546828"/>
              <a:gd name="connsiteY0" fmla="*/ 0 h 6214534"/>
              <a:gd name="connsiteX1" fmla="*/ 7965430 w 11546828"/>
              <a:gd name="connsiteY1" fmla="*/ 0 h 6214534"/>
              <a:gd name="connsiteX2" fmla="*/ 7965430 w 11546828"/>
              <a:gd name="connsiteY2" fmla="*/ 1786 h 6214534"/>
              <a:gd name="connsiteX3" fmla="*/ 11546828 w 11546828"/>
              <a:gd name="connsiteY3" fmla="*/ 1786 h 6214534"/>
              <a:gd name="connsiteX4" fmla="*/ 11546828 w 11546828"/>
              <a:gd name="connsiteY4" fmla="*/ 2866740 h 6214534"/>
              <a:gd name="connsiteX5" fmla="*/ 11225095 w 11546828"/>
              <a:gd name="connsiteY5" fmla="*/ 3179536 h 6214534"/>
              <a:gd name="connsiteX6" fmla="*/ 11225095 w 11546828"/>
              <a:gd name="connsiteY6" fmla="*/ 301542 h 6214534"/>
              <a:gd name="connsiteX7" fmla="*/ 320042 w 11546828"/>
              <a:gd name="connsiteY7" fmla="*/ 301542 h 6214534"/>
              <a:gd name="connsiteX8" fmla="*/ 320042 w 11546828"/>
              <a:gd name="connsiteY8" fmla="*/ 5909424 h 6214534"/>
              <a:gd name="connsiteX9" fmla="*/ 8417210 w 11546828"/>
              <a:gd name="connsiteY9" fmla="*/ 5909424 h 6214534"/>
              <a:gd name="connsiteX10" fmla="*/ 8103383 w 11546828"/>
              <a:gd name="connsiteY10" fmla="*/ 6214534 h 6214534"/>
              <a:gd name="connsiteX11" fmla="*/ 7222929 w 11546828"/>
              <a:gd name="connsiteY11" fmla="*/ 6214534 h 6214534"/>
              <a:gd name="connsiteX12" fmla="*/ 7222929 w 11546828"/>
              <a:gd name="connsiteY12" fmla="*/ 6212748 h 6214534"/>
              <a:gd name="connsiteX13" fmla="*/ 0 w 11546828"/>
              <a:gd name="connsiteY13" fmla="*/ 6212748 h 62145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546828" h="6214534">
                <a:moveTo>
                  <a:pt x="0" y="0"/>
                </a:moveTo>
                <a:lnTo>
                  <a:pt x="7965430" y="0"/>
                </a:lnTo>
                <a:lnTo>
                  <a:pt x="7965430" y="1786"/>
                </a:lnTo>
                <a:lnTo>
                  <a:pt x="11546828" y="1786"/>
                </a:lnTo>
                <a:lnTo>
                  <a:pt x="11546828" y="2866740"/>
                </a:lnTo>
                <a:lnTo>
                  <a:pt x="11225095" y="3179536"/>
                </a:lnTo>
                <a:lnTo>
                  <a:pt x="11225095" y="301542"/>
                </a:lnTo>
                <a:lnTo>
                  <a:pt x="320042" y="301542"/>
                </a:lnTo>
                <a:lnTo>
                  <a:pt x="320042" y="5909424"/>
                </a:lnTo>
                <a:lnTo>
                  <a:pt x="8417210" y="5909424"/>
                </a:lnTo>
                <a:lnTo>
                  <a:pt x="8103383" y="6214534"/>
                </a:lnTo>
                <a:lnTo>
                  <a:pt x="7222929" y="6214534"/>
                </a:lnTo>
                <a:lnTo>
                  <a:pt x="7222929" y="6212748"/>
                </a:lnTo>
                <a:lnTo>
                  <a:pt x="0" y="6212748"/>
                </a:lnTo>
                <a:close/>
              </a:path>
            </a:pathLst>
          </a:custGeom>
          <a:solidFill>
            <a:schemeClr val="tx1">
              <a:lumMod val="50000"/>
              <a:lumOff val="50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6" name="Right Triangle 25">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Rectangle 27">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A44EF684-0CC5-51B8-B00C-C98BAC35D3AC}"/>
              </a:ext>
            </a:extLst>
          </p:cNvPr>
          <p:cNvSpPr>
            <a:spLocks noGrp="1"/>
          </p:cNvSpPr>
          <p:nvPr>
            <p:ph type="ctrTitle"/>
          </p:nvPr>
        </p:nvSpPr>
        <p:spPr>
          <a:xfrm>
            <a:off x="1006900" y="1188637"/>
            <a:ext cx="3141430" cy="4480726"/>
          </a:xfrm>
        </p:spPr>
        <p:txBody>
          <a:bodyPr vert="horz" lIns="91440" tIns="45720" rIns="91440" bIns="45720" rtlCol="0" anchor="ctr">
            <a:normAutofit/>
          </a:bodyPr>
          <a:lstStyle/>
          <a:p>
            <a:pPr algn="r"/>
            <a:r>
              <a:rPr lang="en-US" sz="4600" kern="1200">
                <a:solidFill>
                  <a:schemeClr val="tx1"/>
                </a:solidFill>
                <a:latin typeface="+mj-lt"/>
                <a:ea typeface="+mj-ea"/>
                <a:cs typeface="+mj-cs"/>
              </a:rPr>
              <a:t>Scientific Conference Organization Tool</a:t>
            </a:r>
          </a:p>
        </p:txBody>
      </p:sp>
      <p:cxnSp>
        <p:nvCxnSpPr>
          <p:cNvPr id="30" name="Straight Connector 29">
            <a:extLst>
              <a:ext uri="{FF2B5EF4-FFF2-40B4-BE49-F238E27FC236}">
                <a16:creationId xmlns:a16="http://schemas.microsoft.com/office/drawing/2014/main" id="{23AAC9B5-8015-485C-ACF9-A750390E9A5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296" y="1852863"/>
            <a:ext cx="0" cy="3236495"/>
          </a:xfrm>
          <a:prstGeom prst="line">
            <a:avLst/>
          </a:prstGeom>
          <a:ln w="19050" cap="sq">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 name="Subtítulo 2">
            <a:extLst>
              <a:ext uri="{FF2B5EF4-FFF2-40B4-BE49-F238E27FC236}">
                <a16:creationId xmlns:a16="http://schemas.microsoft.com/office/drawing/2014/main" id="{A805DF65-99DC-9ADD-8121-815598B55352}"/>
              </a:ext>
            </a:extLst>
          </p:cNvPr>
          <p:cNvSpPr>
            <a:spLocks noGrp="1"/>
          </p:cNvSpPr>
          <p:nvPr>
            <p:ph type="subTitle" idx="1"/>
          </p:nvPr>
        </p:nvSpPr>
        <p:spPr>
          <a:xfrm>
            <a:off x="5138928" y="1338729"/>
            <a:ext cx="4795584" cy="4180542"/>
          </a:xfrm>
        </p:spPr>
        <p:txBody>
          <a:bodyPr vert="horz" lIns="91440" tIns="45720" rIns="91440" bIns="45720" rtlCol="0" anchor="ctr">
            <a:normAutofit/>
          </a:bodyPr>
          <a:lstStyle/>
          <a:p>
            <a:pPr algn="l"/>
            <a:r>
              <a:rPr lang="en-US" dirty="0"/>
              <a:t>DA – </a:t>
            </a:r>
            <a:r>
              <a:rPr lang="en-US" dirty="0" err="1"/>
              <a:t>Turma</a:t>
            </a:r>
            <a:r>
              <a:rPr lang="en-US" dirty="0"/>
              <a:t> 13</a:t>
            </a:r>
          </a:p>
          <a:p>
            <a:pPr indent="-228600" algn="l">
              <a:buFont typeface="Arial" panose="020B0604020202020204" pitchFamily="34" charset="0"/>
              <a:buChar char="•"/>
            </a:pPr>
            <a:r>
              <a:rPr lang="en-US"/>
              <a:t>Francisca Silveira</a:t>
            </a:r>
          </a:p>
          <a:p>
            <a:pPr indent="-228600" algn="l">
              <a:buFont typeface="Arial" panose="020B0604020202020204" pitchFamily="34" charset="0"/>
              <a:buChar char="•"/>
            </a:pPr>
            <a:r>
              <a:rPr lang="en-US" dirty="0"/>
              <a:t>Tiago Botelho</a:t>
            </a:r>
          </a:p>
          <a:p>
            <a:pPr indent="-228600" algn="l">
              <a:buFont typeface="Arial" panose="020B0604020202020204" pitchFamily="34" charset="0"/>
              <a:buChar char="•"/>
            </a:pPr>
            <a:r>
              <a:rPr lang="en-US" dirty="0"/>
              <a:t>Tiago Su</a:t>
            </a:r>
          </a:p>
          <a:p>
            <a:pPr indent="-228600" algn="l">
              <a:buFont typeface="Arial" panose="020B0604020202020204" pitchFamily="34" charset="0"/>
              <a:buChar char="•"/>
            </a:pPr>
            <a:endParaRPr lang="en-US" dirty="0"/>
          </a:p>
        </p:txBody>
      </p:sp>
    </p:spTree>
    <p:extLst>
      <p:ext uri="{BB962C8B-B14F-4D97-AF65-F5344CB8AC3E}">
        <p14:creationId xmlns:p14="http://schemas.microsoft.com/office/powerpoint/2010/main" val="23347949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428D436F-9ACD-4C92-AFC8-C934C527A6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6000" cy="6858000"/>
          </a:xfrm>
          <a:prstGeom prst="rect">
            <a:avLst/>
          </a:prstGeom>
          <a:solidFill>
            <a:schemeClr val="tx1">
              <a:alpha val="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090538E0-A884-4E60-A6AB-77D830E2FC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53478" y="0"/>
            <a:ext cx="465738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1901162" y="3050434"/>
            <a:ext cx="3722933" cy="757130"/>
          </a:xfrm>
          <a:ln w="25400" cap="sq">
            <a:solidFill>
              <a:srgbClr val="FFFFFF"/>
            </a:solidFill>
            <a:miter lim="800000"/>
          </a:ln>
        </p:spPr>
        <p:txBody>
          <a:bodyPr vert="horz" wrap="square" lIns="91440" tIns="45720" rIns="91440" bIns="45720" rtlCol="0" anchor="ctr">
            <a:normAutofit/>
          </a:bodyPr>
          <a:lstStyle/>
          <a:p>
            <a:r>
              <a:rPr lang="en-US" sz="2400" kern="1200" dirty="0">
                <a:solidFill>
                  <a:srgbClr val="FFFFFF"/>
                </a:solidFill>
                <a:latin typeface="+mj-lt"/>
                <a:ea typeface="+mj-ea"/>
                <a:cs typeface="+mj-cs"/>
              </a:rPr>
              <a:t>Scientific Conference Organization Tool</a:t>
            </a:r>
          </a:p>
        </p:txBody>
      </p:sp>
      <p:sp>
        <p:nvSpPr>
          <p:cNvPr id="21" name="Rectangle 20">
            <a:extLst>
              <a:ext uri="{FF2B5EF4-FFF2-40B4-BE49-F238E27FC236}">
                <a16:creationId xmlns:a16="http://schemas.microsoft.com/office/drawing/2014/main" id="{DB0D7DD0-1C67-4D4C-9E06-678233DB84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453478" cy="6858000"/>
          </a:xfrm>
          <a:prstGeom prst="rect">
            <a:avLst/>
          </a:prstGeom>
          <a:solidFill>
            <a:srgbClr val="40404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p:cNvSpPr>
            <a:spLocks noGrp="1"/>
          </p:cNvSpPr>
          <p:nvPr>
            <p:ph type="subTitle" idx="1"/>
          </p:nvPr>
        </p:nvSpPr>
        <p:spPr>
          <a:xfrm>
            <a:off x="6574536" y="640080"/>
            <a:ext cx="5053066" cy="723247"/>
          </a:xfrm>
        </p:spPr>
        <p:txBody>
          <a:bodyPr vert="horz" lIns="91440" tIns="45720" rIns="91440" bIns="45720" rtlCol="0" anchor="t">
            <a:normAutofit/>
          </a:bodyPr>
          <a:lstStyle/>
          <a:p>
            <a:pPr algn="l"/>
            <a:r>
              <a:rPr lang="en-US" sz="2000" b="1"/>
              <a:t>         Description</a:t>
            </a:r>
            <a:endParaRPr lang="en-US" b="1"/>
          </a:p>
        </p:txBody>
      </p:sp>
      <p:graphicFrame>
        <p:nvGraphicFramePr>
          <p:cNvPr id="23" name="TextBox 3">
            <a:extLst>
              <a:ext uri="{FF2B5EF4-FFF2-40B4-BE49-F238E27FC236}">
                <a16:creationId xmlns:a16="http://schemas.microsoft.com/office/drawing/2014/main" id="{447B2B45-F855-D3BC-74A3-2E31D07DF800}"/>
              </a:ext>
            </a:extLst>
          </p:cNvPr>
          <p:cNvGraphicFramePr/>
          <p:nvPr>
            <p:extLst>
              <p:ext uri="{D42A27DB-BD31-4B8C-83A1-F6EECF244321}">
                <p14:modId xmlns:p14="http://schemas.microsoft.com/office/powerpoint/2010/main" val="3889859530"/>
              </p:ext>
            </p:extLst>
          </p:nvPr>
        </p:nvGraphicFramePr>
        <p:xfrm>
          <a:off x="6570204" y="1875172"/>
          <a:ext cx="5057398" cy="462396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97" name="Rectangle 696">
            <a:extLst>
              <a:ext uri="{FF2B5EF4-FFF2-40B4-BE49-F238E27FC236}">
                <a16:creationId xmlns:a16="http://schemas.microsoft.com/office/drawing/2014/main" id="{1CC35047-3122-C831-DFC7-7F10FD0B47F1}"/>
              </a:ext>
            </a:extLst>
          </p:cNvPr>
          <p:cNvSpPr/>
          <p:nvPr/>
        </p:nvSpPr>
        <p:spPr>
          <a:xfrm>
            <a:off x="6629564" y="364506"/>
            <a:ext cx="4938155" cy="989610"/>
          </a:xfrm>
          <a:prstGeom prst="rect">
            <a:avLst/>
          </a:prstGeom>
          <a:noFill/>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1098572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C8FBF8B-150C-AED3-F9B3-B754574B91F3}"/>
            </a:ext>
          </a:extLst>
        </p:cNvPr>
        <p:cNvGrpSpPr/>
        <p:nvPr/>
      </p:nvGrpSpPr>
      <p:grpSpPr>
        <a:xfrm>
          <a:off x="0" y="0"/>
          <a:ext cx="0" cy="0"/>
          <a:chOff x="0" y="0"/>
          <a:chExt cx="0" cy="0"/>
        </a:xfrm>
      </p:grpSpPr>
      <p:sp useBgFill="1">
        <p:nvSpPr>
          <p:cNvPr id="51" name="Rectangle 50">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5" name="Rectangle 54">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9" name="Freeform: Shape 58">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25821833-B8A6-B41D-0056-B34BDD56379E}"/>
              </a:ext>
            </a:extLst>
          </p:cNvPr>
          <p:cNvSpPr>
            <a:spLocks noGrp="1"/>
          </p:cNvSpPr>
          <p:nvPr>
            <p:ph type="ctrTitle"/>
          </p:nvPr>
        </p:nvSpPr>
        <p:spPr>
          <a:xfrm>
            <a:off x="660041" y="2767106"/>
            <a:ext cx="2880828" cy="3071906"/>
          </a:xfrm>
        </p:spPr>
        <p:txBody>
          <a:bodyPr anchor="t">
            <a:normAutofit/>
          </a:bodyPr>
          <a:lstStyle/>
          <a:p>
            <a:pPr algn="l"/>
            <a:r>
              <a:rPr lang="en-US" sz="4000" dirty="0">
                <a:solidFill>
                  <a:srgbClr val="FFFFFF"/>
                </a:solidFill>
                <a:ea typeface="+mj-lt"/>
                <a:cs typeface="+mj-lt"/>
              </a:rPr>
              <a:t>Scientific Conference Organization Tool</a:t>
            </a:r>
            <a:endParaRPr lang="en-US" sz="4000" dirty="0">
              <a:solidFill>
                <a:srgbClr val="FFFFFF"/>
              </a:solidFill>
            </a:endParaRPr>
          </a:p>
        </p:txBody>
      </p:sp>
      <p:sp>
        <p:nvSpPr>
          <p:cNvPr id="3" name="Subtitle 2">
            <a:extLst>
              <a:ext uri="{FF2B5EF4-FFF2-40B4-BE49-F238E27FC236}">
                <a16:creationId xmlns:a16="http://schemas.microsoft.com/office/drawing/2014/main" id="{01894D84-1F27-0990-F00A-60D669249439}"/>
              </a:ext>
            </a:extLst>
          </p:cNvPr>
          <p:cNvSpPr>
            <a:spLocks noGrp="1"/>
          </p:cNvSpPr>
          <p:nvPr>
            <p:ph type="subTitle" idx="1"/>
          </p:nvPr>
        </p:nvSpPr>
        <p:spPr>
          <a:xfrm>
            <a:off x="660042" y="806824"/>
            <a:ext cx="2919738" cy="1494117"/>
          </a:xfrm>
        </p:spPr>
        <p:txBody>
          <a:bodyPr vert="horz" lIns="91440" tIns="45720" rIns="91440" bIns="45720" rtlCol="0" anchor="b">
            <a:normAutofit/>
          </a:bodyPr>
          <a:lstStyle/>
          <a:p>
            <a:pPr algn="l"/>
            <a:r>
              <a:rPr lang="en-US" sz="2000" dirty="0">
                <a:solidFill>
                  <a:srgbClr val="FFFFFF"/>
                </a:solidFill>
              </a:rPr>
              <a:t>Project structure</a:t>
            </a:r>
          </a:p>
        </p:txBody>
      </p:sp>
      <p:pic>
        <p:nvPicPr>
          <p:cNvPr id="6" name="Picture 5" descr="A diagram of a tool&#10;&#10;AI-generated content may be incorrect.">
            <a:extLst>
              <a:ext uri="{FF2B5EF4-FFF2-40B4-BE49-F238E27FC236}">
                <a16:creationId xmlns:a16="http://schemas.microsoft.com/office/drawing/2014/main" id="{F17E000B-A619-C772-E25D-48847DC430CE}"/>
              </a:ext>
            </a:extLst>
          </p:cNvPr>
          <p:cNvPicPr>
            <a:picLocks noChangeAspect="1"/>
          </p:cNvPicPr>
          <p:nvPr/>
        </p:nvPicPr>
        <p:blipFill>
          <a:blip r:embed="rId2"/>
          <a:srcRect l="5609" r="5534"/>
          <a:stretch>
            <a:fillRect/>
          </a:stretch>
        </p:blipFill>
        <p:spPr>
          <a:xfrm>
            <a:off x="4038604" y="695381"/>
            <a:ext cx="7950558" cy="5748817"/>
          </a:xfrm>
          <a:prstGeom prst="rect">
            <a:avLst/>
          </a:prstGeom>
        </p:spPr>
      </p:pic>
    </p:spTree>
    <p:extLst>
      <p:ext uri="{BB962C8B-B14F-4D97-AF65-F5344CB8AC3E}">
        <p14:creationId xmlns:p14="http://schemas.microsoft.com/office/powerpoint/2010/main" val="23300981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Slide Background Fill">
            <a:extLst>
              <a:ext uri="{FF2B5EF4-FFF2-40B4-BE49-F238E27FC236}">
                <a16:creationId xmlns:a16="http://schemas.microsoft.com/office/drawing/2014/main" id="{C7D023E4-8DE1-436E-9847-ED6A4B4B04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1"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0" name="Group 9">
            <a:extLst>
              <a:ext uri="{FF2B5EF4-FFF2-40B4-BE49-F238E27FC236}">
                <a16:creationId xmlns:a16="http://schemas.microsoft.com/office/drawing/2014/main" id="{1FEC590B-3306-47E9-BD67-97F3F76169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88952" cy="6858000"/>
            <a:chOff x="651279" y="598259"/>
            <a:chExt cx="10889442" cy="5680742"/>
          </a:xfrm>
        </p:grpSpPr>
        <p:sp>
          <p:nvSpPr>
            <p:cNvPr id="11" name="Color">
              <a:extLst>
                <a:ext uri="{FF2B5EF4-FFF2-40B4-BE49-F238E27FC236}">
                  <a16:creationId xmlns:a16="http://schemas.microsoft.com/office/drawing/2014/main" id="{54F87DBC-E43C-4CE4-A8C5-61E3D68194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Color">
              <a:extLst>
                <a:ext uri="{FF2B5EF4-FFF2-40B4-BE49-F238E27FC236}">
                  <a16:creationId xmlns:a16="http://schemas.microsoft.com/office/drawing/2014/main" id="{CD39A88A-7F84-4ACA-877B-E28BC26CD8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4" name="Group 13">
            <a:extLst>
              <a:ext uri="{FF2B5EF4-FFF2-40B4-BE49-F238E27FC236}">
                <a16:creationId xmlns:a16="http://schemas.microsoft.com/office/drawing/2014/main" id="{A47AAF5E-1692-48C9-98FB-6432BF0BC4F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5" name="Freeform: Shape 14">
              <a:extLst>
                <a:ext uri="{FF2B5EF4-FFF2-40B4-BE49-F238E27FC236}">
                  <a16:creationId xmlns:a16="http://schemas.microsoft.com/office/drawing/2014/main" id="{5F36A26D-E71D-4663-B197-8B7BFA37AD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6" name="Freeform: Shape 15">
              <a:extLst>
                <a:ext uri="{FF2B5EF4-FFF2-40B4-BE49-F238E27FC236}">
                  <a16:creationId xmlns:a16="http://schemas.microsoft.com/office/drawing/2014/main" id="{8A821CEB-DA96-4952-93B9-81F9C42BAD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7" name="Freeform: Shape 16">
              <a:extLst>
                <a:ext uri="{FF2B5EF4-FFF2-40B4-BE49-F238E27FC236}">
                  <a16:creationId xmlns:a16="http://schemas.microsoft.com/office/drawing/2014/main" id="{18C8EDE0-D69B-4F65-9AB7-DDE7EAD78E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8" name="Freeform: Shape 17">
              <a:extLst>
                <a:ext uri="{FF2B5EF4-FFF2-40B4-BE49-F238E27FC236}">
                  <a16:creationId xmlns:a16="http://schemas.microsoft.com/office/drawing/2014/main" id="{546F0982-BF10-4BF6-842A-F631654FFD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9" name="Freeform: Shape 18">
              <a:extLst>
                <a:ext uri="{FF2B5EF4-FFF2-40B4-BE49-F238E27FC236}">
                  <a16:creationId xmlns:a16="http://schemas.microsoft.com/office/drawing/2014/main" id="{2B313509-2128-42CA-81B6-C9EC23E44C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0" name="Freeform: Shape 19">
              <a:extLst>
                <a:ext uri="{FF2B5EF4-FFF2-40B4-BE49-F238E27FC236}">
                  <a16:creationId xmlns:a16="http://schemas.microsoft.com/office/drawing/2014/main" id="{1589188C-E06E-4F8A-BDD1-02ADF1408F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6B4E610F-FCD0-483F-B9F2-6DF2C28FE8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ítulo 1">
            <a:extLst>
              <a:ext uri="{FF2B5EF4-FFF2-40B4-BE49-F238E27FC236}">
                <a16:creationId xmlns:a16="http://schemas.microsoft.com/office/drawing/2014/main" id="{961A50B6-BF76-B8E3-0DFE-BD49D75C5F3F}"/>
              </a:ext>
            </a:extLst>
          </p:cNvPr>
          <p:cNvSpPr>
            <a:spLocks noGrp="1"/>
          </p:cNvSpPr>
          <p:nvPr>
            <p:ph type="title"/>
          </p:nvPr>
        </p:nvSpPr>
        <p:spPr>
          <a:xfrm>
            <a:off x="789708" y="666351"/>
            <a:ext cx="10558405" cy="3044335"/>
          </a:xfrm>
        </p:spPr>
        <p:txBody>
          <a:bodyPr vert="horz" lIns="91440" tIns="45720" rIns="91440" bIns="45720" rtlCol="0" anchor="b">
            <a:normAutofit/>
          </a:bodyPr>
          <a:lstStyle/>
          <a:p>
            <a:pPr algn="ctr"/>
            <a:r>
              <a:rPr lang="en-US" sz="4800" kern="1200">
                <a:solidFill>
                  <a:schemeClr val="bg1"/>
                </a:solidFill>
                <a:latin typeface="+mj-lt"/>
                <a:ea typeface="+mj-ea"/>
                <a:cs typeface="+mj-cs"/>
              </a:rPr>
              <a:t>TUI</a:t>
            </a:r>
          </a:p>
        </p:txBody>
      </p:sp>
    </p:spTree>
    <p:extLst>
      <p:ext uri="{BB962C8B-B14F-4D97-AF65-F5344CB8AC3E}">
        <p14:creationId xmlns:p14="http://schemas.microsoft.com/office/powerpoint/2010/main" val="37872544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5BA49487-3FDB-4FB7-9D50-2B4F9454DA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3" name="Rectangle 12">
            <a:extLst>
              <a:ext uri="{FF2B5EF4-FFF2-40B4-BE49-F238E27FC236}">
                <a16:creationId xmlns:a16="http://schemas.microsoft.com/office/drawing/2014/main" id="{1C938212-FA12-4FF1-87C8-ACDE99D06F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4416" y="4218905"/>
            <a:ext cx="11167447" cy="2089317"/>
          </a:xfrm>
          <a:prstGeom prst="rect">
            <a:avLst/>
          </a:prstGeom>
          <a:ln w="12700">
            <a:solidFill>
              <a:srgbClr val="DEDEDE"/>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ítulo 1">
            <a:extLst>
              <a:ext uri="{FF2B5EF4-FFF2-40B4-BE49-F238E27FC236}">
                <a16:creationId xmlns:a16="http://schemas.microsoft.com/office/drawing/2014/main" id="{F34328EC-ECBD-AD48-F2B3-5830847BC8B9}"/>
              </a:ext>
            </a:extLst>
          </p:cNvPr>
          <p:cNvSpPr>
            <a:spLocks noGrp="1"/>
          </p:cNvSpPr>
          <p:nvPr>
            <p:ph type="title"/>
          </p:nvPr>
        </p:nvSpPr>
        <p:spPr>
          <a:xfrm>
            <a:off x="838200" y="4440602"/>
            <a:ext cx="3300663" cy="1645920"/>
          </a:xfrm>
        </p:spPr>
        <p:txBody>
          <a:bodyPr>
            <a:normAutofit/>
          </a:bodyPr>
          <a:lstStyle/>
          <a:p>
            <a:r>
              <a:rPr lang="en-US" sz="2800">
                <a:ea typeface="+mj-lt"/>
                <a:cs typeface="+mj-lt"/>
              </a:rPr>
              <a:t>TUI walkthrough</a:t>
            </a:r>
            <a:br>
              <a:rPr lang="en-US" sz="2800">
                <a:ea typeface="+mj-lt"/>
                <a:cs typeface="+mj-lt"/>
              </a:rPr>
            </a:br>
            <a:endParaRPr lang="pt-PT" sz="2800"/>
          </a:p>
        </p:txBody>
      </p:sp>
      <p:pic>
        <p:nvPicPr>
          <p:cNvPr id="5" name="Picture 6" descr="A screenshot of a computer&#10;&#10;AI-generated content may be incorrect.">
            <a:extLst>
              <a:ext uri="{FF2B5EF4-FFF2-40B4-BE49-F238E27FC236}">
                <a16:creationId xmlns:a16="http://schemas.microsoft.com/office/drawing/2014/main" id="{AE48AB40-28C3-5BFD-CAC2-7C678C27DAB2}"/>
              </a:ext>
            </a:extLst>
          </p:cNvPr>
          <p:cNvPicPr>
            <a:picLocks noChangeAspect="1"/>
          </p:cNvPicPr>
          <p:nvPr/>
        </p:nvPicPr>
        <p:blipFill>
          <a:blip r:embed="rId2"/>
          <a:stretch>
            <a:fillRect/>
          </a:stretch>
        </p:blipFill>
        <p:spPr>
          <a:xfrm>
            <a:off x="4347482" y="1133551"/>
            <a:ext cx="3584448" cy="2104352"/>
          </a:xfrm>
          <a:prstGeom prst="rect">
            <a:avLst/>
          </a:prstGeom>
        </p:spPr>
      </p:pic>
      <p:pic>
        <p:nvPicPr>
          <p:cNvPr id="6" name="Picture 9" descr="A screenshot of a computer&#10;&#10;AI-generated content may be incorrect.">
            <a:extLst>
              <a:ext uri="{FF2B5EF4-FFF2-40B4-BE49-F238E27FC236}">
                <a16:creationId xmlns:a16="http://schemas.microsoft.com/office/drawing/2014/main" id="{3AC67EA6-B218-E92F-EEE6-3B8522878B01}"/>
              </a:ext>
            </a:extLst>
          </p:cNvPr>
          <p:cNvPicPr>
            <a:picLocks noChangeAspect="1"/>
          </p:cNvPicPr>
          <p:nvPr/>
        </p:nvPicPr>
        <p:blipFill>
          <a:blip r:embed="rId3"/>
          <a:stretch>
            <a:fillRect/>
          </a:stretch>
        </p:blipFill>
        <p:spPr>
          <a:xfrm>
            <a:off x="8130515" y="1133239"/>
            <a:ext cx="3584448" cy="2104352"/>
          </a:xfrm>
          <a:prstGeom prst="rect">
            <a:avLst/>
          </a:prstGeom>
        </p:spPr>
      </p:pic>
      <p:pic>
        <p:nvPicPr>
          <p:cNvPr id="4" name="Picture 8" descr="A screenshot of a computer&#10;&#10;AI-generated content may be incorrect.">
            <a:extLst>
              <a:ext uri="{FF2B5EF4-FFF2-40B4-BE49-F238E27FC236}">
                <a16:creationId xmlns:a16="http://schemas.microsoft.com/office/drawing/2014/main" id="{0D3ABAB4-0816-C004-966D-CA1C4A7305AE}"/>
              </a:ext>
            </a:extLst>
          </p:cNvPr>
          <p:cNvPicPr>
            <a:picLocks noChangeAspect="1"/>
          </p:cNvPicPr>
          <p:nvPr/>
        </p:nvPicPr>
        <p:blipFill>
          <a:blip r:embed="rId4"/>
          <a:stretch>
            <a:fillRect/>
          </a:stretch>
        </p:blipFill>
        <p:spPr>
          <a:xfrm>
            <a:off x="551281" y="1133239"/>
            <a:ext cx="3584448" cy="2104352"/>
          </a:xfrm>
          <a:prstGeom prst="rect">
            <a:avLst/>
          </a:prstGeom>
        </p:spPr>
      </p:pic>
      <p:sp>
        <p:nvSpPr>
          <p:cNvPr id="15" name="Rectangle 14">
            <a:extLst>
              <a:ext uri="{FF2B5EF4-FFF2-40B4-BE49-F238E27FC236}">
                <a16:creationId xmlns:a16="http://schemas.microsoft.com/office/drawing/2014/main" id="{369F152D-E540-4B48-BA11-2ADF043C61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0408" y="4911519"/>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7" name="Rectangle 16">
            <a:extLst>
              <a:ext uri="{FF2B5EF4-FFF2-40B4-BE49-F238E27FC236}">
                <a16:creationId xmlns:a16="http://schemas.microsoft.com/office/drawing/2014/main" id="{0C059F7E-04C4-4C46-9B3E-E5CE267E34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612098" y="5254418"/>
            <a:ext cx="146304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Marcador de Posição de Conteúdo 2">
            <a:extLst>
              <a:ext uri="{FF2B5EF4-FFF2-40B4-BE49-F238E27FC236}">
                <a16:creationId xmlns:a16="http://schemas.microsoft.com/office/drawing/2014/main" id="{75106ED4-2E1E-5C6B-D4A8-894367E20FA9}"/>
              </a:ext>
            </a:extLst>
          </p:cNvPr>
          <p:cNvSpPr>
            <a:spLocks noGrp="1"/>
          </p:cNvSpPr>
          <p:nvPr>
            <p:ph idx="1"/>
          </p:nvPr>
        </p:nvSpPr>
        <p:spPr>
          <a:xfrm>
            <a:off x="4578824" y="4440602"/>
            <a:ext cx="6860184" cy="1645920"/>
          </a:xfrm>
        </p:spPr>
        <p:txBody>
          <a:bodyPr anchor="ctr">
            <a:normAutofit/>
          </a:bodyPr>
          <a:lstStyle/>
          <a:p>
            <a:r>
              <a:rPr lang="en-US" sz="1800">
                <a:ea typeface="+mn-lt"/>
                <a:cs typeface="+mn-lt"/>
              </a:rPr>
              <a:t>1º Press 2 in the main menu to select the dataset</a:t>
            </a:r>
            <a:endParaRPr lang="en-US" sz="1800"/>
          </a:p>
          <a:p>
            <a:r>
              <a:rPr lang="en-US" sz="1800">
                <a:ea typeface="+mn-lt"/>
                <a:cs typeface="+mn-lt"/>
              </a:rPr>
              <a:t> 2º Write the relative path to the dataset</a:t>
            </a:r>
            <a:endParaRPr lang="en-US" sz="1800"/>
          </a:p>
          <a:p>
            <a:r>
              <a:rPr lang="en-US" sz="1800">
                <a:ea typeface="+mn-lt"/>
                <a:cs typeface="+mn-lt"/>
              </a:rPr>
              <a:t> 3º Press 3 to run</a:t>
            </a:r>
            <a:endParaRPr lang="en-US" sz="1800"/>
          </a:p>
          <a:p>
            <a:endParaRPr lang="pt-PT" sz="1800"/>
          </a:p>
        </p:txBody>
      </p:sp>
    </p:spTree>
    <p:extLst>
      <p:ext uri="{BB962C8B-B14F-4D97-AF65-F5344CB8AC3E}">
        <p14:creationId xmlns:p14="http://schemas.microsoft.com/office/powerpoint/2010/main" val="1967047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4FE9BD3-9CCC-2AB9-9C88-C80E31AB04E9}"/>
            </a:ext>
          </a:extLst>
        </p:cNvPr>
        <p:cNvGrpSpPr/>
        <p:nvPr/>
      </p:nvGrpSpPr>
      <p:grpSpPr>
        <a:xfrm>
          <a:off x="0" y="0"/>
          <a:ext cx="0" cy="0"/>
          <a:chOff x="0" y="0"/>
          <a:chExt cx="0" cy="0"/>
        </a:xfrm>
      </p:grpSpPr>
      <p:sp>
        <p:nvSpPr>
          <p:cNvPr id="16" name="Rectangle 15">
            <a:extLst>
              <a:ext uri="{FF2B5EF4-FFF2-40B4-BE49-F238E27FC236}">
                <a16:creationId xmlns:a16="http://schemas.microsoft.com/office/drawing/2014/main" id="{E8A8EAB8-D2FF-444D-B34B-7D32F106AD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 name="Title 1">
            <a:extLst>
              <a:ext uri="{FF2B5EF4-FFF2-40B4-BE49-F238E27FC236}">
                <a16:creationId xmlns:a16="http://schemas.microsoft.com/office/drawing/2014/main" id="{77FD565D-E3CD-B0D3-4852-1BBA90D73260}"/>
              </a:ext>
            </a:extLst>
          </p:cNvPr>
          <p:cNvSpPr>
            <a:spLocks noGrp="1"/>
          </p:cNvSpPr>
          <p:nvPr>
            <p:ph type="ctrTitle"/>
          </p:nvPr>
        </p:nvSpPr>
        <p:spPr>
          <a:xfrm>
            <a:off x="838200" y="448721"/>
            <a:ext cx="4707671" cy="1225650"/>
          </a:xfrm>
        </p:spPr>
        <p:txBody>
          <a:bodyPr vert="horz" lIns="91440" tIns="45720" rIns="91440" bIns="45720" rtlCol="0" anchor="b">
            <a:normAutofit/>
          </a:bodyPr>
          <a:lstStyle/>
          <a:p>
            <a:pPr algn="l"/>
            <a:r>
              <a:rPr lang="en-US" sz="3800" kern="1200">
                <a:solidFill>
                  <a:schemeClr val="bg1"/>
                </a:solidFill>
                <a:latin typeface="+mj-lt"/>
                <a:ea typeface="+mj-ea"/>
                <a:cs typeface="+mj-cs"/>
              </a:rPr>
              <a:t>TUI </a:t>
            </a:r>
          </a:p>
        </p:txBody>
      </p:sp>
      <p:cxnSp>
        <p:nvCxnSpPr>
          <p:cNvPr id="18" name="Straight Connector 17">
            <a:extLst>
              <a:ext uri="{FF2B5EF4-FFF2-40B4-BE49-F238E27FC236}">
                <a16:creationId xmlns:a16="http://schemas.microsoft.com/office/drawing/2014/main" id="{EEA38897-7BA3-4408-8083-3235339C4A6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1873" y="1749756"/>
            <a:ext cx="4718304"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46EAE028-DD38-C4DA-BFCC-4D468E03960B}"/>
              </a:ext>
            </a:extLst>
          </p:cNvPr>
          <p:cNvSpPr txBox="1"/>
          <p:nvPr/>
        </p:nvSpPr>
        <p:spPr>
          <a:xfrm>
            <a:off x="897769" y="1909192"/>
            <a:ext cx="4586513" cy="3647710"/>
          </a:xfrm>
          <a:prstGeom prst="rect">
            <a:avLst/>
          </a:prstGeom>
        </p:spPr>
        <p:txBody>
          <a:bodyPr rot="0" spcFirstLastPara="0" vertOverflow="overflow" horzOverflow="overflow" vert="horz" lIns="91440" tIns="45720" rIns="91440" bIns="45720" numCol="1" spcCol="0" rtlCol="0" fromWordArt="0" anchorCtr="0" forceAA="0" compatLnSpc="1">
            <a:prstTxWarp prst="textNoShape">
              <a:avLst/>
            </a:prstTxWarp>
            <a:normAutofit/>
          </a:bodyPr>
          <a:lstStyle/>
          <a:p>
            <a:pPr marL="285750" indent="-228600">
              <a:lnSpc>
                <a:spcPct val="90000"/>
              </a:lnSpc>
              <a:spcAft>
                <a:spcPts val="600"/>
              </a:spcAft>
              <a:buFont typeface="Arial" panose="020B0604020202020204" pitchFamily="34" charset="0"/>
              <a:buChar char="•"/>
            </a:pPr>
            <a:r>
              <a:rPr lang="en-US" sz="2000">
                <a:solidFill>
                  <a:schemeClr val="bg1"/>
                </a:solidFill>
              </a:rPr>
              <a:t>Responsible for the terminal interface</a:t>
            </a:r>
          </a:p>
          <a:p>
            <a:pPr marL="285750" indent="-228600">
              <a:lnSpc>
                <a:spcPct val="90000"/>
              </a:lnSpc>
              <a:spcAft>
                <a:spcPts val="600"/>
              </a:spcAft>
              <a:buFont typeface="Arial" panose="020B0604020202020204" pitchFamily="34" charset="0"/>
              <a:buChar char="•"/>
            </a:pPr>
            <a:r>
              <a:rPr lang="en-US" sz="2000">
                <a:solidFill>
                  <a:schemeClr val="bg1"/>
                </a:solidFill>
              </a:rPr>
              <a:t>Handles user inputs</a:t>
            </a:r>
          </a:p>
          <a:p>
            <a:pPr marL="285750" indent="-228600">
              <a:lnSpc>
                <a:spcPct val="90000"/>
              </a:lnSpc>
              <a:spcAft>
                <a:spcPts val="600"/>
              </a:spcAft>
              <a:buFont typeface="Arial" panose="020B0604020202020204" pitchFamily="34" charset="0"/>
              <a:buChar char="•"/>
            </a:pPr>
            <a:r>
              <a:rPr lang="en-US" sz="2000">
                <a:solidFill>
                  <a:schemeClr val="bg1"/>
                </a:solidFill>
              </a:rPr>
              <a:t>Calls the respective tool methods for running the algorithms and showing outputs</a:t>
            </a:r>
          </a:p>
          <a:p>
            <a:pPr indent="-228600">
              <a:lnSpc>
                <a:spcPct val="90000"/>
              </a:lnSpc>
              <a:spcAft>
                <a:spcPts val="600"/>
              </a:spcAft>
              <a:buFont typeface="Arial" panose="020B0604020202020204" pitchFamily="34" charset="0"/>
              <a:buChar char="•"/>
            </a:pPr>
            <a:endParaRPr lang="en-US" sz="2000">
              <a:solidFill>
                <a:schemeClr val="bg1"/>
              </a:solidFill>
            </a:endParaRPr>
          </a:p>
        </p:txBody>
      </p:sp>
      <p:cxnSp>
        <p:nvCxnSpPr>
          <p:cNvPr id="20" name="Straight Connector 19">
            <a:extLst>
              <a:ext uri="{FF2B5EF4-FFF2-40B4-BE49-F238E27FC236}">
                <a16:creationId xmlns:a16="http://schemas.microsoft.com/office/drawing/2014/main" id="{F11AD06B-AB20-4097-8606-5DA00DBACE8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4027" y="5707672"/>
            <a:ext cx="4713997"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8D77A3BE-D2B0-3392-2D4D-59D38E222F78}"/>
              </a:ext>
            </a:extLst>
          </p:cNvPr>
          <p:cNvPicPr>
            <a:picLocks noChangeAspect="1"/>
          </p:cNvPicPr>
          <p:nvPr/>
        </p:nvPicPr>
        <p:blipFill>
          <a:blip r:embed="rId2"/>
          <a:stretch>
            <a:fillRect/>
          </a:stretch>
        </p:blipFill>
        <p:spPr>
          <a:xfrm>
            <a:off x="6525453" y="0"/>
            <a:ext cx="5057775" cy="6858000"/>
          </a:xfrm>
          <a:prstGeom prst="rect">
            <a:avLst/>
          </a:prstGeom>
        </p:spPr>
      </p:pic>
    </p:spTree>
    <p:extLst>
      <p:ext uri="{BB962C8B-B14F-4D97-AF65-F5344CB8AC3E}">
        <p14:creationId xmlns:p14="http://schemas.microsoft.com/office/powerpoint/2010/main" val="37913680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D97374-769B-AFCB-00CA-385A5AE4FE05}"/>
            </a:ext>
          </a:extLst>
        </p:cNvPr>
        <p:cNvGrpSpPr/>
        <p:nvPr/>
      </p:nvGrpSpPr>
      <p:grpSpPr>
        <a:xfrm>
          <a:off x="0" y="0"/>
          <a:ext cx="0" cy="0"/>
          <a:chOff x="0" y="0"/>
          <a:chExt cx="0" cy="0"/>
        </a:xfrm>
      </p:grpSpPr>
      <p:sp>
        <p:nvSpPr>
          <p:cNvPr id="11" name="Rectangle 10">
            <a:extLst>
              <a:ext uri="{FF2B5EF4-FFF2-40B4-BE49-F238E27FC236}">
                <a16:creationId xmlns:a16="http://schemas.microsoft.com/office/drawing/2014/main" id="{7D8BFAE9-C243-2F3E-FAFC-E2D87FE51AA3}"/>
              </a:ext>
            </a:extLst>
          </p:cNvPr>
          <p:cNvSpPr/>
          <p:nvPr/>
        </p:nvSpPr>
        <p:spPr>
          <a:xfrm>
            <a:off x="558887" y="3941907"/>
            <a:ext cx="11064326" cy="2698497"/>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612CA88-D92A-013C-E3A1-327A44EBEDA4}"/>
              </a:ext>
            </a:extLst>
          </p:cNvPr>
          <p:cNvSpPr/>
          <p:nvPr/>
        </p:nvSpPr>
        <p:spPr>
          <a:xfrm>
            <a:off x="558888" y="1626219"/>
            <a:ext cx="11064326" cy="2312549"/>
          </a:xfrm>
          <a:prstGeom prst="rect">
            <a:avLst/>
          </a:prstGeom>
          <a:solidFill>
            <a:schemeClr val="accent1">
              <a:lumMod val="20000"/>
              <a:lumOff val="80000"/>
            </a:schemeClr>
          </a:solidFill>
          <a:ln>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633040F5-59AB-1AA3-A61B-112B779C45C0}"/>
              </a:ext>
            </a:extLst>
          </p:cNvPr>
          <p:cNvSpPr/>
          <p:nvPr/>
        </p:nvSpPr>
        <p:spPr>
          <a:xfrm>
            <a:off x="6100706" y="1626220"/>
            <a:ext cx="5522508" cy="2312549"/>
          </a:xfrm>
          <a:prstGeom prst="rect">
            <a:avLst/>
          </a:prstGeom>
          <a:solidFill>
            <a:schemeClr val="accent1">
              <a:lumMod val="40000"/>
              <a:lumOff val="60000"/>
            </a:schemeClr>
          </a:solidFill>
          <a:ln>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E1D8720-FADD-4149-752B-A72934BEC937}"/>
              </a:ext>
            </a:extLst>
          </p:cNvPr>
          <p:cNvSpPr/>
          <p:nvPr/>
        </p:nvSpPr>
        <p:spPr>
          <a:xfrm>
            <a:off x="558887" y="3941909"/>
            <a:ext cx="5532405" cy="2698497"/>
          </a:xfrm>
          <a:prstGeom prst="rect">
            <a:avLst/>
          </a:prstGeom>
          <a:solidFill>
            <a:schemeClr val="accent6">
              <a:lumMod val="60000"/>
              <a:lumOff val="40000"/>
            </a:schemeClr>
          </a:solidFill>
          <a:ln>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8E1BF8C-F8ED-54B6-E5E7-BAE9CE5D63F0}"/>
              </a:ext>
            </a:extLst>
          </p:cNvPr>
          <p:cNvSpPr>
            <a:spLocks noGrp="1"/>
          </p:cNvSpPr>
          <p:nvPr>
            <p:ph type="ctrTitle"/>
          </p:nvPr>
        </p:nvSpPr>
        <p:spPr>
          <a:xfrm>
            <a:off x="1524000" y="216429"/>
            <a:ext cx="9144000" cy="668867"/>
          </a:xfrm>
        </p:spPr>
        <p:txBody>
          <a:bodyPr>
            <a:normAutofit/>
          </a:bodyPr>
          <a:lstStyle/>
          <a:p>
            <a:r>
              <a:rPr lang="en-US" sz="4000">
                <a:ea typeface="+mj-lt"/>
                <a:cs typeface="+mj-lt"/>
              </a:rPr>
              <a:t>TUI (menu)</a:t>
            </a:r>
            <a:endParaRPr lang="en-US" sz="4000"/>
          </a:p>
        </p:txBody>
      </p:sp>
      <p:sp>
        <p:nvSpPr>
          <p:cNvPr id="3" name="Subtitle 2">
            <a:extLst>
              <a:ext uri="{FF2B5EF4-FFF2-40B4-BE49-F238E27FC236}">
                <a16:creationId xmlns:a16="http://schemas.microsoft.com/office/drawing/2014/main" id="{4F0E30E0-F99E-4444-0312-BB98A33E52C7}"/>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t>How it works</a:t>
            </a:r>
          </a:p>
        </p:txBody>
      </p:sp>
      <p:sp>
        <p:nvSpPr>
          <p:cNvPr id="4" name="TextBox 3">
            <a:extLst>
              <a:ext uri="{FF2B5EF4-FFF2-40B4-BE49-F238E27FC236}">
                <a16:creationId xmlns:a16="http://schemas.microsoft.com/office/drawing/2014/main" id="{58D5C101-D193-DA86-CB6B-11B5B65B4017}"/>
              </a:ext>
            </a:extLst>
          </p:cNvPr>
          <p:cNvSpPr txBox="1"/>
          <p:nvPr/>
        </p:nvSpPr>
        <p:spPr>
          <a:xfrm>
            <a:off x="805237" y="1966681"/>
            <a:ext cx="5144038" cy="175432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ea typeface="+mn-lt"/>
                <a:cs typeface="+mn-lt"/>
              </a:rPr>
              <a:t>The  </a:t>
            </a:r>
            <a:r>
              <a:rPr lang="en-US" dirty="0" err="1">
                <a:ea typeface="+mn-lt"/>
                <a:cs typeface="+mn-lt"/>
              </a:rPr>
              <a:t>menuHandler</a:t>
            </a:r>
            <a:r>
              <a:rPr lang="en-US" dirty="0">
                <a:ea typeface="+mn-lt"/>
                <a:cs typeface="+mn-lt"/>
              </a:rPr>
              <a:t>() is the method responsible for creating the </a:t>
            </a:r>
            <a:r>
              <a:rPr lang="en-US" dirty="0" err="1">
                <a:ea typeface="+mn-lt"/>
                <a:cs typeface="+mn-lt"/>
              </a:rPr>
              <a:t>program_output</a:t>
            </a:r>
            <a:r>
              <a:rPr lang="en-US" dirty="0">
                <a:ea typeface="+mn-lt"/>
                <a:cs typeface="+mn-lt"/>
              </a:rPr>
              <a:t> folder, displaying the current menu and handling user input. </a:t>
            </a:r>
          </a:p>
          <a:p>
            <a:r>
              <a:rPr lang="en-US" dirty="0"/>
              <a:t>The </a:t>
            </a:r>
            <a:r>
              <a:rPr lang="en-US" dirty="0" err="1"/>
              <a:t>getOption</a:t>
            </a:r>
            <a:r>
              <a:rPr lang="en-US" dirty="0"/>
              <a:t>() method waits for user input, and then the </a:t>
            </a:r>
            <a:r>
              <a:rPr lang="en-US" dirty="0" err="1"/>
              <a:t>optionHandler</a:t>
            </a:r>
            <a:r>
              <a:rPr lang="en-US" dirty="0"/>
              <a:t>() method handles the chosen option.</a:t>
            </a:r>
          </a:p>
        </p:txBody>
      </p:sp>
      <p:pic>
        <p:nvPicPr>
          <p:cNvPr id="5" name="Picture 4" descr="A screen shot of a computer code&#10;&#10;AI-generated content may be incorrect.">
            <a:extLst>
              <a:ext uri="{FF2B5EF4-FFF2-40B4-BE49-F238E27FC236}">
                <a16:creationId xmlns:a16="http://schemas.microsoft.com/office/drawing/2014/main" id="{7BCAEF97-344D-75DC-86F3-575A084DE51B}"/>
              </a:ext>
            </a:extLst>
          </p:cNvPr>
          <p:cNvPicPr>
            <a:picLocks noChangeAspect="1"/>
          </p:cNvPicPr>
          <p:nvPr/>
        </p:nvPicPr>
        <p:blipFill>
          <a:blip r:embed="rId2"/>
          <a:stretch>
            <a:fillRect/>
          </a:stretch>
        </p:blipFill>
        <p:spPr>
          <a:xfrm>
            <a:off x="6550149" y="1841274"/>
            <a:ext cx="4838700" cy="1876425"/>
          </a:xfrm>
          <a:prstGeom prst="rect">
            <a:avLst/>
          </a:prstGeom>
        </p:spPr>
      </p:pic>
      <p:pic>
        <p:nvPicPr>
          <p:cNvPr id="8" name="Picture 7" descr="A computer code on a black background&#10;&#10;AI-generated content may be incorrect.">
            <a:extLst>
              <a:ext uri="{FF2B5EF4-FFF2-40B4-BE49-F238E27FC236}">
                <a16:creationId xmlns:a16="http://schemas.microsoft.com/office/drawing/2014/main" id="{49A10A23-A0F4-3D63-BF76-9A0FF2DCCFD2}"/>
              </a:ext>
            </a:extLst>
          </p:cNvPr>
          <p:cNvPicPr>
            <a:picLocks noChangeAspect="1"/>
          </p:cNvPicPr>
          <p:nvPr/>
        </p:nvPicPr>
        <p:blipFill>
          <a:blip r:embed="rId3"/>
          <a:stretch>
            <a:fillRect/>
          </a:stretch>
        </p:blipFill>
        <p:spPr>
          <a:xfrm>
            <a:off x="819946" y="4508481"/>
            <a:ext cx="5029200" cy="1514475"/>
          </a:xfrm>
          <a:prstGeom prst="rect">
            <a:avLst/>
          </a:prstGeom>
        </p:spPr>
      </p:pic>
      <p:sp>
        <p:nvSpPr>
          <p:cNvPr id="9" name="TextBox 8">
            <a:extLst>
              <a:ext uri="{FF2B5EF4-FFF2-40B4-BE49-F238E27FC236}">
                <a16:creationId xmlns:a16="http://schemas.microsoft.com/office/drawing/2014/main" id="{6511F4E8-523C-D8E2-CF31-65ED30AEFD27}"/>
              </a:ext>
            </a:extLst>
          </p:cNvPr>
          <p:cNvSpPr txBox="1"/>
          <p:nvPr/>
        </p:nvSpPr>
        <p:spPr>
          <a:xfrm>
            <a:off x="6452259" y="4552207"/>
            <a:ext cx="5027221"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t>The run() method is responsible for calling the </a:t>
            </a:r>
            <a:r>
              <a:rPr lang="en-US" dirty="0" err="1"/>
              <a:t>max_flow</a:t>
            </a:r>
            <a:r>
              <a:rPr lang="en-US" dirty="0"/>
              <a:t> algorithm implemented in the Tool class, and calling the </a:t>
            </a:r>
            <a:r>
              <a:rPr lang="en-US" dirty="0" err="1"/>
              <a:t>runHandler</a:t>
            </a:r>
            <a:r>
              <a:rPr lang="en-US" dirty="0"/>
              <a:t>() method that will determine the option that is chosen by the user.</a:t>
            </a:r>
          </a:p>
        </p:txBody>
      </p:sp>
    </p:spTree>
    <p:extLst>
      <p:ext uri="{BB962C8B-B14F-4D97-AF65-F5344CB8AC3E}">
        <p14:creationId xmlns:p14="http://schemas.microsoft.com/office/powerpoint/2010/main" val="18135587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77BF52-E738-9FB5-4B73-EFD81AC781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C41D11-B2BF-95EF-75FD-5A0805462271}"/>
              </a:ext>
            </a:extLst>
          </p:cNvPr>
          <p:cNvSpPr>
            <a:spLocks noGrp="1"/>
          </p:cNvSpPr>
          <p:nvPr>
            <p:ph type="ctrTitle"/>
          </p:nvPr>
        </p:nvSpPr>
        <p:spPr>
          <a:xfrm>
            <a:off x="1524000" y="216429"/>
            <a:ext cx="9144000" cy="668867"/>
          </a:xfrm>
        </p:spPr>
        <p:txBody>
          <a:bodyPr>
            <a:normAutofit/>
          </a:bodyPr>
          <a:lstStyle/>
          <a:p>
            <a:r>
              <a:rPr lang="en-US" sz="4000">
                <a:ea typeface="+mj-lt"/>
                <a:cs typeface="+mj-lt"/>
              </a:rPr>
              <a:t>TUI (menu)</a:t>
            </a:r>
            <a:endParaRPr lang="en-US" sz="4000"/>
          </a:p>
        </p:txBody>
      </p:sp>
      <p:sp>
        <p:nvSpPr>
          <p:cNvPr id="3" name="Subtitle 2">
            <a:extLst>
              <a:ext uri="{FF2B5EF4-FFF2-40B4-BE49-F238E27FC236}">
                <a16:creationId xmlns:a16="http://schemas.microsoft.com/office/drawing/2014/main" id="{3C9595CF-1ABC-239A-009E-B5A66A3FB519}"/>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t>How it works</a:t>
            </a:r>
          </a:p>
        </p:txBody>
      </p:sp>
      <p:pic>
        <p:nvPicPr>
          <p:cNvPr id="7" name="Picture 6" descr="A screen shot of a computer code&#10;&#10;AI-generated content may be incorrect.">
            <a:extLst>
              <a:ext uri="{FF2B5EF4-FFF2-40B4-BE49-F238E27FC236}">
                <a16:creationId xmlns:a16="http://schemas.microsoft.com/office/drawing/2014/main" id="{83476858-826C-A022-8F84-9C264EA674BB}"/>
              </a:ext>
            </a:extLst>
          </p:cNvPr>
          <p:cNvPicPr>
            <a:picLocks noChangeAspect="1"/>
          </p:cNvPicPr>
          <p:nvPr/>
        </p:nvPicPr>
        <p:blipFill>
          <a:blip r:embed="rId2"/>
          <a:stretch>
            <a:fillRect/>
          </a:stretch>
        </p:blipFill>
        <p:spPr>
          <a:xfrm>
            <a:off x="7090717" y="1711798"/>
            <a:ext cx="3133725" cy="1533525"/>
          </a:xfrm>
          <a:prstGeom prst="rect">
            <a:avLst/>
          </a:prstGeom>
        </p:spPr>
      </p:pic>
      <p:pic>
        <p:nvPicPr>
          <p:cNvPr id="6" name="Picture 5" descr="A screen shot of a computer program&#10;&#10;AI-generated content may be incorrect.">
            <a:extLst>
              <a:ext uri="{FF2B5EF4-FFF2-40B4-BE49-F238E27FC236}">
                <a16:creationId xmlns:a16="http://schemas.microsoft.com/office/drawing/2014/main" id="{89C25F5F-6FAE-D4D6-857A-7901C16B939D}"/>
              </a:ext>
            </a:extLst>
          </p:cNvPr>
          <p:cNvPicPr>
            <a:picLocks noChangeAspect="1"/>
          </p:cNvPicPr>
          <p:nvPr/>
        </p:nvPicPr>
        <p:blipFill>
          <a:blip r:embed="rId3"/>
          <a:srcRect r="127" b="8852"/>
          <a:stretch>
            <a:fillRect/>
          </a:stretch>
        </p:blipFill>
        <p:spPr>
          <a:xfrm>
            <a:off x="6707793" y="3618877"/>
            <a:ext cx="3519771" cy="2752133"/>
          </a:xfrm>
          <a:prstGeom prst="rect">
            <a:avLst/>
          </a:prstGeom>
        </p:spPr>
      </p:pic>
      <p:sp>
        <p:nvSpPr>
          <p:cNvPr id="872" name="Rectangle 871">
            <a:extLst>
              <a:ext uri="{FF2B5EF4-FFF2-40B4-BE49-F238E27FC236}">
                <a16:creationId xmlns:a16="http://schemas.microsoft.com/office/drawing/2014/main" id="{C5923536-B2EC-C1CE-4826-92712DBC26DA}"/>
              </a:ext>
            </a:extLst>
          </p:cNvPr>
          <p:cNvSpPr/>
          <p:nvPr/>
        </p:nvSpPr>
        <p:spPr>
          <a:xfrm>
            <a:off x="1523999" y="1622961"/>
            <a:ext cx="9302337" cy="1692233"/>
          </a:xfrm>
          <a:prstGeom prst="rect">
            <a:avLst/>
          </a:prstGeom>
          <a:noFill/>
          <a:ln w="28575">
            <a:solidFill>
              <a:srgbClr val="FF7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4" name="TextBox 873">
            <a:extLst>
              <a:ext uri="{FF2B5EF4-FFF2-40B4-BE49-F238E27FC236}">
                <a16:creationId xmlns:a16="http://schemas.microsoft.com/office/drawing/2014/main" id="{3331F44D-DADE-8892-F910-48FCC0D7E49E}"/>
              </a:ext>
            </a:extLst>
          </p:cNvPr>
          <p:cNvSpPr txBox="1"/>
          <p:nvPr/>
        </p:nvSpPr>
        <p:spPr>
          <a:xfrm>
            <a:off x="1712024" y="2246416"/>
            <a:ext cx="5106390"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latin typeface="Aptos"/>
                <a:ea typeface="Calibri"/>
                <a:cs typeface="Calibri"/>
              </a:rPr>
              <a:t>Responsible</a:t>
            </a:r>
            <a:r>
              <a:rPr lang="en-US" dirty="0"/>
              <a:t> for displaying the run menu and handling user input, that is, calling a specific method depending on what option the user chose.</a:t>
            </a:r>
          </a:p>
        </p:txBody>
      </p:sp>
      <p:sp>
        <p:nvSpPr>
          <p:cNvPr id="895" name="Rectangle 894">
            <a:extLst>
              <a:ext uri="{FF2B5EF4-FFF2-40B4-BE49-F238E27FC236}">
                <a16:creationId xmlns:a16="http://schemas.microsoft.com/office/drawing/2014/main" id="{FF4BD749-2052-7E9F-3906-02224C469E6B}"/>
              </a:ext>
            </a:extLst>
          </p:cNvPr>
          <p:cNvSpPr/>
          <p:nvPr/>
        </p:nvSpPr>
        <p:spPr>
          <a:xfrm>
            <a:off x="1523999" y="3463636"/>
            <a:ext cx="9302337" cy="306779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6" name="Rectangle 895">
            <a:extLst>
              <a:ext uri="{FF2B5EF4-FFF2-40B4-BE49-F238E27FC236}">
                <a16:creationId xmlns:a16="http://schemas.microsoft.com/office/drawing/2014/main" id="{05830511-5C1B-F1F4-DE49-B3B777C47877}"/>
              </a:ext>
            </a:extLst>
          </p:cNvPr>
          <p:cNvSpPr/>
          <p:nvPr/>
        </p:nvSpPr>
        <p:spPr>
          <a:xfrm>
            <a:off x="1523999" y="1622960"/>
            <a:ext cx="2196935" cy="544285"/>
          </a:xfrm>
          <a:prstGeom prst="rect">
            <a:avLst/>
          </a:prstGeom>
          <a:solidFill>
            <a:srgbClr val="FF7700"/>
          </a:solidFill>
          <a:ln>
            <a:solidFill>
              <a:srgbClr val="FF7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7" name="TextBox 896">
            <a:extLst>
              <a:ext uri="{FF2B5EF4-FFF2-40B4-BE49-F238E27FC236}">
                <a16:creationId xmlns:a16="http://schemas.microsoft.com/office/drawing/2014/main" id="{0C6F423E-AED6-A99B-EFA9-D440D26C55CF}"/>
              </a:ext>
            </a:extLst>
          </p:cNvPr>
          <p:cNvSpPr txBox="1"/>
          <p:nvPr/>
        </p:nvSpPr>
        <p:spPr>
          <a:xfrm>
            <a:off x="1523999" y="1642753"/>
            <a:ext cx="2196935"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2800" dirty="0" err="1">
                <a:solidFill>
                  <a:schemeClr val="bg1"/>
                </a:solidFill>
              </a:rPr>
              <a:t>runHandler</a:t>
            </a:r>
            <a:r>
              <a:rPr lang="en-US" sz="2800" dirty="0">
                <a:solidFill>
                  <a:schemeClr val="bg1"/>
                </a:solidFill>
              </a:rPr>
              <a:t>()</a:t>
            </a:r>
            <a:endParaRPr lang="en-US"/>
          </a:p>
        </p:txBody>
      </p:sp>
      <p:sp>
        <p:nvSpPr>
          <p:cNvPr id="900" name="Rectangle 899">
            <a:extLst>
              <a:ext uri="{FF2B5EF4-FFF2-40B4-BE49-F238E27FC236}">
                <a16:creationId xmlns:a16="http://schemas.microsoft.com/office/drawing/2014/main" id="{3B2DE91A-815C-6A99-5229-0AA8BAA3577F}"/>
              </a:ext>
            </a:extLst>
          </p:cNvPr>
          <p:cNvSpPr/>
          <p:nvPr/>
        </p:nvSpPr>
        <p:spPr>
          <a:xfrm>
            <a:off x="1524000" y="3463636"/>
            <a:ext cx="2177142" cy="524493"/>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1" name="TextBox 900">
            <a:extLst>
              <a:ext uri="{FF2B5EF4-FFF2-40B4-BE49-F238E27FC236}">
                <a16:creationId xmlns:a16="http://schemas.microsoft.com/office/drawing/2014/main" id="{1EFE97FE-90BD-0E44-CB8E-7F8F07D85C86}"/>
              </a:ext>
            </a:extLst>
          </p:cNvPr>
          <p:cNvSpPr txBox="1"/>
          <p:nvPr/>
        </p:nvSpPr>
        <p:spPr>
          <a:xfrm>
            <a:off x="1514104" y="3453740"/>
            <a:ext cx="2177142"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2800">
                <a:solidFill>
                  <a:schemeClr val="bg1"/>
                </a:solidFill>
              </a:rPr>
              <a:t>Options</a:t>
            </a:r>
            <a:endParaRPr lang="en-US" sz="2800" dirty="0">
              <a:solidFill>
                <a:schemeClr val="bg1"/>
              </a:solidFill>
            </a:endParaRPr>
          </a:p>
        </p:txBody>
      </p:sp>
      <p:sp>
        <p:nvSpPr>
          <p:cNvPr id="903" name="TextBox 902">
            <a:extLst>
              <a:ext uri="{FF2B5EF4-FFF2-40B4-BE49-F238E27FC236}">
                <a16:creationId xmlns:a16="http://schemas.microsoft.com/office/drawing/2014/main" id="{E24707BD-6E99-9EC0-8657-20B4DE71D2C6}"/>
              </a:ext>
            </a:extLst>
          </p:cNvPr>
          <p:cNvSpPr txBox="1"/>
          <p:nvPr/>
        </p:nvSpPr>
        <p:spPr>
          <a:xfrm>
            <a:off x="1880260" y="4537364"/>
            <a:ext cx="6096000" cy="137730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342900" lvl="0" indent="-342900" algn="l" rtl="0">
              <a:lnSpc>
                <a:spcPts val="1871"/>
              </a:lnSpc>
              <a:buAutoNum type="arabicPeriod"/>
            </a:pPr>
            <a:r>
              <a:rPr lang="en-US">
                <a:solidFill>
                  <a:srgbClr val="000000"/>
                </a:solidFill>
                <a:latin typeface="Aptos"/>
                <a:ea typeface="Arial"/>
                <a:cs typeface="Arial"/>
              </a:rPr>
              <a:t>Print</a:t>
            </a:r>
            <a:endParaRPr lang="en-US" sz="1800" b="0" i="0" u="none" strike="noStrike" baseline="0" dirty="0">
              <a:solidFill>
                <a:srgbClr val="000000"/>
              </a:solidFill>
              <a:latin typeface="Aptos"/>
              <a:ea typeface="Arial"/>
              <a:cs typeface="Arial"/>
            </a:endParaRPr>
          </a:p>
          <a:p>
            <a:pPr marL="342900" indent="-342900">
              <a:lnSpc>
                <a:spcPts val="1871"/>
              </a:lnSpc>
              <a:buAutoNum type="arabicPeriod"/>
            </a:pPr>
            <a:r>
              <a:rPr lang="en-US">
                <a:cs typeface="Arial"/>
              </a:rPr>
              <a:t>Save to file</a:t>
            </a:r>
            <a:endParaRPr lang="en-US" dirty="0">
              <a:cs typeface="Arial"/>
            </a:endParaRPr>
          </a:p>
          <a:p>
            <a:pPr marL="342900" indent="-342900">
              <a:lnSpc>
                <a:spcPts val="1871"/>
              </a:lnSpc>
              <a:buAutoNum type="arabicPeriod"/>
            </a:pPr>
            <a:r>
              <a:rPr lang="en-US">
                <a:cs typeface="Arial"/>
              </a:rPr>
              <a:t>Risk analysis</a:t>
            </a:r>
            <a:endParaRPr lang="en-US" dirty="0">
              <a:cs typeface="Arial"/>
            </a:endParaRPr>
          </a:p>
          <a:p>
            <a:endParaRPr lang="en-US"/>
          </a:p>
          <a:p>
            <a:pPr algn="ctr"/>
            <a:endParaRPr lang="en-US"/>
          </a:p>
        </p:txBody>
      </p:sp>
    </p:spTree>
    <p:extLst>
      <p:ext uri="{BB962C8B-B14F-4D97-AF65-F5344CB8AC3E}">
        <p14:creationId xmlns:p14="http://schemas.microsoft.com/office/powerpoint/2010/main" val="37513895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Slide Background Fill">
            <a:extLst>
              <a:ext uri="{FF2B5EF4-FFF2-40B4-BE49-F238E27FC236}">
                <a16:creationId xmlns:a16="http://schemas.microsoft.com/office/drawing/2014/main" id="{C7D023E4-8DE1-436E-9847-ED6A4B4B04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1"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0" name="Group 9">
            <a:extLst>
              <a:ext uri="{FF2B5EF4-FFF2-40B4-BE49-F238E27FC236}">
                <a16:creationId xmlns:a16="http://schemas.microsoft.com/office/drawing/2014/main" id="{1FEC590B-3306-47E9-BD67-97F3F76169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88952" cy="6858000"/>
            <a:chOff x="651279" y="598259"/>
            <a:chExt cx="10889442" cy="5680742"/>
          </a:xfrm>
        </p:grpSpPr>
        <p:sp>
          <p:nvSpPr>
            <p:cNvPr id="11" name="Color">
              <a:extLst>
                <a:ext uri="{FF2B5EF4-FFF2-40B4-BE49-F238E27FC236}">
                  <a16:creationId xmlns:a16="http://schemas.microsoft.com/office/drawing/2014/main" id="{54F87DBC-E43C-4CE4-A8C5-61E3D68194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Color">
              <a:extLst>
                <a:ext uri="{FF2B5EF4-FFF2-40B4-BE49-F238E27FC236}">
                  <a16:creationId xmlns:a16="http://schemas.microsoft.com/office/drawing/2014/main" id="{CD39A88A-7F84-4ACA-877B-E28BC26CD8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4" name="Group 13">
            <a:extLst>
              <a:ext uri="{FF2B5EF4-FFF2-40B4-BE49-F238E27FC236}">
                <a16:creationId xmlns:a16="http://schemas.microsoft.com/office/drawing/2014/main" id="{A47AAF5E-1692-48C9-98FB-6432BF0BC4F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5" name="Freeform: Shape 14">
              <a:extLst>
                <a:ext uri="{FF2B5EF4-FFF2-40B4-BE49-F238E27FC236}">
                  <a16:creationId xmlns:a16="http://schemas.microsoft.com/office/drawing/2014/main" id="{5F36A26D-E71D-4663-B197-8B7BFA37AD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6" name="Freeform: Shape 15">
              <a:extLst>
                <a:ext uri="{FF2B5EF4-FFF2-40B4-BE49-F238E27FC236}">
                  <a16:creationId xmlns:a16="http://schemas.microsoft.com/office/drawing/2014/main" id="{8A821CEB-DA96-4952-93B9-81F9C42BAD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7" name="Freeform: Shape 16">
              <a:extLst>
                <a:ext uri="{FF2B5EF4-FFF2-40B4-BE49-F238E27FC236}">
                  <a16:creationId xmlns:a16="http://schemas.microsoft.com/office/drawing/2014/main" id="{18C8EDE0-D69B-4F65-9AB7-DDE7EAD78E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8" name="Freeform: Shape 17">
              <a:extLst>
                <a:ext uri="{FF2B5EF4-FFF2-40B4-BE49-F238E27FC236}">
                  <a16:creationId xmlns:a16="http://schemas.microsoft.com/office/drawing/2014/main" id="{546F0982-BF10-4BF6-842A-F631654FFD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9" name="Freeform: Shape 18">
              <a:extLst>
                <a:ext uri="{FF2B5EF4-FFF2-40B4-BE49-F238E27FC236}">
                  <a16:creationId xmlns:a16="http://schemas.microsoft.com/office/drawing/2014/main" id="{2B313509-2128-42CA-81B6-C9EC23E44C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0" name="Freeform: Shape 19">
              <a:extLst>
                <a:ext uri="{FF2B5EF4-FFF2-40B4-BE49-F238E27FC236}">
                  <a16:creationId xmlns:a16="http://schemas.microsoft.com/office/drawing/2014/main" id="{1589188C-E06E-4F8A-BDD1-02ADF1408F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6B4E610F-FCD0-483F-B9F2-6DF2C28FE8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ítulo 1">
            <a:extLst>
              <a:ext uri="{FF2B5EF4-FFF2-40B4-BE49-F238E27FC236}">
                <a16:creationId xmlns:a16="http://schemas.microsoft.com/office/drawing/2014/main" id="{707D84D5-CAC3-734A-350D-0502024269EE}"/>
              </a:ext>
            </a:extLst>
          </p:cNvPr>
          <p:cNvSpPr>
            <a:spLocks noGrp="1"/>
          </p:cNvSpPr>
          <p:nvPr>
            <p:ph type="title"/>
          </p:nvPr>
        </p:nvSpPr>
        <p:spPr>
          <a:xfrm>
            <a:off x="789708" y="666351"/>
            <a:ext cx="10558405" cy="3044335"/>
          </a:xfrm>
        </p:spPr>
        <p:txBody>
          <a:bodyPr vert="horz" lIns="91440" tIns="45720" rIns="91440" bIns="45720" rtlCol="0" anchor="b">
            <a:normAutofit/>
          </a:bodyPr>
          <a:lstStyle/>
          <a:p>
            <a:pPr algn="ctr"/>
            <a:r>
              <a:rPr lang="en-US" sz="4800" kern="1200">
                <a:solidFill>
                  <a:schemeClr val="bg1"/>
                </a:solidFill>
                <a:latin typeface="+mj-lt"/>
                <a:ea typeface="+mj-ea"/>
                <a:cs typeface="+mj-cs"/>
              </a:rPr>
              <a:t>Parser</a:t>
            </a:r>
          </a:p>
        </p:txBody>
      </p:sp>
    </p:spTree>
    <p:extLst>
      <p:ext uri="{BB962C8B-B14F-4D97-AF65-F5344CB8AC3E}">
        <p14:creationId xmlns:p14="http://schemas.microsoft.com/office/powerpoint/2010/main" val="41643936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D7A453D2-15D8-4403-815F-291FA16340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8161EA6B-09CA-445B-AB0D-8DF76FA92D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alpha val="5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 name="Group 13">
            <a:extLst>
              <a:ext uri="{FF2B5EF4-FFF2-40B4-BE49-F238E27FC236}">
                <a16:creationId xmlns:a16="http://schemas.microsoft.com/office/drawing/2014/main" id="{913B067F-3154-4968-A886-DF93A787EC4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075420"/>
            <a:ext cx="12048729" cy="4093306"/>
            <a:chOff x="1" y="2075420"/>
            <a:chExt cx="12048729" cy="4093306"/>
          </a:xfrm>
        </p:grpSpPr>
        <p:sp>
          <p:nvSpPr>
            <p:cNvPr id="15" name="Oval 14">
              <a:extLst>
                <a:ext uri="{FF2B5EF4-FFF2-40B4-BE49-F238E27FC236}">
                  <a16:creationId xmlns:a16="http://schemas.microsoft.com/office/drawing/2014/main" id="{97583D6C-C05B-47AB-8540-B2700B82A4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4500000">
              <a:off x="7942191" y="2507571"/>
              <a:ext cx="3563871" cy="3563871"/>
            </a:xfrm>
            <a:prstGeom prst="ellipse">
              <a:avLst/>
            </a:prstGeom>
            <a:noFill/>
            <a:ln w="31750">
              <a:gradFill>
                <a:gsLst>
                  <a:gs pos="0">
                    <a:schemeClr val="tx2">
                      <a:lumMod val="60000"/>
                      <a:lumOff val="40000"/>
                      <a:alpha val="1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6501AD91-D973-4968-95E4-4C26CFDF8F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10435065" y="4048931"/>
              <a:ext cx="1381607" cy="1381607"/>
            </a:xfrm>
            <a:prstGeom prst="ellipse">
              <a:avLst/>
            </a:prstGeom>
            <a:noFill/>
            <a:ln w="31750">
              <a:gradFill>
                <a:gsLst>
                  <a:gs pos="0">
                    <a:schemeClr val="tx2">
                      <a:lumMod val="60000"/>
                      <a:lumOff val="40000"/>
                      <a:alpha val="2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C165989-F5FE-4BB6-9817-E7828CB1D6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1" y="2075420"/>
              <a:ext cx="3144364" cy="3144364"/>
            </a:xfrm>
            <a:prstGeom prst="ellipse">
              <a:avLst/>
            </a:prstGeom>
            <a:gradFill>
              <a:gsLst>
                <a:gs pos="0">
                  <a:schemeClr val="tx2">
                    <a:lumMod val="75000"/>
                    <a:alpha val="20000"/>
                  </a:schemeClr>
                </a:gs>
                <a:gs pos="100000">
                  <a:schemeClr val="tx2">
                    <a:lumMod val="50000"/>
                    <a:alpha val="1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6B0649CC-B912-4E82-BEA0-DA75ECB19A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2600000">
              <a:off x="10150845" y="4270841"/>
              <a:ext cx="1897885" cy="1897885"/>
            </a:xfrm>
            <a:prstGeom prst="ellipse">
              <a:avLst/>
            </a:prstGeom>
            <a:gradFill>
              <a:gsLst>
                <a:gs pos="0">
                  <a:schemeClr val="tx2">
                    <a:lumMod val="75000"/>
                    <a:alpha val="10000"/>
                  </a:schemeClr>
                </a:gs>
                <a:gs pos="100000">
                  <a:schemeClr val="tx2">
                    <a:lumMod val="75000"/>
                    <a:alpha val="2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Oval 18">
              <a:extLst>
                <a:ext uri="{FF2B5EF4-FFF2-40B4-BE49-F238E27FC236}">
                  <a16:creationId xmlns:a16="http://schemas.microsoft.com/office/drawing/2014/main" id="{6BA08C17-C9A5-4FA8-ABC4-44FB3B8696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4500000">
              <a:off x="2046780" y="3040492"/>
              <a:ext cx="2579322" cy="2579322"/>
            </a:xfrm>
            <a:prstGeom prst="ellipse">
              <a:avLst/>
            </a:prstGeom>
            <a:noFill/>
            <a:ln w="31750">
              <a:gradFill>
                <a:gsLst>
                  <a:gs pos="0">
                    <a:schemeClr val="tx2">
                      <a:lumMod val="60000"/>
                      <a:lumOff val="40000"/>
                      <a:alpha val="2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70DEAC6C-553C-437E-BC17-D4495233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4500000">
              <a:off x="2224640" y="3193975"/>
              <a:ext cx="2243193" cy="2243193"/>
            </a:xfrm>
            <a:prstGeom prst="ellipse">
              <a:avLst/>
            </a:prstGeom>
            <a:noFill/>
            <a:ln w="31750">
              <a:gradFill>
                <a:gsLst>
                  <a:gs pos="0">
                    <a:schemeClr val="tx2">
                      <a:lumMod val="60000"/>
                      <a:lumOff val="40000"/>
                      <a:alpha val="10000"/>
                    </a:schemeClr>
                  </a:gs>
                  <a:gs pos="100000">
                    <a:schemeClr val="tx2">
                      <a:lumMod val="50000"/>
                      <a:alpha val="1000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2" name="Rectangle 21">
            <a:extLst>
              <a:ext uri="{FF2B5EF4-FFF2-40B4-BE49-F238E27FC236}">
                <a16:creationId xmlns:a16="http://schemas.microsoft.com/office/drawing/2014/main" id="{B8114C98-A349-4111-A123-E8EAB86ABE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438146" y="1042605"/>
            <a:ext cx="2796461" cy="711252"/>
          </a:xfrm>
          <a:prstGeom prst="rect">
            <a:avLst/>
          </a:prstGeom>
          <a:gradFill flip="none" rotWithShape="1">
            <a:gsLst>
              <a:gs pos="0">
                <a:schemeClr val="tx2">
                  <a:lumMod val="40000"/>
                  <a:lumOff val="60000"/>
                  <a:alpha val="0"/>
                </a:schemeClr>
              </a:gs>
              <a:gs pos="100000">
                <a:schemeClr val="tx2">
                  <a:lumMod val="75000"/>
                  <a:alpha val="10000"/>
                </a:schemeClr>
              </a:gs>
            </a:gsLst>
            <a:lin ang="8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 name="Group 23">
            <a:extLst>
              <a:ext uri="{FF2B5EF4-FFF2-40B4-BE49-F238E27FC236}">
                <a16:creationId xmlns:a16="http://schemas.microsoft.com/office/drawing/2014/main" id="{670FB431-AE18-414D-92F4-1D12D199115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259539" y="317578"/>
            <a:ext cx="548640" cy="549007"/>
            <a:chOff x="7029447" y="3514725"/>
            <a:chExt cx="1285875" cy="549007"/>
          </a:xfrm>
        </p:grpSpPr>
        <p:cxnSp>
          <p:nvCxnSpPr>
            <p:cNvPr id="25" name="Straight Connector 24">
              <a:extLst>
                <a:ext uri="{FF2B5EF4-FFF2-40B4-BE49-F238E27FC236}">
                  <a16:creationId xmlns:a16="http://schemas.microsoft.com/office/drawing/2014/main" id="{24467063-D74E-4D42-8790-B9F6D69584B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514725"/>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A1D19BAC-1681-47BC-AAF5-92FAFFF6F4C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697727"/>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94347C2B-E846-452C-97AA-7E254FC1CE8F}"/>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880729"/>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10EA2B35-7959-4C2A-84AA-FF5D94FEDE90}"/>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4063732"/>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grpSp>
      <p:sp>
        <p:nvSpPr>
          <p:cNvPr id="30" name="Rectangle 29">
            <a:extLst>
              <a:ext uri="{FF2B5EF4-FFF2-40B4-BE49-F238E27FC236}">
                <a16:creationId xmlns:a16="http://schemas.microsoft.com/office/drawing/2014/main" id="{E2D3D3F2-ABBB-4453-B1C5-1BEBF7E4DD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 y="6140785"/>
            <a:ext cx="6095997" cy="711252"/>
          </a:xfrm>
          <a:prstGeom prst="rect">
            <a:avLst/>
          </a:prstGeom>
          <a:gradFill flip="none" rotWithShape="1">
            <a:gsLst>
              <a:gs pos="10000">
                <a:schemeClr val="tx2">
                  <a:lumMod val="50000"/>
                  <a:alpha val="10000"/>
                </a:schemeClr>
              </a:gs>
              <a:gs pos="100000">
                <a:schemeClr val="tx2">
                  <a:lumMod val="60000"/>
                  <a:lumOff val="40000"/>
                  <a:alpha val="0"/>
                </a:schemeClr>
              </a:gs>
            </a:gsLst>
            <a:lin ang="8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2" name="Group 31">
            <a:extLst>
              <a:ext uri="{FF2B5EF4-FFF2-40B4-BE49-F238E27FC236}">
                <a16:creationId xmlns:a16="http://schemas.microsoft.com/office/drawing/2014/main" id="{8214E4A5-A0D2-42C4-8D14-D2A7E495F04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616345" y="5940560"/>
            <a:ext cx="1285875" cy="549007"/>
            <a:chOff x="7029447" y="3514725"/>
            <a:chExt cx="1285875" cy="549007"/>
          </a:xfrm>
        </p:grpSpPr>
        <p:cxnSp>
          <p:nvCxnSpPr>
            <p:cNvPr id="33" name="Straight Connector 32">
              <a:extLst>
                <a:ext uri="{FF2B5EF4-FFF2-40B4-BE49-F238E27FC236}">
                  <a16:creationId xmlns:a16="http://schemas.microsoft.com/office/drawing/2014/main" id="{7494D7A0-6B21-41E8-A7D3-0033BBB79156}"/>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514725"/>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1E141D7D-32B0-448E-A666-EA8703AFCF2C}"/>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697727"/>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8D87E268-6345-420F-8B97-B37ED04100EC}"/>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880729"/>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35E1622E-7FA6-4760-A2BF-A8105EBF7BB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4063732"/>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grpSp>
      <p:sp>
        <p:nvSpPr>
          <p:cNvPr id="2" name="Título 1">
            <a:extLst>
              <a:ext uri="{FF2B5EF4-FFF2-40B4-BE49-F238E27FC236}">
                <a16:creationId xmlns:a16="http://schemas.microsoft.com/office/drawing/2014/main" id="{4C6B210C-3D42-0FFA-4C85-3AC99EC94C2B}"/>
              </a:ext>
            </a:extLst>
          </p:cNvPr>
          <p:cNvSpPr>
            <a:spLocks noGrp="1"/>
          </p:cNvSpPr>
          <p:nvPr>
            <p:ph type="title"/>
          </p:nvPr>
        </p:nvSpPr>
        <p:spPr>
          <a:xfrm>
            <a:off x="630935" y="4018137"/>
            <a:ext cx="5071221" cy="2129586"/>
          </a:xfrm>
          <a:noFill/>
        </p:spPr>
        <p:txBody>
          <a:bodyPr anchor="t">
            <a:normAutofit/>
          </a:bodyPr>
          <a:lstStyle/>
          <a:p>
            <a:r>
              <a:rPr lang="pt-PT" sz="4800" dirty="0" err="1">
                <a:solidFill>
                  <a:schemeClr val="bg1"/>
                </a:solidFill>
              </a:rPr>
              <a:t>Parser</a:t>
            </a:r>
            <a:r>
              <a:rPr lang="pt-PT" sz="4800" dirty="0">
                <a:solidFill>
                  <a:schemeClr val="bg1"/>
                </a:solidFill>
              </a:rPr>
              <a:t>  </a:t>
            </a:r>
            <a:br>
              <a:rPr lang="pt-PT" sz="4800" dirty="0">
                <a:solidFill>
                  <a:schemeClr val="bg1"/>
                </a:solidFill>
              </a:rPr>
            </a:br>
            <a:r>
              <a:rPr lang="pt-PT" sz="3600" dirty="0" err="1">
                <a:solidFill>
                  <a:schemeClr val="bg1"/>
                </a:solidFill>
              </a:rPr>
              <a:t>How</a:t>
            </a:r>
            <a:r>
              <a:rPr lang="pt-PT" sz="3600" dirty="0">
                <a:solidFill>
                  <a:schemeClr val="bg1"/>
                </a:solidFill>
              </a:rPr>
              <a:t> </a:t>
            </a:r>
            <a:r>
              <a:rPr lang="pt-PT" sz="3600" dirty="0" err="1">
                <a:solidFill>
                  <a:schemeClr val="bg1"/>
                </a:solidFill>
              </a:rPr>
              <a:t>it</a:t>
            </a:r>
            <a:r>
              <a:rPr lang="pt-PT" sz="3600" dirty="0">
                <a:solidFill>
                  <a:schemeClr val="bg1"/>
                </a:solidFill>
              </a:rPr>
              <a:t> </a:t>
            </a:r>
            <a:r>
              <a:rPr lang="pt-PT" sz="3600" dirty="0" err="1">
                <a:solidFill>
                  <a:schemeClr val="bg1"/>
                </a:solidFill>
              </a:rPr>
              <a:t>works</a:t>
            </a:r>
            <a:endParaRPr lang="pt-PT" sz="4800" dirty="0">
              <a:solidFill>
                <a:schemeClr val="bg1"/>
              </a:solidFill>
            </a:endParaRPr>
          </a:p>
        </p:txBody>
      </p:sp>
      <p:pic>
        <p:nvPicPr>
          <p:cNvPr id="5" name="Picture 4" descr="A screenshot of a computer program&#10;&#10;AI-generated content may be incorrect.">
            <a:extLst>
              <a:ext uri="{FF2B5EF4-FFF2-40B4-BE49-F238E27FC236}">
                <a16:creationId xmlns:a16="http://schemas.microsoft.com/office/drawing/2014/main" id="{6CFD8B00-EF10-20C3-FF72-94DD9A628E8D}"/>
              </a:ext>
            </a:extLst>
          </p:cNvPr>
          <p:cNvPicPr>
            <a:picLocks noChangeAspect="1"/>
          </p:cNvPicPr>
          <p:nvPr/>
        </p:nvPicPr>
        <p:blipFill>
          <a:blip r:embed="rId2"/>
          <a:stretch>
            <a:fillRect/>
          </a:stretch>
        </p:blipFill>
        <p:spPr>
          <a:xfrm>
            <a:off x="631359" y="1071219"/>
            <a:ext cx="10843065" cy="2358367"/>
          </a:xfrm>
          <a:prstGeom prst="rect">
            <a:avLst/>
          </a:prstGeom>
        </p:spPr>
      </p:pic>
      <p:grpSp>
        <p:nvGrpSpPr>
          <p:cNvPr id="38" name="Group 37">
            <a:extLst>
              <a:ext uri="{FF2B5EF4-FFF2-40B4-BE49-F238E27FC236}">
                <a16:creationId xmlns:a16="http://schemas.microsoft.com/office/drawing/2014/main" id="{1F4E1649-4D1F-4A91-AF97-A254BFDD524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a:off x="474192" y="776904"/>
            <a:ext cx="304800" cy="429768"/>
            <a:chOff x="215328" y="-46937"/>
            <a:chExt cx="304800" cy="2773841"/>
          </a:xfrm>
        </p:grpSpPr>
        <p:cxnSp>
          <p:nvCxnSpPr>
            <p:cNvPr id="39" name="Straight Connector 38">
              <a:extLst>
                <a:ext uri="{FF2B5EF4-FFF2-40B4-BE49-F238E27FC236}">
                  <a16:creationId xmlns:a16="http://schemas.microsoft.com/office/drawing/2014/main" id="{FE483602-62F9-474D-9C9B-5EE4CD7671CB}"/>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2153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DD7D1AC0-A6C7-40E3-9841-F34AC831A48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3169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F951C4DD-7427-497D-9DE3-9D731D3F456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4185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0EE18298-0BF5-4D7A-921A-2F4186E8D96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5201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44" name="Oval 43">
            <a:extLst>
              <a:ext uri="{FF2B5EF4-FFF2-40B4-BE49-F238E27FC236}">
                <a16:creationId xmlns:a16="http://schemas.microsoft.com/office/drawing/2014/main" id="{773AEA78-C03B-40B7-9D11-DC022119D5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600000">
            <a:off x="10150845" y="4270841"/>
            <a:ext cx="1897885" cy="1897885"/>
          </a:xfrm>
          <a:prstGeom prst="ellipse">
            <a:avLst/>
          </a:prstGeom>
          <a:gradFill>
            <a:gsLst>
              <a:gs pos="0">
                <a:schemeClr val="tx2">
                  <a:lumMod val="75000"/>
                  <a:alpha val="10000"/>
                </a:schemeClr>
              </a:gs>
              <a:gs pos="100000">
                <a:schemeClr val="tx2">
                  <a:lumMod val="60000"/>
                  <a:lumOff val="40000"/>
                  <a:alpha val="1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Posição de Conteúdo 2">
            <a:extLst>
              <a:ext uri="{FF2B5EF4-FFF2-40B4-BE49-F238E27FC236}">
                <a16:creationId xmlns:a16="http://schemas.microsoft.com/office/drawing/2014/main" id="{FA519151-6657-AD36-0F10-784CD946E913}"/>
              </a:ext>
            </a:extLst>
          </p:cNvPr>
          <p:cNvSpPr>
            <a:spLocks noGrp="1"/>
          </p:cNvSpPr>
          <p:nvPr>
            <p:ph idx="1"/>
          </p:nvPr>
        </p:nvSpPr>
        <p:spPr>
          <a:xfrm>
            <a:off x="3659943" y="4018130"/>
            <a:ext cx="8009047" cy="2129599"/>
          </a:xfrm>
          <a:noFill/>
        </p:spPr>
        <p:txBody>
          <a:bodyPr anchor="t">
            <a:normAutofit/>
          </a:bodyPr>
          <a:lstStyle/>
          <a:p>
            <a:pPr marL="285750" indent="-285750"/>
            <a:r>
              <a:rPr lang="en-US" sz="1700" dirty="0">
                <a:solidFill>
                  <a:schemeClr val="bg1"/>
                </a:solidFill>
                <a:ea typeface="+mn-lt"/>
                <a:cs typeface="+mn-lt"/>
              </a:rPr>
              <a:t>Responsible for reading and extracting structured data from the input file</a:t>
            </a:r>
          </a:p>
          <a:p>
            <a:pPr marL="285750" indent="-285750"/>
            <a:r>
              <a:rPr lang="en-US" sz="1700" dirty="0">
                <a:solidFill>
                  <a:schemeClr val="bg1"/>
                </a:solidFill>
                <a:ea typeface="+mn-lt"/>
                <a:cs typeface="+mn-lt"/>
              </a:rPr>
              <a:t>Input file is divided into clearly marked sections (#Submissions, #Reviewers, #Parameters, #Control) </a:t>
            </a:r>
          </a:p>
          <a:p>
            <a:pPr marL="285750" indent="-285750"/>
            <a:r>
              <a:rPr lang="en-US" sz="1700" dirty="0">
                <a:solidFill>
                  <a:schemeClr val="bg1"/>
                </a:solidFill>
                <a:ea typeface="+mn-lt"/>
                <a:cs typeface="+mn-lt"/>
              </a:rPr>
              <a:t>Parser reads each section to populate the corresponding internal data structures to be later handled by algorithms</a:t>
            </a:r>
            <a:endParaRPr lang="en-US" sz="1700" dirty="0">
              <a:solidFill>
                <a:schemeClr val="bg1"/>
              </a:solidFill>
            </a:endParaRPr>
          </a:p>
          <a:p>
            <a:endParaRPr lang="pt-PT" sz="1700" dirty="0">
              <a:solidFill>
                <a:schemeClr val="bg1"/>
              </a:solidFill>
            </a:endParaRPr>
          </a:p>
        </p:txBody>
      </p:sp>
    </p:spTree>
    <p:extLst>
      <p:ext uri="{BB962C8B-B14F-4D97-AF65-F5344CB8AC3E}">
        <p14:creationId xmlns:p14="http://schemas.microsoft.com/office/powerpoint/2010/main" val="33078013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C7A3068A-F792-570B-73FB-2B1940D3F7BC}"/>
            </a:ext>
          </a:extLst>
        </p:cNvPr>
        <p:cNvGrpSpPr/>
        <p:nvPr/>
      </p:nvGrpSpPr>
      <p:grpSpPr>
        <a:xfrm>
          <a:off x="0" y="0"/>
          <a:ext cx="0" cy="0"/>
          <a:chOff x="0" y="0"/>
          <a:chExt cx="0" cy="0"/>
        </a:xfrm>
      </p:grpSpPr>
      <p:sp useBgFill="1">
        <p:nvSpPr>
          <p:cNvPr id="50" name="Rectangle 49">
            <a:extLst>
              <a:ext uri="{FF2B5EF4-FFF2-40B4-BE49-F238E27FC236}">
                <a16:creationId xmlns:a16="http://schemas.microsoft.com/office/drawing/2014/main" id="{2C9A9DA9-7DC8-488B-A882-123947B0F3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52" name="Rectangle 51">
            <a:extLst>
              <a:ext uri="{FF2B5EF4-FFF2-40B4-BE49-F238E27FC236}">
                <a16:creationId xmlns:a16="http://schemas.microsoft.com/office/drawing/2014/main" id="{57F6BDD4-E066-4008-8011-6CC31AEB45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9575" y="633619"/>
            <a:ext cx="4279383" cy="5495925"/>
          </a:xfrm>
          <a:prstGeom prst="rect">
            <a:avLst/>
          </a:prstGeom>
          <a:ln w="9525">
            <a:solidFill>
              <a:srgbClr val="DEDEDE"/>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E3EDCB86-70FB-83D2-FD25-31F7A28D63FF}"/>
              </a:ext>
            </a:extLst>
          </p:cNvPr>
          <p:cNvSpPr>
            <a:spLocks noGrp="1"/>
          </p:cNvSpPr>
          <p:nvPr>
            <p:ph type="ctrTitle"/>
          </p:nvPr>
        </p:nvSpPr>
        <p:spPr>
          <a:xfrm>
            <a:off x="841247" y="978619"/>
            <a:ext cx="3410712" cy="1106424"/>
          </a:xfrm>
        </p:spPr>
        <p:txBody>
          <a:bodyPr vert="horz" lIns="91440" tIns="45720" rIns="91440" bIns="45720" rtlCol="0" anchor="ctr">
            <a:normAutofit/>
          </a:bodyPr>
          <a:lstStyle/>
          <a:p>
            <a:pPr algn="l"/>
            <a:r>
              <a:rPr lang="en-US" sz="2800" kern="1200">
                <a:solidFill>
                  <a:schemeClr val="tx1"/>
                </a:solidFill>
                <a:latin typeface="+mj-lt"/>
                <a:ea typeface="+mj-ea"/>
                <a:cs typeface="+mj-cs"/>
              </a:rPr>
              <a:t>Parser</a:t>
            </a:r>
          </a:p>
        </p:txBody>
      </p:sp>
      <p:sp>
        <p:nvSpPr>
          <p:cNvPr id="54" name="Rectangle 53">
            <a:extLst>
              <a:ext uri="{FF2B5EF4-FFF2-40B4-BE49-F238E27FC236}">
                <a16:creationId xmlns:a16="http://schemas.microsoft.com/office/drawing/2014/main" id="{2711A8FB-68FC-45FC-B01E-38F809E2D4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5567" y="1171300"/>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2" name="Rectangle 55">
            <a:extLst>
              <a:ext uri="{FF2B5EF4-FFF2-40B4-BE49-F238E27FC236}">
                <a16:creationId xmlns:a16="http://schemas.microsoft.com/office/drawing/2014/main" id="{2A865FE3-5FC9-4049-87CF-30019C46C0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7459" y="2093976"/>
            <a:ext cx="3328416" cy="9144"/>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pic>
        <p:nvPicPr>
          <p:cNvPr id="6" name="Picture 5" descr="A screen shot of a computer program&#10;&#10;AI-generated content may be incorrect.">
            <a:extLst>
              <a:ext uri="{FF2B5EF4-FFF2-40B4-BE49-F238E27FC236}">
                <a16:creationId xmlns:a16="http://schemas.microsoft.com/office/drawing/2014/main" id="{039CAB99-61A3-592B-D7BE-1C7617B0A684}"/>
              </a:ext>
            </a:extLst>
          </p:cNvPr>
          <p:cNvPicPr>
            <a:picLocks noChangeAspect="1"/>
          </p:cNvPicPr>
          <p:nvPr/>
        </p:nvPicPr>
        <p:blipFill>
          <a:blip r:embed="rId2"/>
          <a:stretch>
            <a:fillRect/>
          </a:stretch>
        </p:blipFill>
        <p:spPr>
          <a:xfrm>
            <a:off x="5120640" y="1040496"/>
            <a:ext cx="6656832" cy="4676424"/>
          </a:xfrm>
          <a:prstGeom prst="rect">
            <a:avLst/>
          </a:prstGeom>
        </p:spPr>
      </p:pic>
      <p:graphicFrame>
        <p:nvGraphicFramePr>
          <p:cNvPr id="8" name="TextBox 3">
            <a:extLst>
              <a:ext uri="{FF2B5EF4-FFF2-40B4-BE49-F238E27FC236}">
                <a16:creationId xmlns:a16="http://schemas.microsoft.com/office/drawing/2014/main" id="{2950C598-6F47-3244-4BA9-27029A1BCBDE}"/>
              </a:ext>
            </a:extLst>
          </p:cNvPr>
          <p:cNvGraphicFramePr/>
          <p:nvPr>
            <p:extLst>
              <p:ext uri="{D42A27DB-BD31-4B8C-83A1-F6EECF244321}">
                <p14:modId xmlns:p14="http://schemas.microsoft.com/office/powerpoint/2010/main" val="3636573391"/>
              </p:ext>
            </p:extLst>
          </p:nvPr>
        </p:nvGraphicFramePr>
        <p:xfrm>
          <a:off x="665018" y="1875388"/>
          <a:ext cx="3823855" cy="414094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5464107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45C3BA0-DD5E-1B30-B066-69DE4B2D2D1C}"/>
            </a:ext>
          </a:extLst>
        </p:cNvPr>
        <p:cNvGrpSpPr/>
        <p:nvPr/>
      </p:nvGrpSpPr>
      <p:grpSpPr>
        <a:xfrm>
          <a:off x="0" y="0"/>
          <a:ext cx="0" cy="0"/>
          <a:chOff x="0" y="0"/>
          <a:chExt cx="0" cy="0"/>
        </a:xfrm>
      </p:grpSpPr>
      <p:sp useBgFill="1">
        <p:nvSpPr>
          <p:cNvPr id="17" name="Rectangle 12">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E33C181-1F65-B86A-3981-517DA240E4EC}"/>
              </a:ext>
            </a:extLst>
          </p:cNvPr>
          <p:cNvSpPr>
            <a:spLocks noGrp="1"/>
          </p:cNvSpPr>
          <p:nvPr>
            <p:ph type="ctrTitle"/>
          </p:nvPr>
        </p:nvSpPr>
        <p:spPr>
          <a:xfrm>
            <a:off x="-138619" y="445770"/>
            <a:ext cx="4818888" cy="1481328"/>
          </a:xfrm>
        </p:spPr>
        <p:txBody>
          <a:bodyPr vert="horz" lIns="91440" tIns="45720" rIns="91440" bIns="45720" rtlCol="0" anchor="b">
            <a:normAutofit/>
          </a:bodyPr>
          <a:lstStyle/>
          <a:p>
            <a:r>
              <a:rPr lang="en-US" sz="5400" kern="1200" dirty="0">
                <a:solidFill>
                  <a:schemeClr val="tx1"/>
                </a:solidFill>
                <a:latin typeface="+mj-lt"/>
                <a:ea typeface="+mj-ea"/>
                <a:cs typeface="+mj-cs"/>
              </a:rPr>
              <a:t>Parser</a:t>
            </a:r>
          </a:p>
        </p:txBody>
      </p:sp>
      <p:sp>
        <p:nvSpPr>
          <p:cNvPr id="18"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descr="A screen shot of a computer code&#10;&#10;AI-generated content may be incorrect.">
            <a:extLst>
              <a:ext uri="{FF2B5EF4-FFF2-40B4-BE49-F238E27FC236}">
                <a16:creationId xmlns:a16="http://schemas.microsoft.com/office/drawing/2014/main" id="{34729D54-68C7-F4B0-14A6-66ED70FDD4DC}"/>
              </a:ext>
            </a:extLst>
          </p:cNvPr>
          <p:cNvPicPr>
            <a:picLocks noChangeAspect="1"/>
          </p:cNvPicPr>
          <p:nvPr/>
        </p:nvPicPr>
        <p:blipFill>
          <a:blip r:embed="rId2"/>
          <a:stretch>
            <a:fillRect/>
          </a:stretch>
        </p:blipFill>
        <p:spPr>
          <a:xfrm>
            <a:off x="210805" y="2911827"/>
            <a:ext cx="5458968" cy="3425502"/>
          </a:xfrm>
          <a:prstGeom prst="rect">
            <a:avLst/>
          </a:prstGeom>
        </p:spPr>
      </p:pic>
      <p:graphicFrame>
        <p:nvGraphicFramePr>
          <p:cNvPr id="8" name="Diagrama 7">
            <a:extLst>
              <a:ext uri="{FF2B5EF4-FFF2-40B4-BE49-F238E27FC236}">
                <a16:creationId xmlns:a16="http://schemas.microsoft.com/office/drawing/2014/main" id="{55270A76-98D4-DCF8-DD8C-985E37FEF5B4}"/>
              </a:ext>
            </a:extLst>
          </p:cNvPr>
          <p:cNvGraphicFramePr/>
          <p:nvPr>
            <p:extLst>
              <p:ext uri="{D42A27DB-BD31-4B8C-83A1-F6EECF244321}">
                <p14:modId xmlns:p14="http://schemas.microsoft.com/office/powerpoint/2010/main" val="2311081021"/>
              </p:ext>
            </p:extLst>
          </p:nvPr>
        </p:nvGraphicFramePr>
        <p:xfrm>
          <a:off x="5880578" y="256032"/>
          <a:ext cx="6200708" cy="61336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2200768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B9DACEC-4368-D328-62E1-5CF580983C69}"/>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955A2079-FA98-4876-80F0-72364A7D2E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8DFE2CE-93F1-39A6-754F-26361055FC2F}"/>
              </a:ext>
            </a:extLst>
          </p:cNvPr>
          <p:cNvSpPr>
            <a:spLocks noGrp="1"/>
          </p:cNvSpPr>
          <p:nvPr>
            <p:ph type="ctrTitle"/>
          </p:nvPr>
        </p:nvSpPr>
        <p:spPr>
          <a:xfrm>
            <a:off x="838200" y="557188"/>
            <a:ext cx="10515600" cy="1133499"/>
          </a:xfrm>
        </p:spPr>
        <p:txBody>
          <a:bodyPr vert="horz" lIns="91440" tIns="45720" rIns="91440" bIns="45720" rtlCol="0" anchor="ctr">
            <a:normAutofit fontScale="90000"/>
          </a:bodyPr>
          <a:lstStyle/>
          <a:p>
            <a:r>
              <a:rPr lang="en-US" sz="5200" kern="1200" dirty="0">
                <a:solidFill>
                  <a:schemeClr val="tx1"/>
                </a:solidFill>
                <a:latin typeface="+mj-lt"/>
                <a:ea typeface="+mj-ea"/>
                <a:cs typeface="+mj-cs"/>
              </a:rPr>
              <a:t>Parser</a:t>
            </a:r>
            <a:br>
              <a:rPr lang="en-US" sz="5200" kern="1200" dirty="0">
                <a:solidFill>
                  <a:schemeClr val="tx1"/>
                </a:solidFill>
                <a:latin typeface="+mj-lt"/>
                <a:ea typeface="+mj-ea"/>
                <a:cs typeface="+mj-cs"/>
              </a:rPr>
            </a:br>
            <a:r>
              <a:rPr lang="en-US" sz="3600" kern="1200" dirty="0">
                <a:solidFill>
                  <a:schemeClr val="tx1"/>
                </a:solidFill>
                <a:latin typeface="+mj-lt"/>
                <a:ea typeface="+mj-ea"/>
                <a:cs typeface="+mj-cs"/>
              </a:rPr>
              <a:t>Responsibilities</a:t>
            </a:r>
            <a:endParaRPr lang="en-US" sz="4400" kern="1200" dirty="0">
              <a:solidFill>
                <a:schemeClr val="tx1"/>
              </a:solidFill>
              <a:latin typeface="+mj-lt"/>
              <a:ea typeface="+mj-ea"/>
              <a:cs typeface="+mj-cs"/>
            </a:endParaRPr>
          </a:p>
        </p:txBody>
      </p:sp>
      <p:graphicFrame>
        <p:nvGraphicFramePr>
          <p:cNvPr id="6" name="TextBox 3">
            <a:extLst>
              <a:ext uri="{FF2B5EF4-FFF2-40B4-BE49-F238E27FC236}">
                <a16:creationId xmlns:a16="http://schemas.microsoft.com/office/drawing/2014/main" id="{077CB3D0-ED0B-904A-DFC8-60A535987059}"/>
              </a:ext>
            </a:extLst>
          </p:cNvPr>
          <p:cNvGraphicFramePr/>
          <p:nvPr>
            <p:extLst>
              <p:ext uri="{D42A27DB-BD31-4B8C-83A1-F6EECF244321}">
                <p14:modId xmlns:p14="http://schemas.microsoft.com/office/powerpoint/2010/main" val="1084866225"/>
              </p:ext>
            </p:extLst>
          </p:nvPr>
        </p:nvGraphicFramePr>
        <p:xfrm>
          <a:off x="838200" y="1828800"/>
          <a:ext cx="10515600" cy="435254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480000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FC44ACF-5129-3431-3379-838A0413EF8F}"/>
            </a:ext>
          </a:extLst>
        </p:cNvPr>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81D377EB-C9D2-4ED0-86A6-740A297E3E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572D0CF-7DBC-059B-6681-27195D13F06E}"/>
              </a:ext>
            </a:extLst>
          </p:cNvPr>
          <p:cNvSpPr>
            <a:spLocks noGrp="1"/>
          </p:cNvSpPr>
          <p:nvPr>
            <p:ph type="ctrTitle"/>
          </p:nvPr>
        </p:nvSpPr>
        <p:spPr>
          <a:xfrm>
            <a:off x="838200" y="107297"/>
            <a:ext cx="10506456" cy="1157005"/>
          </a:xfrm>
        </p:spPr>
        <p:txBody>
          <a:bodyPr vert="horz" lIns="91440" tIns="45720" rIns="91440" bIns="45720" rtlCol="0" anchor="b">
            <a:normAutofit/>
          </a:bodyPr>
          <a:lstStyle/>
          <a:p>
            <a:pPr algn="l"/>
            <a:r>
              <a:rPr lang="en-US" sz="4800" kern="1200" dirty="0">
                <a:solidFill>
                  <a:schemeClr val="tx1"/>
                </a:solidFill>
                <a:latin typeface="+mj-lt"/>
                <a:ea typeface="+mj-ea"/>
                <a:cs typeface="+mj-cs"/>
              </a:rPr>
              <a:t>Parser</a:t>
            </a:r>
          </a:p>
        </p:txBody>
      </p:sp>
      <p:sp>
        <p:nvSpPr>
          <p:cNvPr id="18" name="Rectangle 17">
            <a:extLst>
              <a:ext uri="{FF2B5EF4-FFF2-40B4-BE49-F238E27FC236}">
                <a16:creationId xmlns:a16="http://schemas.microsoft.com/office/drawing/2014/main" id="{066346BE-FDB4-4772-A696-0719490ABD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0140" y="34093"/>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 name="Rectangle 19">
            <a:extLst>
              <a:ext uri="{FF2B5EF4-FFF2-40B4-BE49-F238E27FC236}">
                <a16:creationId xmlns:a16="http://schemas.microsoft.com/office/drawing/2014/main" id="{FB92FFCE-0C90-454E-AA25-D4EE9A6C39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41248" y="1958056"/>
            <a:ext cx="10506456"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prstClr val="white"/>
              </a:solidFill>
              <a:latin typeface="Calibri" panose="020F0502020204030204"/>
            </a:endParaRPr>
          </a:p>
        </p:txBody>
      </p:sp>
      <p:graphicFrame>
        <p:nvGraphicFramePr>
          <p:cNvPr id="5" name="Diagrama 4">
            <a:extLst>
              <a:ext uri="{FF2B5EF4-FFF2-40B4-BE49-F238E27FC236}">
                <a16:creationId xmlns:a16="http://schemas.microsoft.com/office/drawing/2014/main" id="{82DACBE4-9BA4-CB87-C4E8-ABD30BC84116}"/>
              </a:ext>
            </a:extLst>
          </p:cNvPr>
          <p:cNvGraphicFramePr/>
          <p:nvPr>
            <p:extLst>
              <p:ext uri="{D42A27DB-BD31-4B8C-83A1-F6EECF244321}">
                <p14:modId xmlns:p14="http://schemas.microsoft.com/office/powerpoint/2010/main" val="4102359849"/>
              </p:ext>
            </p:extLst>
          </p:nvPr>
        </p:nvGraphicFramePr>
        <p:xfrm>
          <a:off x="838200" y="2295252"/>
          <a:ext cx="10506456" cy="387694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CaixaDeTexto 6">
            <a:extLst>
              <a:ext uri="{FF2B5EF4-FFF2-40B4-BE49-F238E27FC236}">
                <a16:creationId xmlns:a16="http://schemas.microsoft.com/office/drawing/2014/main" id="{E569184F-53DB-378D-EF71-EB7DE0158F59}"/>
              </a:ext>
            </a:extLst>
          </p:cNvPr>
          <p:cNvSpPr txBox="1"/>
          <p:nvPr/>
        </p:nvSpPr>
        <p:spPr>
          <a:xfrm>
            <a:off x="1093612" y="1398544"/>
            <a:ext cx="7915305" cy="461665"/>
          </a:xfrm>
          <a:prstGeom prst="rect">
            <a:avLst/>
          </a:prstGeom>
          <a:noFill/>
        </p:spPr>
        <p:txBody>
          <a:bodyPr wrap="square">
            <a:spAutoFit/>
          </a:bodyPr>
          <a:lstStyle/>
          <a:p>
            <a:pPr algn="l"/>
            <a:r>
              <a:rPr lang="en-US" sz="2400" dirty="0"/>
              <a:t>Why it needs to read the file from the start for each header</a:t>
            </a:r>
          </a:p>
        </p:txBody>
      </p:sp>
    </p:spTree>
    <p:extLst>
      <p:ext uri="{BB962C8B-B14F-4D97-AF65-F5344CB8AC3E}">
        <p14:creationId xmlns:p14="http://schemas.microsoft.com/office/powerpoint/2010/main" val="17811058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9EC3670-619A-97DC-6C2B-272EBC8D1FF0}"/>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8CA06CD6-90CA-4C45-856C-6771339E1E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tx1">
              <a:alpha val="10000"/>
            </a:schemeClr>
          </a:solidFill>
          <a:ln w="127000" cap="sq" cmpd="thinThick">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60E874B-561E-2F3B-3540-72184106D3B6}"/>
              </a:ext>
            </a:extLst>
          </p:cNvPr>
          <p:cNvSpPr>
            <a:spLocks noGrp="1"/>
          </p:cNvSpPr>
          <p:nvPr>
            <p:ph type="ctrTitle"/>
          </p:nvPr>
        </p:nvSpPr>
        <p:spPr>
          <a:xfrm>
            <a:off x="838200" y="963507"/>
            <a:ext cx="3494362" cy="4930986"/>
          </a:xfrm>
        </p:spPr>
        <p:txBody>
          <a:bodyPr vert="horz" lIns="91440" tIns="45720" rIns="91440" bIns="45720" rtlCol="0" anchor="ctr">
            <a:normAutofit/>
          </a:bodyPr>
          <a:lstStyle/>
          <a:p>
            <a:pPr algn="r"/>
            <a:r>
              <a:rPr lang="en-US" sz="4400" kern="1200" dirty="0">
                <a:solidFill>
                  <a:schemeClr val="accent1"/>
                </a:solidFill>
                <a:latin typeface="+mj-lt"/>
                <a:ea typeface="+mj-ea"/>
                <a:cs typeface="+mj-cs"/>
              </a:rPr>
              <a:t>Parser</a:t>
            </a:r>
          </a:p>
        </p:txBody>
      </p:sp>
      <p:cxnSp>
        <p:nvCxnSpPr>
          <p:cNvPr id="11" name="Straight Connector 10">
            <a:extLst>
              <a:ext uri="{FF2B5EF4-FFF2-40B4-BE49-F238E27FC236}">
                <a16:creationId xmlns:a16="http://schemas.microsoft.com/office/drawing/2014/main" id="{5021601D-2758-4B15-A31C-FDA184C51B3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296" y="2057400"/>
            <a:ext cx="0" cy="2743200"/>
          </a:xfrm>
          <a:prstGeom prst="line">
            <a:avLst/>
          </a:prstGeom>
          <a:ln w="19050">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3" name="Subtitle 2">
            <a:extLst>
              <a:ext uri="{FF2B5EF4-FFF2-40B4-BE49-F238E27FC236}">
                <a16:creationId xmlns:a16="http://schemas.microsoft.com/office/drawing/2014/main" id="{81664839-6FA2-A523-BBD1-E881B2C474FA}"/>
              </a:ext>
            </a:extLst>
          </p:cNvPr>
          <p:cNvSpPr>
            <a:spLocks noGrp="1"/>
          </p:cNvSpPr>
          <p:nvPr>
            <p:ph type="subTitle" idx="1"/>
          </p:nvPr>
        </p:nvSpPr>
        <p:spPr>
          <a:xfrm>
            <a:off x="4976030" y="916941"/>
            <a:ext cx="6250940" cy="2304627"/>
          </a:xfrm>
        </p:spPr>
        <p:txBody>
          <a:bodyPr vert="horz" lIns="91440" tIns="45720" rIns="91440" bIns="45720" rtlCol="0" anchor="b">
            <a:normAutofit/>
          </a:bodyPr>
          <a:lstStyle/>
          <a:p>
            <a:pPr algn="l"/>
            <a:r>
              <a:rPr lang="en-US" sz="2000" b="1" dirty="0"/>
              <a:t>Time complexity</a:t>
            </a:r>
          </a:p>
        </p:txBody>
      </p:sp>
      <p:sp>
        <p:nvSpPr>
          <p:cNvPr id="4" name="TextBox 3">
            <a:extLst>
              <a:ext uri="{FF2B5EF4-FFF2-40B4-BE49-F238E27FC236}">
                <a16:creationId xmlns:a16="http://schemas.microsoft.com/office/drawing/2014/main" id="{9A0E3988-416C-A0E5-6E47-8D3E1C72D2FE}"/>
              </a:ext>
            </a:extLst>
          </p:cNvPr>
          <p:cNvSpPr txBox="1"/>
          <p:nvPr/>
        </p:nvSpPr>
        <p:spPr>
          <a:xfrm>
            <a:off x="4976030" y="3589866"/>
            <a:ext cx="6250940" cy="2304628"/>
          </a:xfrm>
          <a:prstGeom prst="rect">
            <a:avLst/>
          </a:prstGeom>
        </p:spPr>
        <p:txBody>
          <a:bodyPr rot="0" spcFirstLastPara="0" vertOverflow="overflow" horzOverflow="overflow" vert="horz" lIns="91440" tIns="45720" rIns="91440" bIns="45720" numCol="1" spcCol="0" rtlCol="0" fromWordArt="0" anchorCtr="0" forceAA="0" compatLnSpc="1">
            <a:prstTxWarp prst="textNoShape">
              <a:avLst/>
            </a:prstTxWarp>
            <a:normAutofit/>
          </a:bodyPr>
          <a:lstStyle/>
          <a:p>
            <a:pPr indent="-228600">
              <a:lnSpc>
                <a:spcPct val="90000"/>
              </a:lnSpc>
              <a:spcAft>
                <a:spcPts val="600"/>
              </a:spcAft>
              <a:buFont typeface="Arial" panose="020B0604020202020204" pitchFamily="34" charset="0"/>
              <a:buChar char="•"/>
            </a:pPr>
            <a:r>
              <a:rPr lang="en-US" sz="2000"/>
              <a:t>Let l be the number of lines and h be the number of headers, the upper bound can be defined to be O(l * h). So in this project, the time complexity to parse the dataset is O(4 * l) = O(l)</a:t>
            </a:r>
          </a:p>
          <a:p>
            <a:pPr indent="-228600">
              <a:lnSpc>
                <a:spcPct val="90000"/>
              </a:lnSpc>
              <a:spcAft>
                <a:spcPts val="600"/>
              </a:spcAft>
              <a:buFont typeface="Arial" panose="020B0604020202020204" pitchFamily="34" charset="0"/>
              <a:buChar char="•"/>
            </a:pPr>
            <a:endParaRPr lang="en-US" sz="2000"/>
          </a:p>
          <a:p>
            <a:pPr indent="-228600">
              <a:lnSpc>
                <a:spcPct val="90000"/>
              </a:lnSpc>
              <a:spcAft>
                <a:spcPts val="600"/>
              </a:spcAft>
              <a:buFont typeface="Arial" panose="020B0604020202020204" pitchFamily="34" charset="0"/>
              <a:buChar char="•"/>
            </a:pPr>
            <a:endParaRPr lang="en-US" sz="2000"/>
          </a:p>
        </p:txBody>
      </p:sp>
    </p:spTree>
    <p:extLst>
      <p:ext uri="{BB962C8B-B14F-4D97-AF65-F5344CB8AC3E}">
        <p14:creationId xmlns:p14="http://schemas.microsoft.com/office/powerpoint/2010/main" val="367045610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Slide Background Fill">
            <a:extLst>
              <a:ext uri="{FF2B5EF4-FFF2-40B4-BE49-F238E27FC236}">
                <a16:creationId xmlns:a16="http://schemas.microsoft.com/office/drawing/2014/main" id="{C7D023E4-8DE1-436E-9847-ED6A4B4B04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1"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0" name="Group 9">
            <a:extLst>
              <a:ext uri="{FF2B5EF4-FFF2-40B4-BE49-F238E27FC236}">
                <a16:creationId xmlns:a16="http://schemas.microsoft.com/office/drawing/2014/main" id="{1FEC590B-3306-47E9-BD67-97F3F76169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88952" cy="6858000"/>
            <a:chOff x="651279" y="598259"/>
            <a:chExt cx="10889442" cy="5680742"/>
          </a:xfrm>
        </p:grpSpPr>
        <p:sp>
          <p:nvSpPr>
            <p:cNvPr id="11" name="Color">
              <a:extLst>
                <a:ext uri="{FF2B5EF4-FFF2-40B4-BE49-F238E27FC236}">
                  <a16:creationId xmlns:a16="http://schemas.microsoft.com/office/drawing/2014/main" id="{54F87DBC-E43C-4CE4-A8C5-61E3D68194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Color">
              <a:extLst>
                <a:ext uri="{FF2B5EF4-FFF2-40B4-BE49-F238E27FC236}">
                  <a16:creationId xmlns:a16="http://schemas.microsoft.com/office/drawing/2014/main" id="{CD39A88A-7F84-4ACA-877B-E28BC26CD8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4" name="Group 13">
            <a:extLst>
              <a:ext uri="{FF2B5EF4-FFF2-40B4-BE49-F238E27FC236}">
                <a16:creationId xmlns:a16="http://schemas.microsoft.com/office/drawing/2014/main" id="{A47AAF5E-1692-48C9-98FB-6432BF0BC4F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5" name="Freeform: Shape 14">
              <a:extLst>
                <a:ext uri="{FF2B5EF4-FFF2-40B4-BE49-F238E27FC236}">
                  <a16:creationId xmlns:a16="http://schemas.microsoft.com/office/drawing/2014/main" id="{5F36A26D-E71D-4663-B197-8B7BFA37AD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6" name="Freeform: Shape 15">
              <a:extLst>
                <a:ext uri="{FF2B5EF4-FFF2-40B4-BE49-F238E27FC236}">
                  <a16:creationId xmlns:a16="http://schemas.microsoft.com/office/drawing/2014/main" id="{8A821CEB-DA96-4952-93B9-81F9C42BAD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7" name="Freeform: Shape 16">
              <a:extLst>
                <a:ext uri="{FF2B5EF4-FFF2-40B4-BE49-F238E27FC236}">
                  <a16:creationId xmlns:a16="http://schemas.microsoft.com/office/drawing/2014/main" id="{18C8EDE0-D69B-4F65-9AB7-DDE7EAD78E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8" name="Freeform: Shape 17">
              <a:extLst>
                <a:ext uri="{FF2B5EF4-FFF2-40B4-BE49-F238E27FC236}">
                  <a16:creationId xmlns:a16="http://schemas.microsoft.com/office/drawing/2014/main" id="{546F0982-BF10-4BF6-842A-F631654FFD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9" name="Freeform: Shape 18">
              <a:extLst>
                <a:ext uri="{FF2B5EF4-FFF2-40B4-BE49-F238E27FC236}">
                  <a16:creationId xmlns:a16="http://schemas.microsoft.com/office/drawing/2014/main" id="{2B313509-2128-42CA-81B6-C9EC23E44C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0" name="Freeform: Shape 19">
              <a:extLst>
                <a:ext uri="{FF2B5EF4-FFF2-40B4-BE49-F238E27FC236}">
                  <a16:creationId xmlns:a16="http://schemas.microsoft.com/office/drawing/2014/main" id="{1589188C-E06E-4F8A-BDD1-02ADF1408F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6B4E610F-FCD0-483F-B9F2-6DF2C28FE8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ítulo 1">
            <a:extLst>
              <a:ext uri="{FF2B5EF4-FFF2-40B4-BE49-F238E27FC236}">
                <a16:creationId xmlns:a16="http://schemas.microsoft.com/office/drawing/2014/main" id="{C6DBEC6D-E6A5-0D67-12AE-A6F24B1C623B}"/>
              </a:ext>
            </a:extLst>
          </p:cNvPr>
          <p:cNvSpPr>
            <a:spLocks noGrp="1"/>
          </p:cNvSpPr>
          <p:nvPr>
            <p:ph type="title"/>
          </p:nvPr>
        </p:nvSpPr>
        <p:spPr>
          <a:xfrm>
            <a:off x="789708" y="666351"/>
            <a:ext cx="10558405" cy="3044335"/>
          </a:xfrm>
        </p:spPr>
        <p:txBody>
          <a:bodyPr vert="horz" lIns="91440" tIns="45720" rIns="91440" bIns="45720" rtlCol="0" anchor="b">
            <a:normAutofit/>
          </a:bodyPr>
          <a:lstStyle/>
          <a:p>
            <a:pPr algn="ctr"/>
            <a:r>
              <a:rPr lang="en-US" sz="4800" kern="1200">
                <a:solidFill>
                  <a:schemeClr val="bg1"/>
                </a:solidFill>
                <a:latin typeface="+mj-lt"/>
                <a:ea typeface="+mj-ea"/>
                <a:cs typeface="+mj-cs"/>
              </a:rPr>
              <a:t>Adapter</a:t>
            </a:r>
          </a:p>
        </p:txBody>
      </p:sp>
    </p:spTree>
    <p:extLst>
      <p:ext uri="{BB962C8B-B14F-4D97-AF65-F5344CB8AC3E}">
        <p14:creationId xmlns:p14="http://schemas.microsoft.com/office/powerpoint/2010/main" val="29984126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04EB92A-437E-D041-1EB6-8F953C16561E}"/>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700E0F77-E936-4985-B7B1-B9823486AC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22EC2D1-2AF1-283A-DD34-9AF79BDB32E5}"/>
              </a:ext>
            </a:extLst>
          </p:cNvPr>
          <p:cNvSpPr>
            <a:spLocks noGrp="1"/>
          </p:cNvSpPr>
          <p:nvPr>
            <p:ph type="ctrTitle"/>
          </p:nvPr>
        </p:nvSpPr>
        <p:spPr>
          <a:xfrm>
            <a:off x="720213" y="4782950"/>
            <a:ext cx="3876086" cy="1556907"/>
          </a:xfrm>
          <a:custGeom>
            <a:avLst/>
            <a:gdLst>
              <a:gd name="csX0" fmla="*/ 0 w 3876086"/>
              <a:gd name="csY0" fmla="*/ 0 h 1556907"/>
              <a:gd name="csX1" fmla="*/ 592487 w 3876086"/>
              <a:gd name="csY1" fmla="*/ 0 h 1556907"/>
              <a:gd name="csX2" fmla="*/ 1107453 w 3876086"/>
              <a:gd name="csY2" fmla="*/ 0 h 1556907"/>
              <a:gd name="csX3" fmla="*/ 1699941 w 3876086"/>
              <a:gd name="csY3" fmla="*/ 0 h 1556907"/>
              <a:gd name="csX4" fmla="*/ 2253667 w 3876086"/>
              <a:gd name="csY4" fmla="*/ 0 h 1556907"/>
              <a:gd name="csX5" fmla="*/ 2884915 w 3876086"/>
              <a:gd name="csY5" fmla="*/ 0 h 1556907"/>
              <a:gd name="csX6" fmla="*/ 3322359 w 3876086"/>
              <a:gd name="csY6" fmla="*/ 0 h 1556907"/>
              <a:gd name="csX7" fmla="*/ 3876086 w 3876086"/>
              <a:gd name="csY7" fmla="*/ 0 h 1556907"/>
              <a:gd name="csX8" fmla="*/ 3876086 w 3876086"/>
              <a:gd name="csY8" fmla="*/ 472262 h 1556907"/>
              <a:gd name="csX9" fmla="*/ 3876086 w 3876086"/>
              <a:gd name="csY9" fmla="*/ 991231 h 1556907"/>
              <a:gd name="csX10" fmla="*/ 3876086 w 3876086"/>
              <a:gd name="csY10" fmla="*/ 1556907 h 1556907"/>
              <a:gd name="csX11" fmla="*/ 3399881 w 3876086"/>
              <a:gd name="csY11" fmla="*/ 1556907 h 1556907"/>
              <a:gd name="csX12" fmla="*/ 2846155 w 3876086"/>
              <a:gd name="csY12" fmla="*/ 1556907 h 1556907"/>
              <a:gd name="csX13" fmla="*/ 2253667 w 3876086"/>
              <a:gd name="csY13" fmla="*/ 1556907 h 1556907"/>
              <a:gd name="csX14" fmla="*/ 1816223 w 3876086"/>
              <a:gd name="csY14" fmla="*/ 1556907 h 1556907"/>
              <a:gd name="csX15" fmla="*/ 1301257 w 3876086"/>
              <a:gd name="csY15" fmla="*/ 1556907 h 1556907"/>
              <a:gd name="csX16" fmla="*/ 786292 w 3876086"/>
              <a:gd name="csY16" fmla="*/ 1556907 h 1556907"/>
              <a:gd name="csX17" fmla="*/ 0 w 3876086"/>
              <a:gd name="csY17" fmla="*/ 1556907 h 1556907"/>
              <a:gd name="csX18" fmla="*/ 0 w 3876086"/>
              <a:gd name="csY18" fmla="*/ 1069076 h 1556907"/>
              <a:gd name="csX19" fmla="*/ 0 w 3876086"/>
              <a:gd name="csY19" fmla="*/ 581245 h 1556907"/>
              <a:gd name="csX20" fmla="*/ 0 w 3876086"/>
              <a:gd name="csY20" fmla="*/ 0 h 15569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3876086" h="1556907" fill="none" extrusionOk="0">
                <a:moveTo>
                  <a:pt x="0" y="0"/>
                </a:moveTo>
                <a:cubicBezTo>
                  <a:pt x="179086" y="-7136"/>
                  <a:pt x="339447" y="3512"/>
                  <a:pt x="592487" y="0"/>
                </a:cubicBezTo>
                <a:cubicBezTo>
                  <a:pt x="845527" y="-3512"/>
                  <a:pt x="967984" y="13844"/>
                  <a:pt x="1107453" y="0"/>
                </a:cubicBezTo>
                <a:cubicBezTo>
                  <a:pt x="1246922" y="-13844"/>
                  <a:pt x="1507782" y="18158"/>
                  <a:pt x="1699941" y="0"/>
                </a:cubicBezTo>
                <a:cubicBezTo>
                  <a:pt x="1892100" y="-18158"/>
                  <a:pt x="2123215" y="20187"/>
                  <a:pt x="2253667" y="0"/>
                </a:cubicBezTo>
                <a:cubicBezTo>
                  <a:pt x="2384119" y="-20187"/>
                  <a:pt x="2605795" y="11680"/>
                  <a:pt x="2884915" y="0"/>
                </a:cubicBezTo>
                <a:cubicBezTo>
                  <a:pt x="3164035" y="-11680"/>
                  <a:pt x="3131579" y="21083"/>
                  <a:pt x="3322359" y="0"/>
                </a:cubicBezTo>
                <a:cubicBezTo>
                  <a:pt x="3513139" y="-21083"/>
                  <a:pt x="3765035" y="58458"/>
                  <a:pt x="3876086" y="0"/>
                </a:cubicBezTo>
                <a:cubicBezTo>
                  <a:pt x="3878963" y="113954"/>
                  <a:pt x="3875753" y="309095"/>
                  <a:pt x="3876086" y="472262"/>
                </a:cubicBezTo>
                <a:cubicBezTo>
                  <a:pt x="3876419" y="635429"/>
                  <a:pt x="3829138" y="830331"/>
                  <a:pt x="3876086" y="991231"/>
                </a:cubicBezTo>
                <a:cubicBezTo>
                  <a:pt x="3923034" y="1152131"/>
                  <a:pt x="3835113" y="1345545"/>
                  <a:pt x="3876086" y="1556907"/>
                </a:cubicBezTo>
                <a:cubicBezTo>
                  <a:pt x="3662045" y="1606707"/>
                  <a:pt x="3597522" y="1500137"/>
                  <a:pt x="3399881" y="1556907"/>
                </a:cubicBezTo>
                <a:cubicBezTo>
                  <a:pt x="3202240" y="1613677"/>
                  <a:pt x="3039025" y="1491674"/>
                  <a:pt x="2846155" y="1556907"/>
                </a:cubicBezTo>
                <a:cubicBezTo>
                  <a:pt x="2653285" y="1622140"/>
                  <a:pt x="2485376" y="1553964"/>
                  <a:pt x="2253667" y="1556907"/>
                </a:cubicBezTo>
                <a:cubicBezTo>
                  <a:pt x="2021958" y="1559850"/>
                  <a:pt x="2028887" y="1553240"/>
                  <a:pt x="1816223" y="1556907"/>
                </a:cubicBezTo>
                <a:cubicBezTo>
                  <a:pt x="1603559" y="1560574"/>
                  <a:pt x="1531208" y="1549806"/>
                  <a:pt x="1301257" y="1556907"/>
                </a:cubicBezTo>
                <a:cubicBezTo>
                  <a:pt x="1071306" y="1564008"/>
                  <a:pt x="926741" y="1514616"/>
                  <a:pt x="786292" y="1556907"/>
                </a:cubicBezTo>
                <a:cubicBezTo>
                  <a:pt x="645844" y="1599198"/>
                  <a:pt x="326484" y="1469001"/>
                  <a:pt x="0" y="1556907"/>
                </a:cubicBezTo>
                <a:cubicBezTo>
                  <a:pt x="-16977" y="1365065"/>
                  <a:pt x="21660" y="1203997"/>
                  <a:pt x="0" y="1069076"/>
                </a:cubicBezTo>
                <a:cubicBezTo>
                  <a:pt x="-21660" y="934155"/>
                  <a:pt x="22899" y="773281"/>
                  <a:pt x="0" y="581245"/>
                </a:cubicBezTo>
                <a:cubicBezTo>
                  <a:pt x="-22899" y="389209"/>
                  <a:pt x="13391" y="166144"/>
                  <a:pt x="0" y="0"/>
                </a:cubicBezTo>
                <a:close/>
              </a:path>
              <a:path w="3876086" h="1556907" stroke="0" extrusionOk="0">
                <a:moveTo>
                  <a:pt x="0" y="0"/>
                </a:moveTo>
                <a:cubicBezTo>
                  <a:pt x="243942" y="-58"/>
                  <a:pt x="333141" y="12474"/>
                  <a:pt x="553727" y="0"/>
                </a:cubicBezTo>
                <a:cubicBezTo>
                  <a:pt x="774313" y="-12474"/>
                  <a:pt x="925015" y="35374"/>
                  <a:pt x="1146214" y="0"/>
                </a:cubicBezTo>
                <a:cubicBezTo>
                  <a:pt x="1367413" y="-35374"/>
                  <a:pt x="1546278" y="65482"/>
                  <a:pt x="1738701" y="0"/>
                </a:cubicBezTo>
                <a:cubicBezTo>
                  <a:pt x="1931124" y="-65482"/>
                  <a:pt x="2033069" y="15174"/>
                  <a:pt x="2253667" y="0"/>
                </a:cubicBezTo>
                <a:cubicBezTo>
                  <a:pt x="2474265" y="-15174"/>
                  <a:pt x="2573137" y="19786"/>
                  <a:pt x="2729872" y="0"/>
                </a:cubicBezTo>
                <a:cubicBezTo>
                  <a:pt x="2886607" y="-19786"/>
                  <a:pt x="3079343" y="18450"/>
                  <a:pt x="3322359" y="0"/>
                </a:cubicBezTo>
                <a:cubicBezTo>
                  <a:pt x="3565375" y="-18450"/>
                  <a:pt x="3621109" y="30396"/>
                  <a:pt x="3876086" y="0"/>
                </a:cubicBezTo>
                <a:cubicBezTo>
                  <a:pt x="3900230" y="245458"/>
                  <a:pt x="3852802" y="330519"/>
                  <a:pt x="3876086" y="503400"/>
                </a:cubicBezTo>
                <a:cubicBezTo>
                  <a:pt x="3899370" y="676281"/>
                  <a:pt x="3826294" y="821870"/>
                  <a:pt x="3876086" y="1022369"/>
                </a:cubicBezTo>
                <a:cubicBezTo>
                  <a:pt x="3925878" y="1222868"/>
                  <a:pt x="3812083" y="1419393"/>
                  <a:pt x="3876086" y="1556907"/>
                </a:cubicBezTo>
                <a:cubicBezTo>
                  <a:pt x="3747356" y="1588545"/>
                  <a:pt x="3436830" y="1541137"/>
                  <a:pt x="3283599" y="1556907"/>
                </a:cubicBezTo>
                <a:cubicBezTo>
                  <a:pt x="3130368" y="1572677"/>
                  <a:pt x="2923949" y="1527104"/>
                  <a:pt x="2807394" y="1556907"/>
                </a:cubicBezTo>
                <a:cubicBezTo>
                  <a:pt x="2690839" y="1586710"/>
                  <a:pt x="2482428" y="1523454"/>
                  <a:pt x="2176145" y="1556907"/>
                </a:cubicBezTo>
                <a:cubicBezTo>
                  <a:pt x="1869862" y="1590360"/>
                  <a:pt x="1944834" y="1521458"/>
                  <a:pt x="1738701" y="1556907"/>
                </a:cubicBezTo>
                <a:cubicBezTo>
                  <a:pt x="1532568" y="1592356"/>
                  <a:pt x="1418061" y="1506106"/>
                  <a:pt x="1107453" y="1556907"/>
                </a:cubicBezTo>
                <a:cubicBezTo>
                  <a:pt x="796845" y="1607708"/>
                  <a:pt x="851083" y="1528884"/>
                  <a:pt x="670009" y="1556907"/>
                </a:cubicBezTo>
                <a:cubicBezTo>
                  <a:pt x="488935" y="1584930"/>
                  <a:pt x="307528" y="1513225"/>
                  <a:pt x="0" y="1556907"/>
                </a:cubicBezTo>
                <a:cubicBezTo>
                  <a:pt x="-27120" y="1318882"/>
                  <a:pt x="11568" y="1281461"/>
                  <a:pt x="0" y="1069076"/>
                </a:cubicBezTo>
                <a:cubicBezTo>
                  <a:pt x="-11568" y="856691"/>
                  <a:pt x="9983" y="786995"/>
                  <a:pt x="0" y="565676"/>
                </a:cubicBezTo>
                <a:cubicBezTo>
                  <a:pt x="-9983" y="344357"/>
                  <a:pt x="36655" y="256343"/>
                  <a:pt x="0" y="0"/>
                </a:cubicBezTo>
                <a:close/>
              </a:path>
            </a:pathLst>
          </a:custGeom>
          <a:ln w="57150">
            <a:solidFill>
              <a:schemeClr val="tx1"/>
            </a:solidFill>
            <a:extLst>
              <a:ext uri="{C807C97D-BFC1-408E-A445-0C87EB9F89A2}">
                <ask:lineSketchStyleProps xmlns:ask="http://schemas.microsoft.com/office/drawing/2018/sketchyshapes" sd="2310636758">
                  <ask:type>
                    <ask:lineSketchScribble/>
                  </ask:type>
                </ask:lineSketchStyleProps>
              </a:ext>
            </a:extLst>
          </a:ln>
        </p:spPr>
        <p:txBody>
          <a:bodyPr vert="horz" lIns="91440" tIns="45720" rIns="91440" bIns="45720" rtlCol="0" anchor="ctr">
            <a:normAutofit/>
          </a:bodyPr>
          <a:lstStyle/>
          <a:p>
            <a:pPr algn="l"/>
            <a:r>
              <a:rPr lang="en-US" sz="3200" kern="1200" dirty="0">
                <a:solidFill>
                  <a:schemeClr val="tx1"/>
                </a:solidFill>
                <a:latin typeface="+mj-lt"/>
                <a:ea typeface="+mj-ea"/>
                <a:cs typeface="+mj-cs"/>
              </a:rPr>
              <a:t>Adapter</a:t>
            </a:r>
          </a:p>
        </p:txBody>
      </p:sp>
      <p:sp>
        <p:nvSpPr>
          <p:cNvPr id="13" name="Rectangle 12">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458818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screenshot of a computer program&#10;&#10;AI-generated content may be incorrect.">
            <a:extLst>
              <a:ext uri="{FF2B5EF4-FFF2-40B4-BE49-F238E27FC236}">
                <a16:creationId xmlns:a16="http://schemas.microsoft.com/office/drawing/2014/main" id="{E4B45170-81E3-354D-9647-9121840B90AB}"/>
              </a:ext>
            </a:extLst>
          </p:cNvPr>
          <p:cNvPicPr>
            <a:picLocks noChangeAspect="1"/>
          </p:cNvPicPr>
          <p:nvPr/>
        </p:nvPicPr>
        <p:blipFill>
          <a:blip r:embed="rId2"/>
          <a:stretch>
            <a:fillRect/>
          </a:stretch>
        </p:blipFill>
        <p:spPr>
          <a:xfrm>
            <a:off x="959205" y="1131553"/>
            <a:ext cx="10369645" cy="2333170"/>
          </a:xfrm>
          <a:prstGeom prst="rect">
            <a:avLst/>
          </a:prstGeom>
        </p:spPr>
      </p:pic>
      <p:sp>
        <p:nvSpPr>
          <p:cNvPr id="28" name="Rectangle 16">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001107" y="5661132"/>
            <a:ext cx="146304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5154F0ED-35CD-796C-0255-76CED54134E9}"/>
              </a:ext>
            </a:extLst>
          </p:cNvPr>
          <p:cNvSpPr txBox="1"/>
          <p:nvPr/>
        </p:nvSpPr>
        <p:spPr>
          <a:xfrm>
            <a:off x="5162719" y="4883544"/>
            <a:ext cx="6586915" cy="1556907"/>
          </a:xfrm>
          <a:prstGeom prst="rect">
            <a:avLst/>
          </a:prstGeom>
        </p:spPr>
        <p:txBody>
          <a:bodyPr rot="0" spcFirstLastPara="0" vertOverflow="overflow" horzOverflow="overflow" vert="horz" lIns="91440" tIns="45720" rIns="91440" bIns="45720" numCol="1" spcCol="0" rtlCol="0" fromWordArt="0" anchor="ctr" anchorCtr="0" forceAA="0" compatLnSpc="1">
            <a:prstTxWarp prst="textNoShape">
              <a:avLst/>
            </a:prstTxWarp>
            <a:normAutofit/>
          </a:bodyPr>
          <a:lstStyle/>
          <a:p>
            <a:pPr marL="285750" indent="-228600">
              <a:lnSpc>
                <a:spcPct val="90000"/>
              </a:lnSpc>
              <a:spcAft>
                <a:spcPts val="600"/>
              </a:spcAft>
              <a:buFont typeface="Arial" panose="020B0604020202020204" pitchFamily="34" charset="0"/>
              <a:buChar char="•"/>
            </a:pPr>
            <a:r>
              <a:rPr lang="en-US" sz="1400" dirty="0"/>
              <a:t>Responsible for transforming the data processed by the parser into a graph structure</a:t>
            </a:r>
          </a:p>
          <a:p>
            <a:pPr marL="285750" indent="-228600">
              <a:lnSpc>
                <a:spcPct val="90000"/>
              </a:lnSpc>
              <a:spcAft>
                <a:spcPts val="600"/>
              </a:spcAft>
              <a:buFont typeface="Arial" panose="020B0604020202020204" pitchFamily="34" charset="0"/>
              <a:buChar char="•"/>
            </a:pPr>
            <a:r>
              <a:rPr lang="en-US" sz="1400" dirty="0"/>
              <a:t> The data in the parser is divided into 4 different attributes: reviewers, submissions, parameters and control. </a:t>
            </a:r>
          </a:p>
          <a:p>
            <a:pPr marL="285750" indent="-228600">
              <a:lnSpc>
                <a:spcPct val="90000"/>
              </a:lnSpc>
              <a:spcAft>
                <a:spcPts val="600"/>
              </a:spcAft>
              <a:buFont typeface="Arial" panose="020B0604020202020204" pitchFamily="34" charset="0"/>
              <a:buChar char="•"/>
            </a:pPr>
            <a:r>
              <a:rPr lang="en-US" sz="1400" dirty="0"/>
              <a:t>The adapter's goal is to create a bipartite graph which separates the reviewers and the submissions, to be later handled by a max flow algorithm.</a:t>
            </a:r>
          </a:p>
          <a:p>
            <a:pPr indent="-228600">
              <a:lnSpc>
                <a:spcPct val="90000"/>
              </a:lnSpc>
              <a:spcAft>
                <a:spcPts val="600"/>
              </a:spcAft>
              <a:buFont typeface="Arial" panose="020B0604020202020204" pitchFamily="34" charset="0"/>
              <a:buChar char="•"/>
            </a:pPr>
            <a:endParaRPr lang="en-US" sz="1400" dirty="0"/>
          </a:p>
        </p:txBody>
      </p:sp>
      <p:sp>
        <p:nvSpPr>
          <p:cNvPr id="9" name="CaixaDeTexto 8">
            <a:extLst>
              <a:ext uri="{FF2B5EF4-FFF2-40B4-BE49-F238E27FC236}">
                <a16:creationId xmlns:a16="http://schemas.microsoft.com/office/drawing/2014/main" id="{1553947F-4190-5FD4-59DA-B1299253187C}"/>
              </a:ext>
            </a:extLst>
          </p:cNvPr>
          <p:cNvSpPr txBox="1"/>
          <p:nvPr/>
        </p:nvSpPr>
        <p:spPr>
          <a:xfrm>
            <a:off x="959205" y="5648802"/>
            <a:ext cx="6094268" cy="369332"/>
          </a:xfrm>
          <a:prstGeom prst="rect">
            <a:avLst/>
          </a:prstGeom>
          <a:noFill/>
        </p:spPr>
        <p:txBody>
          <a:bodyPr wrap="square">
            <a:spAutoFit/>
          </a:bodyPr>
          <a:lstStyle/>
          <a:p>
            <a:r>
              <a:rPr lang="en-US" sz="1800" dirty="0"/>
              <a:t>How it works</a:t>
            </a:r>
          </a:p>
        </p:txBody>
      </p:sp>
    </p:spTree>
    <p:extLst>
      <p:ext uri="{BB962C8B-B14F-4D97-AF65-F5344CB8AC3E}">
        <p14:creationId xmlns:p14="http://schemas.microsoft.com/office/powerpoint/2010/main" val="17454024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348891C-913C-D91A-AC83-BA50A0B772B8}"/>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8A4EA83-5F57-128B-CDB2-F2C07AE78ED5}"/>
              </a:ext>
            </a:extLst>
          </p:cNvPr>
          <p:cNvSpPr>
            <a:spLocks noGrp="1"/>
          </p:cNvSpPr>
          <p:nvPr>
            <p:ph type="ctrTitle"/>
          </p:nvPr>
        </p:nvSpPr>
        <p:spPr>
          <a:xfrm>
            <a:off x="793662" y="386930"/>
            <a:ext cx="10066122" cy="1298448"/>
          </a:xfrm>
          <a:custGeom>
            <a:avLst/>
            <a:gdLst>
              <a:gd name="csX0" fmla="*/ 0 w 10066122"/>
              <a:gd name="csY0" fmla="*/ 0 h 1298448"/>
              <a:gd name="csX1" fmla="*/ 10066122 w 10066122"/>
              <a:gd name="csY1" fmla="*/ 0 h 1298448"/>
              <a:gd name="csX2" fmla="*/ 10066122 w 10066122"/>
              <a:gd name="csY2" fmla="*/ 1298448 h 1298448"/>
              <a:gd name="csX3" fmla="*/ 0 w 10066122"/>
              <a:gd name="csY3" fmla="*/ 1298448 h 1298448"/>
              <a:gd name="csX4" fmla="*/ 0 w 10066122"/>
              <a:gd name="csY4" fmla="*/ 0 h 1298448"/>
            </a:gdLst>
            <a:ahLst/>
            <a:cxnLst>
              <a:cxn ang="0">
                <a:pos x="csX0" y="csY0"/>
              </a:cxn>
              <a:cxn ang="0">
                <a:pos x="csX1" y="csY1"/>
              </a:cxn>
              <a:cxn ang="0">
                <a:pos x="csX2" y="csY2"/>
              </a:cxn>
              <a:cxn ang="0">
                <a:pos x="csX3" y="csY3"/>
              </a:cxn>
              <a:cxn ang="0">
                <a:pos x="csX4" y="csY4"/>
              </a:cxn>
            </a:cxnLst>
            <a:rect l="l" t="t" r="r" b="b"/>
            <a:pathLst>
              <a:path w="10066122" h="1298448" fill="none" extrusionOk="0">
                <a:moveTo>
                  <a:pt x="0" y="0"/>
                </a:moveTo>
                <a:cubicBezTo>
                  <a:pt x="2910881" y="61690"/>
                  <a:pt x="7260915" y="-42733"/>
                  <a:pt x="10066122" y="0"/>
                </a:cubicBezTo>
                <a:cubicBezTo>
                  <a:pt x="10164567" y="606755"/>
                  <a:pt x="10158165" y="1131788"/>
                  <a:pt x="10066122" y="1298448"/>
                </a:cubicBezTo>
                <a:cubicBezTo>
                  <a:pt x="8324279" y="1191984"/>
                  <a:pt x="3668648" y="1403392"/>
                  <a:pt x="0" y="1298448"/>
                </a:cubicBezTo>
                <a:cubicBezTo>
                  <a:pt x="47629" y="947669"/>
                  <a:pt x="-21247" y="517356"/>
                  <a:pt x="0" y="0"/>
                </a:cubicBezTo>
                <a:close/>
              </a:path>
              <a:path w="10066122" h="1298448" stroke="0" extrusionOk="0">
                <a:moveTo>
                  <a:pt x="0" y="0"/>
                </a:moveTo>
                <a:cubicBezTo>
                  <a:pt x="4607387" y="-148419"/>
                  <a:pt x="7488964" y="37883"/>
                  <a:pt x="10066122" y="0"/>
                </a:cubicBezTo>
                <a:cubicBezTo>
                  <a:pt x="10152041" y="504433"/>
                  <a:pt x="10073492" y="1069429"/>
                  <a:pt x="10066122" y="1298448"/>
                </a:cubicBezTo>
                <a:cubicBezTo>
                  <a:pt x="7547746" y="1361684"/>
                  <a:pt x="2751300" y="1348675"/>
                  <a:pt x="0" y="1298448"/>
                </a:cubicBezTo>
                <a:cubicBezTo>
                  <a:pt x="55154" y="892957"/>
                  <a:pt x="-88910" y="165144"/>
                  <a:pt x="0" y="0"/>
                </a:cubicBezTo>
                <a:close/>
              </a:path>
            </a:pathLst>
          </a:custGeom>
          <a:solidFill>
            <a:schemeClr val="tx2">
              <a:lumMod val="10000"/>
              <a:lumOff val="90000"/>
            </a:schemeClr>
          </a:solidFill>
          <a:ln w="38100">
            <a:solidFill>
              <a:schemeClr val="accent1">
                <a:lumMod val="50000"/>
              </a:schemeClr>
            </a:solidFill>
            <a:extLst>
              <a:ext uri="{C807C97D-BFC1-408E-A445-0C87EB9F89A2}">
                <ask:lineSketchStyleProps xmlns:ask="http://schemas.microsoft.com/office/drawing/2018/sketchyshapes" sd="677769509">
                  <ask:type>
                    <ask:lineSketchCurved/>
                  </ask:type>
                </ask:lineSketchStyleProps>
              </a:ext>
            </a:extLst>
          </a:ln>
        </p:spPr>
        <p:txBody>
          <a:bodyPr vert="horz" lIns="91440" tIns="45720" rIns="91440" bIns="45720" rtlCol="0" anchor="b">
            <a:normAutofit/>
          </a:bodyPr>
          <a:lstStyle/>
          <a:p>
            <a:pPr algn="l"/>
            <a:r>
              <a:rPr lang="en-US" sz="4800" kern="1200" dirty="0">
                <a:solidFill>
                  <a:schemeClr val="tx1"/>
                </a:solidFill>
                <a:latin typeface="+mj-lt"/>
                <a:ea typeface="+mj-ea"/>
                <a:cs typeface="+mj-cs"/>
              </a:rPr>
              <a:t>Adapter</a:t>
            </a:r>
          </a:p>
        </p:txBody>
      </p:sp>
      <p:sp>
        <p:nvSpPr>
          <p:cNvPr id="14" name="Rectangle 13">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8" name="Diagrama 7">
            <a:extLst>
              <a:ext uri="{FF2B5EF4-FFF2-40B4-BE49-F238E27FC236}">
                <a16:creationId xmlns:a16="http://schemas.microsoft.com/office/drawing/2014/main" id="{A62BA3B3-F9AC-7015-63EA-DB462FA50144}"/>
              </a:ext>
            </a:extLst>
          </p:cNvPr>
          <p:cNvGraphicFramePr/>
          <p:nvPr>
            <p:extLst>
              <p:ext uri="{D42A27DB-BD31-4B8C-83A1-F6EECF244321}">
                <p14:modId xmlns:p14="http://schemas.microsoft.com/office/powerpoint/2010/main" val="185875104"/>
              </p:ext>
            </p:extLst>
          </p:nvPr>
        </p:nvGraphicFramePr>
        <p:xfrm>
          <a:off x="793661" y="2599509"/>
          <a:ext cx="4530898" cy="36394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7" name="Picture 6" descr="A screen shot of a computer code&#10;&#10;AI-generated content may be incorrect.">
            <a:extLst>
              <a:ext uri="{FF2B5EF4-FFF2-40B4-BE49-F238E27FC236}">
                <a16:creationId xmlns:a16="http://schemas.microsoft.com/office/drawing/2014/main" id="{99C87B0E-9A14-61F1-7A14-DFF4B23A370B}"/>
              </a:ext>
            </a:extLst>
          </p:cNvPr>
          <p:cNvPicPr>
            <a:picLocks noChangeAspect="1"/>
          </p:cNvPicPr>
          <p:nvPr/>
        </p:nvPicPr>
        <p:blipFill>
          <a:blip r:embed="rId7"/>
          <a:srcRect l="6295" t="-180" r="5569" b="617"/>
          <a:stretch>
            <a:fillRect/>
          </a:stretch>
        </p:blipFill>
        <p:spPr>
          <a:xfrm>
            <a:off x="5911532" y="3200873"/>
            <a:ext cx="5150277" cy="2281008"/>
          </a:xfrm>
          <a:prstGeom prst="rect">
            <a:avLst/>
          </a:prstGeom>
        </p:spPr>
      </p:pic>
      <p:sp>
        <p:nvSpPr>
          <p:cNvPr id="18" name="Rectangle 17">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968153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9255DF1-B46B-8990-D238-A361FE391945}"/>
            </a:ext>
          </a:extLst>
        </p:cNvPr>
        <p:cNvGrpSpPr/>
        <p:nvPr/>
      </p:nvGrpSpPr>
      <p:grpSpPr>
        <a:xfrm>
          <a:off x="0" y="0"/>
          <a:ext cx="0" cy="0"/>
          <a:chOff x="0" y="0"/>
          <a:chExt cx="0" cy="0"/>
        </a:xfrm>
      </p:grpSpPr>
      <p:sp useBgFill="1">
        <p:nvSpPr>
          <p:cNvPr id="11" name="Slide Background">
            <a:extLst>
              <a:ext uri="{FF2B5EF4-FFF2-40B4-BE49-F238E27FC236}">
                <a16:creationId xmlns:a16="http://schemas.microsoft.com/office/drawing/2014/main" id="{FE1EC756-41E9-4FD6-AD48-EF46A28137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3" name="Rectangle 12">
            <a:extLst>
              <a:ext uri="{FF2B5EF4-FFF2-40B4-BE49-F238E27FC236}">
                <a16:creationId xmlns:a16="http://schemas.microsoft.com/office/drawing/2014/main" id="{E66F6371-9EA5-9354-29DC-1D07B921F7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4290"/>
            <a:ext cx="12192000" cy="1733407"/>
          </a:xfrm>
          <a:prstGeom prst="rect">
            <a:avLst/>
          </a:prstGeom>
          <a:ln>
            <a:noFill/>
          </a:ln>
          <a:effectLst>
            <a:outerShdw blurRad="254000" dist="38100" dir="5460000" sx="94000" sy="94000" algn="t" rotWithShape="0">
              <a:srgbClr val="000000">
                <a:alpha val="3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BB343F0-A31D-AC6E-F9B8-8744EC855060}"/>
              </a:ext>
            </a:extLst>
          </p:cNvPr>
          <p:cNvSpPr>
            <a:spLocks noGrp="1"/>
          </p:cNvSpPr>
          <p:nvPr>
            <p:ph type="ctrTitle"/>
          </p:nvPr>
        </p:nvSpPr>
        <p:spPr>
          <a:xfrm>
            <a:off x="761995" y="307446"/>
            <a:ext cx="10693884" cy="1325823"/>
          </a:xfrm>
          <a:solidFill>
            <a:schemeClr val="accent3">
              <a:lumMod val="40000"/>
              <a:lumOff val="60000"/>
            </a:schemeClr>
          </a:solidFill>
        </p:spPr>
        <p:txBody>
          <a:bodyPr vert="horz" lIns="91440" tIns="45720" rIns="91440" bIns="45720" rtlCol="0" anchor="ctr">
            <a:normAutofit/>
          </a:bodyPr>
          <a:lstStyle/>
          <a:p>
            <a:pPr algn="l"/>
            <a:r>
              <a:rPr lang="en-US" sz="4000" kern="1200" dirty="0">
                <a:solidFill>
                  <a:schemeClr val="tx1"/>
                </a:solidFill>
                <a:latin typeface="+mj-lt"/>
                <a:ea typeface="+mj-ea"/>
                <a:cs typeface="+mj-cs"/>
              </a:rPr>
              <a:t>				        Adapter </a:t>
            </a:r>
          </a:p>
        </p:txBody>
      </p:sp>
      <p:pic>
        <p:nvPicPr>
          <p:cNvPr id="5" name="Picture 4" descr="A screen shot of a computer code&#10;&#10;AI-generated content may be incorrect.">
            <a:extLst>
              <a:ext uri="{FF2B5EF4-FFF2-40B4-BE49-F238E27FC236}">
                <a16:creationId xmlns:a16="http://schemas.microsoft.com/office/drawing/2014/main" id="{EB584121-9255-CB31-D35A-21599C140F2C}"/>
              </a:ext>
            </a:extLst>
          </p:cNvPr>
          <p:cNvPicPr>
            <a:picLocks noChangeAspect="1"/>
          </p:cNvPicPr>
          <p:nvPr/>
        </p:nvPicPr>
        <p:blipFill>
          <a:blip r:embed="rId2"/>
          <a:stretch>
            <a:fillRect/>
          </a:stretch>
        </p:blipFill>
        <p:spPr>
          <a:xfrm>
            <a:off x="754954" y="2357888"/>
            <a:ext cx="5767290" cy="3775494"/>
          </a:xfrm>
          <a:prstGeom prst="rect">
            <a:avLst/>
          </a:prstGeom>
        </p:spPr>
      </p:pic>
      <p:graphicFrame>
        <p:nvGraphicFramePr>
          <p:cNvPr id="6" name="Diagrama 5">
            <a:extLst>
              <a:ext uri="{FF2B5EF4-FFF2-40B4-BE49-F238E27FC236}">
                <a16:creationId xmlns:a16="http://schemas.microsoft.com/office/drawing/2014/main" id="{70570AA8-DEB0-B047-E33A-111568424A49}"/>
              </a:ext>
            </a:extLst>
          </p:cNvPr>
          <p:cNvGraphicFramePr/>
          <p:nvPr>
            <p:extLst>
              <p:ext uri="{D42A27DB-BD31-4B8C-83A1-F6EECF244321}">
                <p14:modId xmlns:p14="http://schemas.microsoft.com/office/powerpoint/2010/main" val="4046722471"/>
              </p:ext>
            </p:extLst>
          </p:nvPr>
        </p:nvGraphicFramePr>
        <p:xfrm>
          <a:off x="6733308" y="1940715"/>
          <a:ext cx="4966856" cy="473024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9" name="Subtitle 2">
            <a:extLst>
              <a:ext uri="{FF2B5EF4-FFF2-40B4-BE49-F238E27FC236}">
                <a16:creationId xmlns:a16="http://schemas.microsoft.com/office/drawing/2014/main" id="{4F2B9FE3-05C7-F023-B215-C2F142A8D4B3}"/>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dirty="0"/>
              <a:t>How it works</a:t>
            </a:r>
          </a:p>
        </p:txBody>
      </p:sp>
    </p:spTree>
    <p:extLst>
      <p:ext uri="{BB962C8B-B14F-4D97-AF65-F5344CB8AC3E}">
        <p14:creationId xmlns:p14="http://schemas.microsoft.com/office/powerpoint/2010/main" val="1631993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9D29DE4-3A0C-72D8-2F8B-5549AE836AAA}"/>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1E214AA7-F028-4A0D-8698-61AEC754D1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1598340"/>
          </a:xfrm>
          <a:prstGeom prst="rect">
            <a:avLst/>
          </a:prstGeom>
          <a:solidFill>
            <a:srgbClr val="5959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5E6B4E83-6EAD-6541-A5FA-19CB0EE0060E}"/>
              </a:ext>
            </a:extLst>
          </p:cNvPr>
          <p:cNvSpPr>
            <a:spLocks noGrp="1"/>
          </p:cNvSpPr>
          <p:nvPr>
            <p:ph type="ctrTitle"/>
          </p:nvPr>
        </p:nvSpPr>
        <p:spPr>
          <a:xfrm>
            <a:off x="1159933" y="995318"/>
            <a:ext cx="9872134" cy="1193968"/>
          </a:xfrm>
          <a:custGeom>
            <a:avLst/>
            <a:gdLst>
              <a:gd name="csX0" fmla="*/ 0 w 9872134"/>
              <a:gd name="csY0" fmla="*/ 0 h 1193968"/>
              <a:gd name="csX1" fmla="*/ 9872134 w 9872134"/>
              <a:gd name="csY1" fmla="*/ 0 h 1193968"/>
              <a:gd name="csX2" fmla="*/ 9872134 w 9872134"/>
              <a:gd name="csY2" fmla="*/ 1193968 h 1193968"/>
              <a:gd name="csX3" fmla="*/ 0 w 9872134"/>
              <a:gd name="csY3" fmla="*/ 1193968 h 1193968"/>
              <a:gd name="csX4" fmla="*/ 0 w 9872134"/>
              <a:gd name="csY4" fmla="*/ 0 h 1193968"/>
            </a:gdLst>
            <a:ahLst/>
            <a:cxnLst>
              <a:cxn ang="0">
                <a:pos x="csX0" y="csY0"/>
              </a:cxn>
              <a:cxn ang="0">
                <a:pos x="csX1" y="csY1"/>
              </a:cxn>
              <a:cxn ang="0">
                <a:pos x="csX2" y="csY2"/>
              </a:cxn>
              <a:cxn ang="0">
                <a:pos x="csX3" y="csY3"/>
              </a:cxn>
              <a:cxn ang="0">
                <a:pos x="csX4" y="csY4"/>
              </a:cxn>
            </a:cxnLst>
            <a:rect l="l" t="t" r="r" b="b"/>
            <a:pathLst>
              <a:path w="9872134" h="1193968" fill="none" extrusionOk="0">
                <a:moveTo>
                  <a:pt x="0" y="0"/>
                </a:moveTo>
                <a:cubicBezTo>
                  <a:pt x="1322130" y="119774"/>
                  <a:pt x="8288333" y="3812"/>
                  <a:pt x="9872134" y="0"/>
                </a:cubicBezTo>
                <a:cubicBezTo>
                  <a:pt x="9917481" y="569766"/>
                  <a:pt x="9819214" y="662768"/>
                  <a:pt x="9872134" y="1193968"/>
                </a:cubicBezTo>
                <a:cubicBezTo>
                  <a:pt x="5687206" y="1167544"/>
                  <a:pt x="1767178" y="1239145"/>
                  <a:pt x="0" y="1193968"/>
                </a:cubicBezTo>
                <a:cubicBezTo>
                  <a:pt x="-106877" y="866264"/>
                  <a:pt x="57071" y="333651"/>
                  <a:pt x="0" y="0"/>
                </a:cubicBezTo>
                <a:close/>
              </a:path>
              <a:path w="9872134" h="1193968" stroke="0" extrusionOk="0">
                <a:moveTo>
                  <a:pt x="0" y="0"/>
                </a:moveTo>
                <a:cubicBezTo>
                  <a:pt x="4618369" y="28861"/>
                  <a:pt x="7167787" y="-168762"/>
                  <a:pt x="9872134" y="0"/>
                </a:cubicBezTo>
                <a:cubicBezTo>
                  <a:pt x="9860282" y="577371"/>
                  <a:pt x="9849034" y="781069"/>
                  <a:pt x="9872134" y="1193968"/>
                </a:cubicBezTo>
                <a:cubicBezTo>
                  <a:pt x="7148618" y="1182553"/>
                  <a:pt x="4770562" y="1111500"/>
                  <a:pt x="0" y="1193968"/>
                </a:cubicBezTo>
                <a:cubicBezTo>
                  <a:pt x="95140" y="893011"/>
                  <a:pt x="19436" y="133329"/>
                  <a:pt x="0" y="0"/>
                </a:cubicBezTo>
                <a:close/>
              </a:path>
            </a:pathLst>
          </a:custGeom>
          <a:solidFill>
            <a:schemeClr val="bg2">
              <a:lumMod val="25000"/>
              <a:lumOff val="75000"/>
            </a:schemeClr>
          </a:solidFill>
          <a:ln w="57150">
            <a:solidFill>
              <a:srgbClr val="7F7F7F"/>
            </a:solidFill>
            <a:miter lim="800000"/>
            <a:extLst>
              <a:ext uri="{C807C97D-BFC1-408E-A445-0C87EB9F89A2}">
                <ask:lineSketchStyleProps xmlns:ask="http://schemas.microsoft.com/office/drawing/2018/sketchyshapes" sd="417420128">
                  <ask:type>
                    <ask:lineSketchCurved/>
                  </ask:type>
                </ask:lineSketchStyleProps>
              </a:ext>
            </a:extLst>
          </a:ln>
        </p:spPr>
        <p:txBody>
          <a:bodyPr vert="horz" lIns="91440" tIns="45720" rIns="91440" bIns="45720" rtlCol="0" anchor="ctr">
            <a:normAutofit/>
          </a:bodyPr>
          <a:lstStyle/>
          <a:p>
            <a:r>
              <a:rPr lang="en-US" sz="3600" kern="1200" dirty="0">
                <a:solidFill>
                  <a:srgbClr val="3F3F3F"/>
                </a:solidFill>
                <a:latin typeface="+mj-lt"/>
                <a:ea typeface="+mj-ea"/>
                <a:cs typeface="+mj-cs"/>
              </a:rPr>
              <a:t>Adapter</a:t>
            </a:r>
          </a:p>
        </p:txBody>
      </p:sp>
      <p:sp>
        <p:nvSpPr>
          <p:cNvPr id="3" name="Subtitle 2">
            <a:extLst>
              <a:ext uri="{FF2B5EF4-FFF2-40B4-BE49-F238E27FC236}">
                <a16:creationId xmlns:a16="http://schemas.microsoft.com/office/drawing/2014/main" id="{67DB347F-B79C-108A-0EEF-BE43CC242DF8}"/>
              </a:ext>
            </a:extLst>
          </p:cNvPr>
          <p:cNvSpPr>
            <a:spLocks noGrp="1"/>
          </p:cNvSpPr>
          <p:nvPr>
            <p:ph type="subTitle" idx="1"/>
          </p:nvPr>
        </p:nvSpPr>
        <p:spPr>
          <a:xfrm>
            <a:off x="4612342" y="1789791"/>
            <a:ext cx="4297351" cy="2959777"/>
          </a:xfrm>
        </p:spPr>
        <p:txBody>
          <a:bodyPr vert="horz" lIns="91440" tIns="45720" rIns="91440" bIns="45720" rtlCol="0" anchor="t">
            <a:normAutofit/>
          </a:bodyPr>
          <a:lstStyle/>
          <a:p>
            <a:pPr algn="l"/>
            <a:r>
              <a:rPr lang="en-US" sz="2000" dirty="0">
                <a:solidFill>
                  <a:schemeClr val="bg1"/>
                </a:solidFill>
              </a:rPr>
              <a:t>What it  is responsible for</a:t>
            </a:r>
          </a:p>
        </p:txBody>
      </p:sp>
      <p:cxnSp>
        <p:nvCxnSpPr>
          <p:cNvPr id="11" name="Straight Connector 10">
            <a:extLst>
              <a:ext uri="{FF2B5EF4-FFF2-40B4-BE49-F238E27FC236}">
                <a16:creationId xmlns:a16="http://schemas.microsoft.com/office/drawing/2014/main" id="{D6206FDC-2777-4D7F-AF9C-73413DA664C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096000" y="2888250"/>
            <a:ext cx="0" cy="2769135"/>
          </a:xfrm>
          <a:prstGeom prst="line">
            <a:avLst/>
          </a:prstGeom>
          <a:ln w="19050">
            <a:solidFill>
              <a:srgbClr val="7F7F7F"/>
            </a:solidFill>
          </a:ln>
        </p:spPr>
        <p:style>
          <a:lnRef idx="1">
            <a:schemeClr val="accent1"/>
          </a:lnRef>
          <a:fillRef idx="0">
            <a:schemeClr val="accent1"/>
          </a:fillRef>
          <a:effectRef idx="0">
            <a:schemeClr val="accent1"/>
          </a:effectRef>
          <a:fontRef idx="minor">
            <a:schemeClr val="tx1"/>
          </a:fontRef>
        </p:style>
      </p:cxnSp>
      <p:graphicFrame>
        <p:nvGraphicFramePr>
          <p:cNvPr id="5" name="TextBox 3">
            <a:extLst>
              <a:ext uri="{FF2B5EF4-FFF2-40B4-BE49-F238E27FC236}">
                <a16:creationId xmlns:a16="http://schemas.microsoft.com/office/drawing/2014/main" id="{055542E1-6E71-CA64-B5BA-372875A904E9}"/>
              </a:ext>
            </a:extLst>
          </p:cNvPr>
          <p:cNvGraphicFramePr/>
          <p:nvPr>
            <p:extLst>
              <p:ext uri="{D42A27DB-BD31-4B8C-83A1-F6EECF244321}">
                <p14:modId xmlns:p14="http://schemas.microsoft.com/office/powerpoint/2010/main" val="1666441945"/>
              </p:ext>
            </p:extLst>
          </p:nvPr>
        </p:nvGraphicFramePr>
        <p:xfrm>
          <a:off x="838200" y="2189286"/>
          <a:ext cx="10515600" cy="435254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62674041"/>
      </p:ext>
    </p:extLst>
  </p:cSld>
  <p:clrMapOvr>
    <a:overrideClrMapping bg1="dk1" tx1="lt1" bg2="dk2" tx2="lt2" accent1="accent1" accent2="accent2" accent3="accent3" accent4="accent4" accent5="accent5" accent6="accent6" hlink="hlink" folHlink="folHlink"/>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360271E-1B06-29DE-E421-F450D3A935B8}"/>
            </a:ext>
          </a:extLst>
        </p:cNvPr>
        <p:cNvGrpSpPr/>
        <p:nvPr/>
      </p:nvGrpSpPr>
      <p:grpSpPr>
        <a:xfrm>
          <a:off x="0" y="0"/>
          <a:ext cx="0" cy="0"/>
          <a:chOff x="0" y="0"/>
          <a:chExt cx="0" cy="0"/>
        </a:xfrm>
      </p:grpSpPr>
      <p:sp>
        <p:nvSpPr>
          <p:cNvPr id="14" name="Rectangle 8">
            <a:extLst>
              <a:ext uri="{FF2B5EF4-FFF2-40B4-BE49-F238E27FC236}">
                <a16:creationId xmlns:a16="http://schemas.microsoft.com/office/drawing/2014/main" id="{428D436F-9ACD-4C92-AFC8-C934C527A6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6000" cy="6858000"/>
          </a:xfrm>
          <a:prstGeom prst="rect">
            <a:avLst/>
          </a:prstGeom>
          <a:solidFill>
            <a:schemeClr val="tx1">
              <a:alpha val="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0">
            <a:extLst>
              <a:ext uri="{FF2B5EF4-FFF2-40B4-BE49-F238E27FC236}">
                <a16:creationId xmlns:a16="http://schemas.microsoft.com/office/drawing/2014/main" id="{090538E0-A884-4E60-A6AB-77D830E2FC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53478" y="0"/>
            <a:ext cx="465738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4B76DA3-4255-23CB-7AF4-23D99EE1F7E2}"/>
              </a:ext>
            </a:extLst>
          </p:cNvPr>
          <p:cNvSpPr>
            <a:spLocks noGrp="1"/>
          </p:cNvSpPr>
          <p:nvPr>
            <p:ph type="ctrTitle"/>
          </p:nvPr>
        </p:nvSpPr>
        <p:spPr>
          <a:xfrm>
            <a:off x="1901162" y="3050434"/>
            <a:ext cx="3722933" cy="757130"/>
          </a:xfrm>
          <a:ln w="25400" cap="sq">
            <a:solidFill>
              <a:srgbClr val="FFFFFF"/>
            </a:solidFill>
            <a:miter lim="800000"/>
          </a:ln>
        </p:spPr>
        <p:txBody>
          <a:bodyPr vert="horz" wrap="square" lIns="91440" tIns="45720" rIns="91440" bIns="45720" rtlCol="0" anchor="ctr">
            <a:normAutofit/>
          </a:bodyPr>
          <a:lstStyle/>
          <a:p>
            <a:r>
              <a:rPr lang="en-US" sz="2800" kern="1200">
                <a:solidFill>
                  <a:srgbClr val="FFFFFF"/>
                </a:solidFill>
                <a:latin typeface="+mj-lt"/>
                <a:ea typeface="+mj-ea"/>
                <a:cs typeface="+mj-cs"/>
              </a:rPr>
              <a:t>Adapter</a:t>
            </a:r>
          </a:p>
        </p:txBody>
      </p:sp>
      <p:sp>
        <p:nvSpPr>
          <p:cNvPr id="13" name="Rectangle 12">
            <a:extLst>
              <a:ext uri="{FF2B5EF4-FFF2-40B4-BE49-F238E27FC236}">
                <a16:creationId xmlns:a16="http://schemas.microsoft.com/office/drawing/2014/main" id="{DB0D7DD0-1C67-4D4C-9E06-678233DB84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453478" cy="6858000"/>
          </a:xfrm>
          <a:prstGeom prst="rect">
            <a:avLst/>
          </a:prstGeom>
          <a:solidFill>
            <a:srgbClr val="40404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a:extLst>
              <a:ext uri="{FF2B5EF4-FFF2-40B4-BE49-F238E27FC236}">
                <a16:creationId xmlns:a16="http://schemas.microsoft.com/office/drawing/2014/main" id="{983D336A-E6EA-E481-FBB6-76DD154B590A}"/>
              </a:ext>
            </a:extLst>
          </p:cNvPr>
          <p:cNvSpPr>
            <a:spLocks noGrp="1"/>
          </p:cNvSpPr>
          <p:nvPr>
            <p:ph type="subTitle" idx="1"/>
          </p:nvPr>
        </p:nvSpPr>
        <p:spPr>
          <a:xfrm>
            <a:off x="6574536" y="640080"/>
            <a:ext cx="5053066" cy="2546604"/>
          </a:xfrm>
        </p:spPr>
        <p:txBody>
          <a:bodyPr vert="horz" lIns="91440" tIns="45720" rIns="91440" bIns="45720" rtlCol="0">
            <a:normAutofit/>
          </a:bodyPr>
          <a:lstStyle/>
          <a:p>
            <a:pPr indent="-228600" algn="l">
              <a:buFont typeface="Arial" panose="020B0604020202020204" pitchFamily="34" charset="0"/>
              <a:buChar char="•"/>
            </a:pPr>
            <a:endParaRPr lang="en-US" sz="2000" dirty="0"/>
          </a:p>
          <a:p>
            <a:pPr indent="-228600" algn="l">
              <a:buFont typeface="Arial" panose="020B0604020202020204" pitchFamily="34" charset="0"/>
              <a:buChar char="•"/>
            </a:pPr>
            <a:endParaRPr lang="en-US" sz="2000" dirty="0"/>
          </a:p>
          <a:p>
            <a:pPr indent="-228600" algn="l">
              <a:buFont typeface="Arial" panose="020B0604020202020204" pitchFamily="34" charset="0"/>
              <a:buChar char="•"/>
            </a:pPr>
            <a:endParaRPr lang="en-US" sz="2000" dirty="0"/>
          </a:p>
          <a:p>
            <a:pPr indent="-228600" algn="l">
              <a:buFont typeface="Arial" panose="020B0604020202020204" pitchFamily="34" charset="0"/>
              <a:buChar char="•"/>
            </a:pPr>
            <a:endParaRPr lang="en-US" sz="2000" dirty="0"/>
          </a:p>
          <a:p>
            <a:pPr indent="-228600" algn="l">
              <a:buFont typeface="Arial" panose="020B0604020202020204" pitchFamily="34" charset="0"/>
              <a:buChar char="•"/>
            </a:pPr>
            <a:endParaRPr lang="en-US" sz="2000" dirty="0"/>
          </a:p>
          <a:p>
            <a:pPr algn="l"/>
            <a:r>
              <a:rPr lang="en-US" sz="2000" dirty="0"/>
              <a:t>Time complexity</a:t>
            </a:r>
          </a:p>
        </p:txBody>
      </p:sp>
      <p:sp>
        <p:nvSpPr>
          <p:cNvPr id="4" name="TextBox 3">
            <a:extLst>
              <a:ext uri="{FF2B5EF4-FFF2-40B4-BE49-F238E27FC236}">
                <a16:creationId xmlns:a16="http://schemas.microsoft.com/office/drawing/2014/main" id="{57994E19-E3EA-D48B-B526-92A4270EFC53}"/>
              </a:ext>
            </a:extLst>
          </p:cNvPr>
          <p:cNvSpPr txBox="1"/>
          <p:nvPr/>
        </p:nvSpPr>
        <p:spPr>
          <a:xfrm>
            <a:off x="6570204" y="3186684"/>
            <a:ext cx="5057398" cy="2546605"/>
          </a:xfrm>
          <a:prstGeom prst="rect">
            <a:avLst/>
          </a:prstGeom>
        </p:spPr>
        <p:txBody>
          <a:bodyPr rot="0" spcFirstLastPara="0" vertOverflow="overflow" horzOverflow="overflow" vert="horz" lIns="91440" tIns="45720" rIns="91440" bIns="45720" numCol="1" spcCol="0" rtlCol="0" fromWordArt="0" anchorCtr="0" forceAA="0" compatLnSpc="1">
            <a:prstTxWarp prst="textNoShape">
              <a:avLst/>
            </a:prstTxWarp>
            <a:normAutofit/>
          </a:bodyPr>
          <a:lstStyle/>
          <a:p>
            <a:pPr indent="-228600">
              <a:lnSpc>
                <a:spcPct val="90000"/>
              </a:lnSpc>
              <a:spcAft>
                <a:spcPts val="600"/>
              </a:spcAft>
              <a:buFont typeface="Arial" panose="020B0604020202020204" pitchFamily="34" charset="0"/>
              <a:buChar char="•"/>
            </a:pPr>
            <a:r>
              <a:rPr lang="en-US" sz="2000" dirty="0"/>
              <a:t>Because it creates the graph, the time complexity is O(V + E) </a:t>
            </a:r>
          </a:p>
          <a:p>
            <a:pPr indent="-228600">
              <a:lnSpc>
                <a:spcPct val="90000"/>
              </a:lnSpc>
              <a:spcAft>
                <a:spcPts val="600"/>
              </a:spcAft>
              <a:buFont typeface="Arial" panose="020B0604020202020204" pitchFamily="34" charset="0"/>
              <a:buChar char="•"/>
            </a:pPr>
            <a:r>
              <a:rPr lang="en-US" sz="2000" dirty="0"/>
              <a:t>V: number of vertices </a:t>
            </a:r>
          </a:p>
          <a:p>
            <a:pPr indent="-228600">
              <a:lnSpc>
                <a:spcPct val="90000"/>
              </a:lnSpc>
              <a:spcAft>
                <a:spcPts val="600"/>
              </a:spcAft>
              <a:buFont typeface="Arial" panose="020B0604020202020204" pitchFamily="34" charset="0"/>
              <a:buChar char="•"/>
            </a:pPr>
            <a:r>
              <a:rPr lang="en-US" sz="2000" dirty="0"/>
              <a:t>E: number of edges</a:t>
            </a:r>
          </a:p>
          <a:p>
            <a:pPr indent="-228600">
              <a:lnSpc>
                <a:spcPct val="90000"/>
              </a:lnSpc>
              <a:spcAft>
                <a:spcPts val="600"/>
              </a:spcAft>
              <a:buFont typeface="Arial" panose="020B0604020202020204" pitchFamily="34" charset="0"/>
              <a:buChar char="•"/>
            </a:pPr>
            <a:endParaRPr lang="en-US" sz="2000" dirty="0"/>
          </a:p>
          <a:p>
            <a:pPr indent="-228600">
              <a:lnSpc>
                <a:spcPct val="90000"/>
              </a:lnSpc>
              <a:spcAft>
                <a:spcPts val="600"/>
              </a:spcAft>
              <a:buFont typeface="Arial" panose="020B0604020202020204" pitchFamily="34" charset="0"/>
              <a:buChar char="•"/>
            </a:pPr>
            <a:endParaRPr lang="en-US" sz="2000" dirty="0"/>
          </a:p>
        </p:txBody>
      </p:sp>
    </p:spTree>
    <p:extLst>
      <p:ext uri="{BB962C8B-B14F-4D97-AF65-F5344CB8AC3E}">
        <p14:creationId xmlns:p14="http://schemas.microsoft.com/office/powerpoint/2010/main" val="10469226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01A847A-39EF-EF68-E71F-35A83A65F963}"/>
            </a:ext>
          </a:extLst>
        </p:cNvPr>
        <p:cNvGrpSpPr/>
        <p:nvPr/>
      </p:nvGrpSpPr>
      <p:grpSpPr>
        <a:xfrm>
          <a:off x="0" y="0"/>
          <a:ext cx="0" cy="0"/>
          <a:chOff x="0" y="0"/>
          <a:chExt cx="0" cy="0"/>
        </a:xfrm>
      </p:grpSpPr>
      <p:sp>
        <p:nvSpPr>
          <p:cNvPr id="43" name="Rectangle 42">
            <a:extLst>
              <a:ext uri="{FF2B5EF4-FFF2-40B4-BE49-F238E27FC236}">
                <a16:creationId xmlns:a16="http://schemas.microsoft.com/office/drawing/2014/main" id="{9228552E-C8B1-4A80-8448-0787CE0FC7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9" name="Picture 38">
            <a:extLst>
              <a:ext uri="{FF2B5EF4-FFF2-40B4-BE49-F238E27FC236}">
                <a16:creationId xmlns:a16="http://schemas.microsoft.com/office/drawing/2014/main" id="{B1D604B3-B0AA-4F06-10D7-A45B9ED45832}"/>
              </a:ext>
            </a:extLst>
          </p:cNvPr>
          <p:cNvPicPr>
            <a:picLocks noChangeAspect="1"/>
          </p:cNvPicPr>
          <p:nvPr/>
        </p:nvPicPr>
        <p:blipFill>
          <a:blip r:embed="rId2">
            <a:alphaModFix amt="35000"/>
          </a:blip>
          <a:srcRect t="17582"/>
          <a:stretch>
            <a:fillRect/>
          </a:stretch>
        </p:blipFill>
        <p:spPr>
          <a:xfrm>
            <a:off x="20" y="10"/>
            <a:ext cx="12191980" cy="6857990"/>
          </a:xfrm>
          <a:prstGeom prst="rect">
            <a:avLst/>
          </a:prstGeom>
        </p:spPr>
      </p:pic>
      <p:sp>
        <p:nvSpPr>
          <p:cNvPr id="2" name="Title 1">
            <a:extLst>
              <a:ext uri="{FF2B5EF4-FFF2-40B4-BE49-F238E27FC236}">
                <a16:creationId xmlns:a16="http://schemas.microsoft.com/office/drawing/2014/main" id="{6E9C128F-2B08-38B0-2242-27A361769B10}"/>
              </a:ext>
            </a:extLst>
          </p:cNvPr>
          <p:cNvSpPr>
            <a:spLocks noGrp="1"/>
          </p:cNvSpPr>
          <p:nvPr>
            <p:ph type="ctrTitle"/>
          </p:nvPr>
        </p:nvSpPr>
        <p:spPr>
          <a:xfrm>
            <a:off x="838200" y="365125"/>
            <a:ext cx="10515600" cy="1325563"/>
          </a:xfrm>
        </p:spPr>
        <p:txBody>
          <a:bodyPr vert="horz" lIns="91440" tIns="45720" rIns="91440" bIns="45720" rtlCol="0" anchor="ctr">
            <a:normAutofit/>
          </a:bodyPr>
          <a:lstStyle/>
          <a:p>
            <a:pPr algn="l"/>
            <a:r>
              <a:rPr lang="en-US" sz="4400" dirty="0" err="1">
                <a:solidFill>
                  <a:srgbClr val="FFFFFF"/>
                </a:solidFill>
              </a:rPr>
              <a:t>MaxFlow</a:t>
            </a:r>
            <a:r>
              <a:rPr lang="en-US" sz="4400" dirty="0">
                <a:solidFill>
                  <a:srgbClr val="FFFFFF"/>
                </a:solidFill>
              </a:rPr>
              <a:t> </a:t>
            </a:r>
            <a:br>
              <a:rPr lang="en-US" sz="4400" dirty="0">
                <a:solidFill>
                  <a:srgbClr val="FFFFFF"/>
                </a:solidFill>
              </a:rPr>
            </a:br>
            <a:r>
              <a:rPr lang="en-US" sz="2800" dirty="0">
                <a:solidFill>
                  <a:srgbClr val="FFFFFF"/>
                </a:solidFill>
              </a:rPr>
              <a:t>How it works</a:t>
            </a:r>
            <a:endParaRPr lang="en-US" sz="4400" dirty="0">
              <a:solidFill>
                <a:srgbClr val="FFFFFF"/>
              </a:solidFill>
            </a:endParaRPr>
          </a:p>
        </p:txBody>
      </p:sp>
      <p:graphicFrame>
        <p:nvGraphicFramePr>
          <p:cNvPr id="21" name="TextBox 3">
            <a:extLst>
              <a:ext uri="{FF2B5EF4-FFF2-40B4-BE49-F238E27FC236}">
                <a16:creationId xmlns:a16="http://schemas.microsoft.com/office/drawing/2014/main" id="{DE1CCC52-19DB-5932-E486-08748C76F695}"/>
              </a:ext>
            </a:extLst>
          </p:cNvPr>
          <p:cNvGraphicFramePr/>
          <p:nvPr>
            <p:extLst>
              <p:ext uri="{D42A27DB-BD31-4B8C-83A1-F6EECF244321}">
                <p14:modId xmlns:p14="http://schemas.microsoft.com/office/powerpoint/2010/main" val="1625039633"/>
              </p:ext>
            </p:extLst>
          </p:nvPr>
        </p:nvGraphicFramePr>
        <p:xfrm>
          <a:off x="301335" y="1444336"/>
          <a:ext cx="11637819" cy="51435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076943536"/>
      </p:ext>
    </p:extLst>
  </p:cSld>
  <p:clrMapOvr>
    <a:overrideClrMapping bg1="dk1" tx1="lt1" bg2="dk2" tx2="lt2" accent1="accent1" accent2="accent2" accent3="accent3" accent4="accent4" accent5="accent5" accent6="accent6" hlink="hlink" folHlink="folHlink"/>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1A9F7B4E-B03D-4F64-BE33-00D074458D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F1D87F6A-8E20-BFD1-4865-055E288B4412}"/>
              </a:ext>
            </a:extLst>
          </p:cNvPr>
          <p:cNvSpPr>
            <a:spLocks noGrp="1"/>
          </p:cNvSpPr>
          <p:nvPr>
            <p:ph type="title"/>
          </p:nvPr>
        </p:nvSpPr>
        <p:spPr>
          <a:xfrm>
            <a:off x="838200" y="365125"/>
            <a:ext cx="10515600" cy="1325563"/>
          </a:xfrm>
        </p:spPr>
        <p:txBody>
          <a:bodyPr>
            <a:normAutofit/>
          </a:bodyPr>
          <a:lstStyle/>
          <a:p>
            <a:r>
              <a:rPr lang="pt-PT" sz="5400">
                <a:solidFill>
                  <a:schemeClr val="bg1"/>
                </a:solidFill>
              </a:rPr>
              <a:t>	Max Flow – How it works</a:t>
            </a:r>
          </a:p>
        </p:txBody>
      </p:sp>
      <p:sp>
        <p:nvSpPr>
          <p:cNvPr id="15" name="sketchy line">
            <a:extLst>
              <a:ext uri="{FF2B5EF4-FFF2-40B4-BE49-F238E27FC236}">
                <a16:creationId xmlns:a16="http://schemas.microsoft.com/office/drawing/2014/main" id="{7E2BE7F7-CA89-4002-ACCE-A478AEA24F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4399" y="1681544"/>
            <a:ext cx="9692640" cy="18288"/>
          </a:xfrm>
          <a:custGeom>
            <a:avLst/>
            <a:gdLst>
              <a:gd name="csX0" fmla="*/ 0 w 9692640"/>
              <a:gd name="csY0" fmla="*/ 0 h 18288"/>
              <a:gd name="csX1" fmla="*/ 401552 w 9692640"/>
              <a:gd name="csY1" fmla="*/ 0 h 18288"/>
              <a:gd name="csX2" fmla="*/ 996957 w 9692640"/>
              <a:gd name="csY2" fmla="*/ 0 h 18288"/>
              <a:gd name="csX3" fmla="*/ 1398509 w 9692640"/>
              <a:gd name="csY3" fmla="*/ 0 h 18288"/>
              <a:gd name="csX4" fmla="*/ 2090841 w 9692640"/>
              <a:gd name="csY4" fmla="*/ 0 h 18288"/>
              <a:gd name="csX5" fmla="*/ 2686246 w 9692640"/>
              <a:gd name="csY5" fmla="*/ 0 h 18288"/>
              <a:gd name="csX6" fmla="*/ 3475504 w 9692640"/>
              <a:gd name="csY6" fmla="*/ 0 h 18288"/>
              <a:gd name="csX7" fmla="*/ 4361688 w 9692640"/>
              <a:gd name="csY7" fmla="*/ 0 h 18288"/>
              <a:gd name="csX8" fmla="*/ 5054019 w 9692640"/>
              <a:gd name="csY8" fmla="*/ 0 h 18288"/>
              <a:gd name="csX9" fmla="*/ 5940204 w 9692640"/>
              <a:gd name="csY9" fmla="*/ 0 h 18288"/>
              <a:gd name="csX10" fmla="*/ 6632535 w 9692640"/>
              <a:gd name="csY10" fmla="*/ 0 h 18288"/>
              <a:gd name="csX11" fmla="*/ 7034087 w 9692640"/>
              <a:gd name="csY11" fmla="*/ 0 h 18288"/>
              <a:gd name="csX12" fmla="*/ 7532566 w 9692640"/>
              <a:gd name="csY12" fmla="*/ 0 h 18288"/>
              <a:gd name="csX13" fmla="*/ 8418750 w 9692640"/>
              <a:gd name="csY13" fmla="*/ 0 h 18288"/>
              <a:gd name="csX14" fmla="*/ 9692640 w 9692640"/>
              <a:gd name="csY14" fmla="*/ 0 h 18288"/>
              <a:gd name="csX15" fmla="*/ 9692640 w 9692640"/>
              <a:gd name="csY15" fmla="*/ 18288 h 18288"/>
              <a:gd name="csX16" fmla="*/ 9000309 w 9692640"/>
              <a:gd name="csY16" fmla="*/ 18288 h 18288"/>
              <a:gd name="csX17" fmla="*/ 8307977 w 9692640"/>
              <a:gd name="csY17" fmla="*/ 18288 h 18288"/>
              <a:gd name="csX18" fmla="*/ 7712572 w 9692640"/>
              <a:gd name="csY18" fmla="*/ 18288 h 18288"/>
              <a:gd name="csX19" fmla="*/ 7214093 w 9692640"/>
              <a:gd name="csY19" fmla="*/ 18288 h 18288"/>
              <a:gd name="csX20" fmla="*/ 6327909 w 9692640"/>
              <a:gd name="csY20" fmla="*/ 18288 h 18288"/>
              <a:gd name="csX21" fmla="*/ 5635578 w 9692640"/>
              <a:gd name="csY21" fmla="*/ 18288 h 18288"/>
              <a:gd name="csX22" fmla="*/ 4846320 w 9692640"/>
              <a:gd name="csY22" fmla="*/ 18288 h 18288"/>
              <a:gd name="csX23" fmla="*/ 4444768 w 9692640"/>
              <a:gd name="csY23" fmla="*/ 18288 h 18288"/>
              <a:gd name="csX24" fmla="*/ 3946289 w 9692640"/>
              <a:gd name="csY24" fmla="*/ 18288 h 18288"/>
              <a:gd name="csX25" fmla="*/ 3253958 w 9692640"/>
              <a:gd name="csY25" fmla="*/ 18288 h 18288"/>
              <a:gd name="csX26" fmla="*/ 2464700 w 9692640"/>
              <a:gd name="csY26" fmla="*/ 18288 h 18288"/>
              <a:gd name="csX27" fmla="*/ 2063148 w 9692640"/>
              <a:gd name="csY27" fmla="*/ 18288 h 18288"/>
              <a:gd name="csX28" fmla="*/ 1661595 w 9692640"/>
              <a:gd name="csY28" fmla="*/ 18288 h 18288"/>
              <a:gd name="csX29" fmla="*/ 969264 w 9692640"/>
              <a:gd name="csY29" fmla="*/ 18288 h 18288"/>
              <a:gd name="csX30" fmla="*/ 0 w 9692640"/>
              <a:gd name="csY30" fmla="*/ 18288 h 18288"/>
              <a:gd name="csX31" fmla="*/ 0 w 9692640"/>
              <a:gd name="csY3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9692640" h="18288" fill="none" extrusionOk="0">
                <a:moveTo>
                  <a:pt x="0" y="0"/>
                </a:moveTo>
                <a:cubicBezTo>
                  <a:pt x="142992" y="4732"/>
                  <a:pt x="265909" y="-3365"/>
                  <a:pt x="401552" y="0"/>
                </a:cubicBezTo>
                <a:cubicBezTo>
                  <a:pt x="537195" y="3365"/>
                  <a:pt x="738153" y="6482"/>
                  <a:pt x="996957" y="0"/>
                </a:cubicBezTo>
                <a:cubicBezTo>
                  <a:pt x="1255762" y="-6482"/>
                  <a:pt x="1280511" y="12509"/>
                  <a:pt x="1398509" y="0"/>
                </a:cubicBezTo>
                <a:cubicBezTo>
                  <a:pt x="1516507" y="-12509"/>
                  <a:pt x="1782573" y="-31523"/>
                  <a:pt x="2090841" y="0"/>
                </a:cubicBezTo>
                <a:cubicBezTo>
                  <a:pt x="2399109" y="31523"/>
                  <a:pt x="2488380" y="26286"/>
                  <a:pt x="2686246" y="0"/>
                </a:cubicBezTo>
                <a:cubicBezTo>
                  <a:pt x="2884112" y="-26286"/>
                  <a:pt x="3186024" y="-14734"/>
                  <a:pt x="3475504" y="0"/>
                </a:cubicBezTo>
                <a:cubicBezTo>
                  <a:pt x="3764984" y="14734"/>
                  <a:pt x="4053017" y="43292"/>
                  <a:pt x="4361688" y="0"/>
                </a:cubicBezTo>
                <a:cubicBezTo>
                  <a:pt x="4670359" y="-43292"/>
                  <a:pt x="4736164" y="-729"/>
                  <a:pt x="5054019" y="0"/>
                </a:cubicBezTo>
                <a:cubicBezTo>
                  <a:pt x="5371874" y="729"/>
                  <a:pt x="5543528" y="-22963"/>
                  <a:pt x="5940204" y="0"/>
                </a:cubicBezTo>
                <a:cubicBezTo>
                  <a:pt x="6336881" y="22963"/>
                  <a:pt x="6423838" y="6469"/>
                  <a:pt x="6632535" y="0"/>
                </a:cubicBezTo>
                <a:cubicBezTo>
                  <a:pt x="6841232" y="-6469"/>
                  <a:pt x="6852819" y="17036"/>
                  <a:pt x="7034087" y="0"/>
                </a:cubicBezTo>
                <a:cubicBezTo>
                  <a:pt x="7215355" y="-17036"/>
                  <a:pt x="7313136" y="11151"/>
                  <a:pt x="7532566" y="0"/>
                </a:cubicBezTo>
                <a:cubicBezTo>
                  <a:pt x="7751996" y="-11151"/>
                  <a:pt x="8015001" y="25614"/>
                  <a:pt x="8418750" y="0"/>
                </a:cubicBezTo>
                <a:cubicBezTo>
                  <a:pt x="8822499" y="-25614"/>
                  <a:pt x="9163239" y="48603"/>
                  <a:pt x="9692640" y="0"/>
                </a:cubicBezTo>
                <a:cubicBezTo>
                  <a:pt x="9691955" y="4437"/>
                  <a:pt x="9693170" y="10717"/>
                  <a:pt x="9692640" y="18288"/>
                </a:cubicBezTo>
                <a:cubicBezTo>
                  <a:pt x="9545125" y="42172"/>
                  <a:pt x="9164259" y="6706"/>
                  <a:pt x="9000309" y="18288"/>
                </a:cubicBezTo>
                <a:cubicBezTo>
                  <a:pt x="8836359" y="29870"/>
                  <a:pt x="8521035" y="-14108"/>
                  <a:pt x="8307977" y="18288"/>
                </a:cubicBezTo>
                <a:cubicBezTo>
                  <a:pt x="8094919" y="50684"/>
                  <a:pt x="7881757" y="11235"/>
                  <a:pt x="7712572" y="18288"/>
                </a:cubicBezTo>
                <a:cubicBezTo>
                  <a:pt x="7543387" y="25341"/>
                  <a:pt x="7358861" y="20625"/>
                  <a:pt x="7214093" y="18288"/>
                </a:cubicBezTo>
                <a:cubicBezTo>
                  <a:pt x="7069325" y="15951"/>
                  <a:pt x="6523705" y="52160"/>
                  <a:pt x="6327909" y="18288"/>
                </a:cubicBezTo>
                <a:cubicBezTo>
                  <a:pt x="6132113" y="-15584"/>
                  <a:pt x="5923847" y="21204"/>
                  <a:pt x="5635578" y="18288"/>
                </a:cubicBezTo>
                <a:cubicBezTo>
                  <a:pt x="5347309" y="15372"/>
                  <a:pt x="5114749" y="50642"/>
                  <a:pt x="4846320" y="18288"/>
                </a:cubicBezTo>
                <a:cubicBezTo>
                  <a:pt x="4577891" y="-14066"/>
                  <a:pt x="4576701" y="1487"/>
                  <a:pt x="4444768" y="18288"/>
                </a:cubicBezTo>
                <a:cubicBezTo>
                  <a:pt x="4312835" y="35089"/>
                  <a:pt x="4112575" y="15158"/>
                  <a:pt x="3946289" y="18288"/>
                </a:cubicBezTo>
                <a:cubicBezTo>
                  <a:pt x="3780003" y="21418"/>
                  <a:pt x="3396009" y="18797"/>
                  <a:pt x="3253958" y="18288"/>
                </a:cubicBezTo>
                <a:cubicBezTo>
                  <a:pt x="3111907" y="17779"/>
                  <a:pt x="2760272" y="57223"/>
                  <a:pt x="2464700" y="18288"/>
                </a:cubicBezTo>
                <a:cubicBezTo>
                  <a:pt x="2169128" y="-20647"/>
                  <a:pt x="2232262" y="7960"/>
                  <a:pt x="2063148" y="18288"/>
                </a:cubicBezTo>
                <a:cubicBezTo>
                  <a:pt x="1894034" y="28616"/>
                  <a:pt x="1799338" y="3019"/>
                  <a:pt x="1661595" y="18288"/>
                </a:cubicBezTo>
                <a:cubicBezTo>
                  <a:pt x="1523852" y="33557"/>
                  <a:pt x="1113928" y="-4352"/>
                  <a:pt x="969264" y="18288"/>
                </a:cubicBezTo>
                <a:cubicBezTo>
                  <a:pt x="824600" y="40928"/>
                  <a:pt x="356149" y="-3128"/>
                  <a:pt x="0" y="18288"/>
                </a:cubicBezTo>
                <a:cubicBezTo>
                  <a:pt x="-540" y="12521"/>
                  <a:pt x="894" y="7749"/>
                  <a:pt x="0" y="0"/>
                </a:cubicBezTo>
                <a:close/>
              </a:path>
              <a:path w="9692640" h="18288" stroke="0" extrusionOk="0">
                <a:moveTo>
                  <a:pt x="0" y="0"/>
                </a:moveTo>
                <a:cubicBezTo>
                  <a:pt x="162642" y="3864"/>
                  <a:pt x="346119" y="-18364"/>
                  <a:pt x="498479" y="0"/>
                </a:cubicBezTo>
                <a:cubicBezTo>
                  <a:pt x="650839" y="18364"/>
                  <a:pt x="712065" y="-9389"/>
                  <a:pt x="900031" y="0"/>
                </a:cubicBezTo>
                <a:cubicBezTo>
                  <a:pt x="1087997" y="9389"/>
                  <a:pt x="1177291" y="3685"/>
                  <a:pt x="1398509" y="0"/>
                </a:cubicBezTo>
                <a:cubicBezTo>
                  <a:pt x="1619727" y="-3685"/>
                  <a:pt x="1874008" y="-8897"/>
                  <a:pt x="2090841" y="0"/>
                </a:cubicBezTo>
                <a:cubicBezTo>
                  <a:pt x="2307674" y="8897"/>
                  <a:pt x="2573432" y="-313"/>
                  <a:pt x="2880099" y="0"/>
                </a:cubicBezTo>
                <a:cubicBezTo>
                  <a:pt x="3186766" y="313"/>
                  <a:pt x="3422577" y="10664"/>
                  <a:pt x="3766283" y="0"/>
                </a:cubicBezTo>
                <a:cubicBezTo>
                  <a:pt x="4109989" y="-10664"/>
                  <a:pt x="4342683" y="-32873"/>
                  <a:pt x="4652467" y="0"/>
                </a:cubicBezTo>
                <a:cubicBezTo>
                  <a:pt x="4962251" y="32873"/>
                  <a:pt x="5122120" y="29155"/>
                  <a:pt x="5247872" y="0"/>
                </a:cubicBezTo>
                <a:cubicBezTo>
                  <a:pt x="5373625" y="-29155"/>
                  <a:pt x="5749491" y="1706"/>
                  <a:pt x="6037130" y="0"/>
                </a:cubicBezTo>
                <a:cubicBezTo>
                  <a:pt x="6324769" y="-1706"/>
                  <a:pt x="6531407" y="1172"/>
                  <a:pt x="6729461" y="0"/>
                </a:cubicBezTo>
                <a:cubicBezTo>
                  <a:pt x="6927515" y="-1172"/>
                  <a:pt x="7096794" y="-1520"/>
                  <a:pt x="7324867" y="0"/>
                </a:cubicBezTo>
                <a:cubicBezTo>
                  <a:pt x="7552940" y="1520"/>
                  <a:pt x="7878827" y="-17110"/>
                  <a:pt x="8114124" y="0"/>
                </a:cubicBezTo>
                <a:cubicBezTo>
                  <a:pt x="8349421" y="17110"/>
                  <a:pt x="8334208" y="15114"/>
                  <a:pt x="8515677" y="0"/>
                </a:cubicBezTo>
                <a:cubicBezTo>
                  <a:pt x="8697146" y="-15114"/>
                  <a:pt x="9236164" y="22466"/>
                  <a:pt x="9692640" y="0"/>
                </a:cubicBezTo>
                <a:cubicBezTo>
                  <a:pt x="9692735" y="8251"/>
                  <a:pt x="9692514" y="12333"/>
                  <a:pt x="9692640" y="18288"/>
                </a:cubicBezTo>
                <a:cubicBezTo>
                  <a:pt x="9410102" y="47398"/>
                  <a:pt x="9172773" y="7109"/>
                  <a:pt x="9000309" y="18288"/>
                </a:cubicBezTo>
                <a:cubicBezTo>
                  <a:pt x="8827845" y="29467"/>
                  <a:pt x="8713608" y="28372"/>
                  <a:pt x="8501830" y="18288"/>
                </a:cubicBezTo>
                <a:cubicBezTo>
                  <a:pt x="8290052" y="8204"/>
                  <a:pt x="7893416" y="3561"/>
                  <a:pt x="7712572" y="18288"/>
                </a:cubicBezTo>
                <a:cubicBezTo>
                  <a:pt x="7531728" y="33015"/>
                  <a:pt x="7480716" y="17052"/>
                  <a:pt x="7311020" y="18288"/>
                </a:cubicBezTo>
                <a:cubicBezTo>
                  <a:pt x="7141324" y="19524"/>
                  <a:pt x="6962706" y="15975"/>
                  <a:pt x="6618688" y="18288"/>
                </a:cubicBezTo>
                <a:cubicBezTo>
                  <a:pt x="6274670" y="20601"/>
                  <a:pt x="6230664" y="-1692"/>
                  <a:pt x="6120210" y="18288"/>
                </a:cubicBezTo>
                <a:cubicBezTo>
                  <a:pt x="6009756" y="38268"/>
                  <a:pt x="5442516" y="28115"/>
                  <a:pt x="5234026" y="18288"/>
                </a:cubicBezTo>
                <a:cubicBezTo>
                  <a:pt x="5025536" y="8461"/>
                  <a:pt x="4953693" y="18182"/>
                  <a:pt x="4832473" y="18288"/>
                </a:cubicBezTo>
                <a:cubicBezTo>
                  <a:pt x="4711253" y="18394"/>
                  <a:pt x="4414565" y="-11251"/>
                  <a:pt x="4140142" y="18288"/>
                </a:cubicBezTo>
                <a:cubicBezTo>
                  <a:pt x="3865719" y="47827"/>
                  <a:pt x="3819081" y="16772"/>
                  <a:pt x="3738590" y="18288"/>
                </a:cubicBezTo>
                <a:cubicBezTo>
                  <a:pt x="3658099" y="19804"/>
                  <a:pt x="3427576" y="1385"/>
                  <a:pt x="3240111" y="18288"/>
                </a:cubicBezTo>
                <a:cubicBezTo>
                  <a:pt x="3052646" y="35191"/>
                  <a:pt x="2749652" y="-13914"/>
                  <a:pt x="2450853" y="18288"/>
                </a:cubicBezTo>
                <a:cubicBezTo>
                  <a:pt x="2152054" y="50490"/>
                  <a:pt x="1928331" y="61101"/>
                  <a:pt x="1564669" y="18288"/>
                </a:cubicBezTo>
                <a:cubicBezTo>
                  <a:pt x="1201007" y="-24525"/>
                  <a:pt x="1217828" y="-275"/>
                  <a:pt x="1066190" y="18288"/>
                </a:cubicBezTo>
                <a:cubicBezTo>
                  <a:pt x="914552" y="36851"/>
                  <a:pt x="418290" y="-14785"/>
                  <a:pt x="0" y="18288"/>
                </a:cubicBezTo>
                <a:cubicBezTo>
                  <a:pt x="641" y="14236"/>
                  <a:pt x="889" y="7550"/>
                  <a:pt x="0" y="0"/>
                </a:cubicBezTo>
                <a:close/>
              </a:path>
            </a:pathLst>
          </a:custGeom>
          <a:solidFill>
            <a:srgbClr val="FFFFFF">
              <a:alpha val="75000"/>
            </a:srgbClr>
          </a:solidFill>
          <a:ln w="44450" cap="rnd">
            <a:solidFill>
              <a:schemeClr val="bg1">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8" name="TextBox 3">
            <a:extLst>
              <a:ext uri="{FF2B5EF4-FFF2-40B4-BE49-F238E27FC236}">
                <a16:creationId xmlns:a16="http://schemas.microsoft.com/office/drawing/2014/main" id="{643CBEEC-360A-5AAD-7BD2-5EC42968B90B}"/>
              </a:ext>
            </a:extLst>
          </p:cNvPr>
          <p:cNvGraphicFramePr/>
          <p:nvPr>
            <p:extLst>
              <p:ext uri="{D42A27DB-BD31-4B8C-83A1-F6EECF244321}">
                <p14:modId xmlns:p14="http://schemas.microsoft.com/office/powerpoint/2010/main" val="1054583480"/>
              </p:ext>
            </p:extLst>
          </p:nvPr>
        </p:nvGraphicFramePr>
        <p:xfrm>
          <a:off x="838200" y="2004446"/>
          <a:ext cx="10515600" cy="417689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38333333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DD23261-4A6D-2D46-91E0-EC1500809D1F}"/>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428D436F-9ACD-4C92-AFC8-C934C527A6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6000" cy="6858000"/>
          </a:xfrm>
          <a:prstGeom prst="rect">
            <a:avLst/>
          </a:prstGeom>
          <a:solidFill>
            <a:schemeClr val="tx1">
              <a:alpha val="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90538E0-A884-4E60-A6AB-77D830E2FC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53478" y="0"/>
            <a:ext cx="465738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30567D4-1E2E-33BF-188A-8F1DFE1F728D}"/>
              </a:ext>
            </a:extLst>
          </p:cNvPr>
          <p:cNvSpPr>
            <a:spLocks noGrp="1"/>
          </p:cNvSpPr>
          <p:nvPr>
            <p:ph type="ctrTitle"/>
          </p:nvPr>
        </p:nvSpPr>
        <p:spPr>
          <a:xfrm>
            <a:off x="1901162" y="3050434"/>
            <a:ext cx="3722933" cy="757130"/>
          </a:xfrm>
          <a:ln w="25400" cap="sq">
            <a:solidFill>
              <a:srgbClr val="FFFFFF"/>
            </a:solidFill>
            <a:miter lim="800000"/>
          </a:ln>
        </p:spPr>
        <p:txBody>
          <a:bodyPr vert="horz" wrap="square" lIns="91440" tIns="45720" rIns="91440" bIns="45720" rtlCol="0" anchor="ctr">
            <a:normAutofit/>
          </a:bodyPr>
          <a:lstStyle/>
          <a:p>
            <a:r>
              <a:rPr lang="en-US" sz="2800" kern="1200">
                <a:solidFill>
                  <a:srgbClr val="FFFFFF"/>
                </a:solidFill>
                <a:latin typeface="+mj-lt"/>
                <a:ea typeface="+mj-ea"/>
                <a:cs typeface="+mj-cs"/>
              </a:rPr>
              <a:t>MaxFlow</a:t>
            </a:r>
          </a:p>
        </p:txBody>
      </p:sp>
      <p:sp>
        <p:nvSpPr>
          <p:cNvPr id="13" name="Rectangle 12">
            <a:extLst>
              <a:ext uri="{FF2B5EF4-FFF2-40B4-BE49-F238E27FC236}">
                <a16:creationId xmlns:a16="http://schemas.microsoft.com/office/drawing/2014/main" id="{DB0D7DD0-1C67-4D4C-9E06-678233DB84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453478" cy="6858000"/>
          </a:xfrm>
          <a:prstGeom prst="rect">
            <a:avLst/>
          </a:prstGeom>
          <a:solidFill>
            <a:srgbClr val="40404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a:extLst>
              <a:ext uri="{FF2B5EF4-FFF2-40B4-BE49-F238E27FC236}">
                <a16:creationId xmlns:a16="http://schemas.microsoft.com/office/drawing/2014/main" id="{3FF94A84-1FBF-BF90-6214-985E0AA6C864}"/>
              </a:ext>
            </a:extLst>
          </p:cNvPr>
          <p:cNvSpPr>
            <a:spLocks noGrp="1"/>
          </p:cNvSpPr>
          <p:nvPr>
            <p:ph type="subTitle" idx="1"/>
          </p:nvPr>
        </p:nvSpPr>
        <p:spPr>
          <a:xfrm>
            <a:off x="6574536" y="640080"/>
            <a:ext cx="5053066" cy="2546604"/>
          </a:xfrm>
        </p:spPr>
        <p:txBody>
          <a:bodyPr vert="horz" lIns="91440" tIns="45720" rIns="91440" bIns="45720" rtlCol="0">
            <a:normAutofit/>
          </a:bodyPr>
          <a:lstStyle/>
          <a:p>
            <a:pPr algn="l"/>
            <a:endParaRPr lang="en-US" sz="2000" dirty="0"/>
          </a:p>
          <a:p>
            <a:pPr algn="l"/>
            <a:endParaRPr lang="en-US" sz="2000" dirty="0"/>
          </a:p>
          <a:p>
            <a:pPr algn="l"/>
            <a:endParaRPr lang="en-US" sz="2000" dirty="0"/>
          </a:p>
          <a:p>
            <a:pPr algn="l"/>
            <a:endParaRPr lang="en-US" sz="2000" dirty="0"/>
          </a:p>
          <a:p>
            <a:pPr algn="l"/>
            <a:endParaRPr lang="en-US" sz="2000" dirty="0"/>
          </a:p>
          <a:p>
            <a:pPr algn="l"/>
            <a:r>
              <a:rPr lang="en-US" sz="2000" dirty="0"/>
              <a:t>Time complexity</a:t>
            </a:r>
          </a:p>
        </p:txBody>
      </p:sp>
      <p:sp>
        <p:nvSpPr>
          <p:cNvPr id="4" name="TextBox 3">
            <a:extLst>
              <a:ext uri="{FF2B5EF4-FFF2-40B4-BE49-F238E27FC236}">
                <a16:creationId xmlns:a16="http://schemas.microsoft.com/office/drawing/2014/main" id="{6CF5FE66-F462-80DF-65D5-47270D016249}"/>
              </a:ext>
            </a:extLst>
          </p:cNvPr>
          <p:cNvSpPr txBox="1"/>
          <p:nvPr/>
        </p:nvSpPr>
        <p:spPr>
          <a:xfrm>
            <a:off x="6570204" y="3671315"/>
            <a:ext cx="5057398" cy="2546605"/>
          </a:xfrm>
          <a:prstGeom prst="rect">
            <a:avLst/>
          </a:prstGeom>
        </p:spPr>
        <p:txBody>
          <a:bodyPr rot="0" spcFirstLastPara="0" vertOverflow="overflow" horzOverflow="overflow" vert="horz" lIns="91440" tIns="45720" rIns="91440" bIns="45720" numCol="1" spcCol="0" rtlCol="0" fromWordArt="0" anchorCtr="0" forceAA="0" compatLnSpc="1">
            <a:prstTxWarp prst="textNoShape">
              <a:avLst/>
            </a:prstTxWarp>
            <a:normAutofit/>
          </a:bodyPr>
          <a:lstStyle/>
          <a:p>
            <a:pPr indent="-228600">
              <a:lnSpc>
                <a:spcPct val="90000"/>
              </a:lnSpc>
              <a:spcAft>
                <a:spcPts val="600"/>
              </a:spcAft>
              <a:buFont typeface="Arial" panose="020B0604020202020204" pitchFamily="34" charset="0"/>
              <a:buChar char="•"/>
            </a:pPr>
            <a:r>
              <a:rPr lang="en-US" sz="2000"/>
              <a:t>Because it creates the graph, the time complexity is O(V * E²) </a:t>
            </a:r>
          </a:p>
          <a:p>
            <a:pPr indent="-228600">
              <a:lnSpc>
                <a:spcPct val="90000"/>
              </a:lnSpc>
              <a:spcAft>
                <a:spcPts val="600"/>
              </a:spcAft>
              <a:buFont typeface="Arial" panose="020B0604020202020204" pitchFamily="34" charset="0"/>
              <a:buChar char="•"/>
            </a:pPr>
            <a:r>
              <a:rPr lang="en-US" sz="2000"/>
              <a:t>V: number of vertices </a:t>
            </a:r>
          </a:p>
          <a:p>
            <a:pPr indent="-228600">
              <a:lnSpc>
                <a:spcPct val="90000"/>
              </a:lnSpc>
              <a:spcAft>
                <a:spcPts val="600"/>
              </a:spcAft>
              <a:buFont typeface="Arial" panose="020B0604020202020204" pitchFamily="34" charset="0"/>
              <a:buChar char="•"/>
            </a:pPr>
            <a:r>
              <a:rPr lang="en-US" sz="2000"/>
              <a:t>E: number of edges</a:t>
            </a:r>
          </a:p>
          <a:p>
            <a:pPr indent="-228600">
              <a:lnSpc>
                <a:spcPct val="90000"/>
              </a:lnSpc>
              <a:spcAft>
                <a:spcPts val="600"/>
              </a:spcAft>
              <a:buFont typeface="Arial" panose="020B0604020202020204" pitchFamily="34" charset="0"/>
              <a:buChar char="•"/>
            </a:pPr>
            <a:endParaRPr lang="en-US" sz="2000"/>
          </a:p>
          <a:p>
            <a:pPr indent="-228600">
              <a:lnSpc>
                <a:spcPct val="90000"/>
              </a:lnSpc>
              <a:spcAft>
                <a:spcPts val="600"/>
              </a:spcAft>
              <a:buFont typeface="Arial" panose="020B0604020202020204" pitchFamily="34" charset="0"/>
              <a:buChar char="•"/>
            </a:pPr>
            <a:endParaRPr lang="en-US" sz="2000"/>
          </a:p>
        </p:txBody>
      </p:sp>
    </p:spTree>
    <p:extLst>
      <p:ext uri="{BB962C8B-B14F-4D97-AF65-F5344CB8AC3E}">
        <p14:creationId xmlns:p14="http://schemas.microsoft.com/office/powerpoint/2010/main" val="38017950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318077A-4E37-4A87-2800-FC753F5D9D7B}"/>
            </a:ext>
          </a:extLst>
        </p:cNvPr>
        <p:cNvGrpSpPr/>
        <p:nvPr/>
      </p:nvGrpSpPr>
      <p:grpSpPr>
        <a:xfrm>
          <a:off x="0" y="0"/>
          <a:ext cx="0" cy="0"/>
          <a:chOff x="0" y="0"/>
          <a:chExt cx="0" cy="0"/>
        </a:xfrm>
      </p:grpSpPr>
      <p:sp useBgFill="1">
        <p:nvSpPr>
          <p:cNvPr id="8" name="Slide Background Fill">
            <a:extLst>
              <a:ext uri="{FF2B5EF4-FFF2-40B4-BE49-F238E27FC236}">
                <a16:creationId xmlns:a16="http://schemas.microsoft.com/office/drawing/2014/main" id="{A2A4D1A1-543D-E7F5-4CF9-8B769EF688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1"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0B0004020202020204"/>
              <a:ea typeface="+mn-ea"/>
              <a:cs typeface="+mn-cs"/>
            </a:endParaRPr>
          </a:p>
        </p:txBody>
      </p:sp>
      <p:grpSp>
        <p:nvGrpSpPr>
          <p:cNvPr id="10" name="Group 9">
            <a:extLst>
              <a:ext uri="{FF2B5EF4-FFF2-40B4-BE49-F238E27FC236}">
                <a16:creationId xmlns:a16="http://schemas.microsoft.com/office/drawing/2014/main" id="{520307B8-420D-A7C0-4E20-B1B69A34F77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88952" cy="6858000"/>
            <a:chOff x="651279" y="598259"/>
            <a:chExt cx="10889442" cy="5680742"/>
          </a:xfrm>
        </p:grpSpPr>
        <p:sp>
          <p:nvSpPr>
            <p:cNvPr id="11" name="Color">
              <a:extLst>
                <a:ext uri="{FF2B5EF4-FFF2-40B4-BE49-F238E27FC236}">
                  <a16:creationId xmlns:a16="http://schemas.microsoft.com/office/drawing/2014/main" id="{E501B5EE-7DC9-B1C9-F2D3-6F13123AAF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0B0004020202020204"/>
                <a:ea typeface="+mn-ea"/>
                <a:cs typeface="+mn-cs"/>
              </a:endParaRPr>
            </a:p>
          </p:txBody>
        </p:sp>
        <p:sp>
          <p:nvSpPr>
            <p:cNvPr id="12" name="Color">
              <a:extLst>
                <a:ext uri="{FF2B5EF4-FFF2-40B4-BE49-F238E27FC236}">
                  <a16:creationId xmlns:a16="http://schemas.microsoft.com/office/drawing/2014/main" id="{C32477CA-7E9D-A09B-913D-2C78E23EFF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0B0004020202020204"/>
                <a:ea typeface="+mn-ea"/>
                <a:cs typeface="+mn-cs"/>
              </a:endParaRPr>
            </a:p>
          </p:txBody>
        </p:sp>
      </p:grpSp>
      <p:grpSp>
        <p:nvGrpSpPr>
          <p:cNvPr id="14" name="Group 13">
            <a:extLst>
              <a:ext uri="{FF2B5EF4-FFF2-40B4-BE49-F238E27FC236}">
                <a16:creationId xmlns:a16="http://schemas.microsoft.com/office/drawing/2014/main" id="{BB2FC0F8-C6F5-286C-A99C-E8728FD8AA5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5" name="Freeform: Shape 14">
              <a:extLst>
                <a:ext uri="{FF2B5EF4-FFF2-40B4-BE49-F238E27FC236}">
                  <a16:creationId xmlns:a16="http://schemas.microsoft.com/office/drawing/2014/main" id="{5FEC1951-1F02-D070-821E-254465756F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0B0004020202020204"/>
                <a:ea typeface="+mn-ea"/>
                <a:cs typeface="+mn-cs"/>
              </a:endParaRPr>
            </a:p>
          </p:txBody>
        </p:sp>
        <p:sp>
          <p:nvSpPr>
            <p:cNvPr id="16" name="Freeform: Shape 15">
              <a:extLst>
                <a:ext uri="{FF2B5EF4-FFF2-40B4-BE49-F238E27FC236}">
                  <a16:creationId xmlns:a16="http://schemas.microsoft.com/office/drawing/2014/main" id="{95ABE563-8C76-DE14-B8EB-28B2C160FB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0B0004020202020204"/>
                <a:ea typeface="+mn-ea"/>
                <a:cs typeface="+mn-cs"/>
              </a:endParaRPr>
            </a:p>
          </p:txBody>
        </p:sp>
        <p:sp>
          <p:nvSpPr>
            <p:cNvPr id="17" name="Freeform: Shape 16">
              <a:extLst>
                <a:ext uri="{FF2B5EF4-FFF2-40B4-BE49-F238E27FC236}">
                  <a16:creationId xmlns:a16="http://schemas.microsoft.com/office/drawing/2014/main" id="{243869CA-9E6D-E5BF-A281-F669491B3F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0B0004020202020204"/>
                <a:ea typeface="+mn-ea"/>
                <a:cs typeface="+mn-cs"/>
              </a:endParaRPr>
            </a:p>
          </p:txBody>
        </p:sp>
        <p:sp>
          <p:nvSpPr>
            <p:cNvPr id="18" name="Freeform: Shape 17">
              <a:extLst>
                <a:ext uri="{FF2B5EF4-FFF2-40B4-BE49-F238E27FC236}">
                  <a16:creationId xmlns:a16="http://schemas.microsoft.com/office/drawing/2014/main" id="{A4431E95-E2E3-C578-C3AE-BF285D34A2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0B0004020202020204"/>
                <a:ea typeface="+mn-ea"/>
                <a:cs typeface="+mn-cs"/>
              </a:endParaRPr>
            </a:p>
          </p:txBody>
        </p:sp>
        <p:sp>
          <p:nvSpPr>
            <p:cNvPr id="19" name="Freeform: Shape 18">
              <a:extLst>
                <a:ext uri="{FF2B5EF4-FFF2-40B4-BE49-F238E27FC236}">
                  <a16:creationId xmlns:a16="http://schemas.microsoft.com/office/drawing/2014/main" id="{1029FF32-E521-E18B-1377-656E23F2B8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0B0004020202020204"/>
                <a:ea typeface="+mn-ea"/>
                <a:cs typeface="+mn-cs"/>
              </a:endParaRPr>
            </a:p>
          </p:txBody>
        </p:sp>
        <p:sp>
          <p:nvSpPr>
            <p:cNvPr id="20" name="Freeform: Shape 19">
              <a:extLst>
                <a:ext uri="{FF2B5EF4-FFF2-40B4-BE49-F238E27FC236}">
                  <a16:creationId xmlns:a16="http://schemas.microsoft.com/office/drawing/2014/main" id="{1DC980FB-FE68-AE10-A883-CC5110ADCC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0B0004020202020204"/>
                <a:ea typeface="+mn-ea"/>
                <a:cs typeface="+mn-cs"/>
              </a:endParaRPr>
            </a:p>
          </p:txBody>
        </p:sp>
        <p:sp>
          <p:nvSpPr>
            <p:cNvPr id="21" name="Freeform: Shape 20">
              <a:extLst>
                <a:ext uri="{FF2B5EF4-FFF2-40B4-BE49-F238E27FC236}">
                  <a16:creationId xmlns:a16="http://schemas.microsoft.com/office/drawing/2014/main" id="{E1C2280A-955F-B5DE-F345-90ED7ECAAE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0B0004020202020204"/>
                <a:ea typeface="+mn-ea"/>
                <a:cs typeface="+mn-cs"/>
              </a:endParaRPr>
            </a:p>
          </p:txBody>
        </p:sp>
      </p:grpSp>
      <p:sp>
        <p:nvSpPr>
          <p:cNvPr id="2" name="Título 1">
            <a:extLst>
              <a:ext uri="{FF2B5EF4-FFF2-40B4-BE49-F238E27FC236}">
                <a16:creationId xmlns:a16="http://schemas.microsoft.com/office/drawing/2014/main" id="{46D41D62-EA0E-3EB6-108F-4B8C274BEAA7}"/>
              </a:ext>
            </a:extLst>
          </p:cNvPr>
          <p:cNvSpPr>
            <a:spLocks noGrp="1"/>
          </p:cNvSpPr>
          <p:nvPr>
            <p:ph type="title"/>
          </p:nvPr>
        </p:nvSpPr>
        <p:spPr>
          <a:xfrm>
            <a:off x="789708" y="666351"/>
            <a:ext cx="10558405" cy="3044335"/>
          </a:xfrm>
        </p:spPr>
        <p:txBody>
          <a:bodyPr vert="horz" lIns="91440" tIns="45720" rIns="91440" bIns="45720" rtlCol="0" anchor="b">
            <a:normAutofit/>
          </a:bodyPr>
          <a:lstStyle/>
          <a:p>
            <a:pPr algn="ctr"/>
            <a:r>
              <a:rPr lang="en-US" sz="4800" kern="1200" dirty="0">
                <a:solidFill>
                  <a:schemeClr val="bg1"/>
                </a:solidFill>
                <a:latin typeface="+mj-lt"/>
                <a:ea typeface="+mj-ea"/>
                <a:cs typeface="+mj-cs"/>
              </a:rPr>
              <a:t>Tool</a:t>
            </a:r>
          </a:p>
        </p:txBody>
      </p:sp>
    </p:spTree>
    <p:extLst>
      <p:ext uri="{BB962C8B-B14F-4D97-AF65-F5344CB8AC3E}">
        <p14:creationId xmlns:p14="http://schemas.microsoft.com/office/powerpoint/2010/main" val="100873859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22CE689-C4C3-77B6-58F7-2CA6F670809D}"/>
            </a:ext>
          </a:extLst>
        </p:cNvPr>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Group 17">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9" name="Rectangle 18">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3" name="Rectangle 22">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CA20D0E-8C74-062D-6D22-AA65C434AE45}"/>
              </a:ext>
            </a:extLst>
          </p:cNvPr>
          <p:cNvSpPr>
            <a:spLocks noGrp="1"/>
          </p:cNvSpPr>
          <p:nvPr>
            <p:ph type="ctrTitle"/>
          </p:nvPr>
        </p:nvSpPr>
        <p:spPr>
          <a:xfrm>
            <a:off x="1043631" y="809898"/>
            <a:ext cx="9942716" cy="1554480"/>
          </a:xfrm>
          <a:solidFill>
            <a:schemeClr val="accent1">
              <a:lumMod val="20000"/>
              <a:lumOff val="80000"/>
            </a:schemeClr>
          </a:solidFill>
        </p:spPr>
        <p:txBody>
          <a:bodyPr vert="horz" lIns="91440" tIns="45720" rIns="91440" bIns="45720" rtlCol="0" anchor="ctr">
            <a:normAutofit/>
          </a:bodyPr>
          <a:lstStyle/>
          <a:p>
            <a:pPr algn="l"/>
            <a:r>
              <a:rPr lang="en-US" sz="4800" kern="1200" dirty="0">
                <a:solidFill>
                  <a:schemeClr val="tx1"/>
                </a:solidFill>
                <a:latin typeface="+mj-lt"/>
                <a:ea typeface="+mj-ea"/>
                <a:cs typeface="+mj-cs"/>
              </a:rPr>
              <a:t>Tool</a:t>
            </a:r>
          </a:p>
        </p:txBody>
      </p:sp>
      <p:sp>
        <p:nvSpPr>
          <p:cNvPr id="4" name="TextBox 3">
            <a:extLst>
              <a:ext uri="{FF2B5EF4-FFF2-40B4-BE49-F238E27FC236}">
                <a16:creationId xmlns:a16="http://schemas.microsoft.com/office/drawing/2014/main" id="{9CF2A9DA-C857-3310-2A92-9B16B6657B61}"/>
              </a:ext>
            </a:extLst>
          </p:cNvPr>
          <p:cNvSpPr txBox="1"/>
          <p:nvPr/>
        </p:nvSpPr>
        <p:spPr>
          <a:xfrm>
            <a:off x="1045028" y="3017522"/>
            <a:ext cx="9941319" cy="3124658"/>
          </a:xfrm>
          <a:prstGeom prst="rect">
            <a:avLst/>
          </a:prstGeom>
        </p:spPr>
        <p:txBody>
          <a:bodyPr rot="0" spcFirstLastPara="0" vertOverflow="overflow" horzOverflow="overflow" vert="horz" lIns="91440" tIns="45720" rIns="91440" bIns="45720" numCol="1" spcCol="0" rtlCol="0" fromWordArt="0" anchor="ctr" anchorCtr="0" forceAA="0" compatLnSpc="1">
            <a:prstTxWarp prst="textNoShape">
              <a:avLst/>
            </a:prstTxWarp>
            <a:normAutofit/>
          </a:bodyPr>
          <a:lstStyle/>
          <a:p>
            <a:pPr indent="-228600">
              <a:lnSpc>
                <a:spcPct val="90000"/>
              </a:lnSpc>
              <a:spcAft>
                <a:spcPts val="600"/>
              </a:spcAft>
              <a:buFont typeface="Arial" panose="020B0604020202020204" pitchFamily="34" charset="0"/>
              <a:buChar char="•"/>
            </a:pPr>
            <a:r>
              <a:rPr lang="en-US" sz="2400"/>
              <a:t>The Tool class is responsible for executing the core workflow of the system, meaning: </a:t>
            </a:r>
          </a:p>
          <a:p>
            <a:pPr lvl="1" indent="-228600">
              <a:lnSpc>
                <a:spcPct val="90000"/>
              </a:lnSpc>
              <a:spcAft>
                <a:spcPts val="600"/>
              </a:spcAft>
              <a:buFont typeface="Arial" panose="020B0604020202020204" pitchFamily="34" charset="0"/>
              <a:buChar char="•"/>
            </a:pPr>
            <a:r>
              <a:rPr lang="en-US" sz="2400"/>
              <a:t>Transforming parsed input data into a graph representation,</a:t>
            </a:r>
          </a:p>
          <a:p>
            <a:pPr lvl="1" indent="-228600">
              <a:lnSpc>
                <a:spcPct val="90000"/>
              </a:lnSpc>
              <a:spcAft>
                <a:spcPts val="600"/>
              </a:spcAft>
              <a:buFont typeface="Arial" panose="020B0604020202020204" pitchFamily="34" charset="0"/>
              <a:buChar char="•"/>
            </a:pPr>
            <a:r>
              <a:rPr lang="en-US" sz="2400"/>
              <a:t>Running the assignment algorithm, and the corresponding outputs. </a:t>
            </a:r>
          </a:p>
          <a:p>
            <a:pPr marL="228600" lvl="1" indent="-228600">
              <a:lnSpc>
                <a:spcPct val="90000"/>
              </a:lnSpc>
              <a:spcAft>
                <a:spcPts val="600"/>
              </a:spcAft>
              <a:buFont typeface="Arial" panose="020B0604020202020204" pitchFamily="34" charset="0"/>
              <a:buChar char="•"/>
            </a:pPr>
            <a:r>
              <a:rPr lang="en-US" sz="2400"/>
              <a:t>It is responsible for data preparation, algorithm execution, and result generation.</a:t>
            </a:r>
          </a:p>
          <a:p>
            <a:pPr indent="-228600">
              <a:lnSpc>
                <a:spcPct val="90000"/>
              </a:lnSpc>
              <a:spcAft>
                <a:spcPts val="600"/>
              </a:spcAft>
              <a:buFont typeface="Arial" panose="020B0604020202020204" pitchFamily="34" charset="0"/>
              <a:buChar char="•"/>
            </a:pPr>
            <a:endParaRPr lang="en-US" sz="2400"/>
          </a:p>
          <a:p>
            <a:pPr indent="-228600">
              <a:lnSpc>
                <a:spcPct val="90000"/>
              </a:lnSpc>
              <a:spcAft>
                <a:spcPts val="600"/>
              </a:spcAft>
              <a:buFont typeface="Arial" panose="020B0604020202020204" pitchFamily="34" charset="0"/>
              <a:buChar char="•"/>
            </a:pPr>
            <a:endParaRPr lang="en-US" sz="2400"/>
          </a:p>
        </p:txBody>
      </p:sp>
      <p:cxnSp>
        <p:nvCxnSpPr>
          <p:cNvPr id="25" name="Straight Connector 24">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D216C1FD-7CC5-AC6E-1260-6772C159F5F8}"/>
              </a:ext>
            </a:extLst>
          </p:cNvPr>
          <p:cNvSpPr txBox="1"/>
          <p:nvPr/>
        </p:nvSpPr>
        <p:spPr>
          <a:xfrm>
            <a:off x="1043631" y="1913004"/>
            <a:ext cx="6094206" cy="523220"/>
          </a:xfrm>
          <a:prstGeom prst="rect">
            <a:avLst/>
          </a:prstGeom>
          <a:noFill/>
        </p:spPr>
        <p:txBody>
          <a:bodyPr wrap="square">
            <a:spAutoFit/>
          </a:bodyPr>
          <a:lstStyle/>
          <a:p>
            <a:pPr indent="-228600" algn="l">
              <a:buFont typeface="Arial" panose="020B0604020202020204" pitchFamily="34" charset="0"/>
              <a:buChar char="•"/>
            </a:pPr>
            <a:r>
              <a:rPr lang="en-US" sz="2800" dirty="0"/>
              <a:t>How it works</a:t>
            </a:r>
          </a:p>
        </p:txBody>
      </p:sp>
    </p:spTree>
    <p:extLst>
      <p:ext uri="{BB962C8B-B14F-4D97-AF65-F5344CB8AC3E}">
        <p14:creationId xmlns:p14="http://schemas.microsoft.com/office/powerpoint/2010/main" val="201436423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8D9F8DB-99C0-44B4-5504-FD99FB7AE3F0}"/>
            </a:ext>
          </a:extLst>
        </p:cNvPr>
        <p:cNvGrpSpPr/>
        <p:nvPr/>
      </p:nvGrpSpPr>
      <p:grpSpPr>
        <a:xfrm>
          <a:off x="0" y="0"/>
          <a:ext cx="0" cy="0"/>
          <a:chOff x="0" y="0"/>
          <a:chExt cx="0" cy="0"/>
        </a:xfrm>
      </p:grpSpPr>
      <p:sp useBgFill="1">
        <p:nvSpPr>
          <p:cNvPr id="22" name="Rectangle 10">
            <a:extLst>
              <a:ext uri="{FF2B5EF4-FFF2-40B4-BE49-F238E27FC236}">
                <a16:creationId xmlns:a16="http://schemas.microsoft.com/office/drawing/2014/main" id="{EEEEAA75-AA19-426C-A43C-35F6F9119B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2">
            <a:extLst>
              <a:ext uri="{FF2B5EF4-FFF2-40B4-BE49-F238E27FC236}">
                <a16:creationId xmlns:a16="http://schemas.microsoft.com/office/drawing/2014/main" id="{90464369-70FA-42AF-948F-80664CA7BFE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146816"/>
          </a:xfrm>
          <a:prstGeom prst="rect">
            <a:avLst/>
          </a:prstGeom>
          <a:solidFill>
            <a:schemeClr val="bg1">
              <a:lumMod val="8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6D2B4F-448F-3FDA-4D59-AF9BC070BC75}"/>
              </a:ext>
            </a:extLst>
          </p:cNvPr>
          <p:cNvSpPr>
            <a:spLocks noGrp="1"/>
          </p:cNvSpPr>
          <p:nvPr>
            <p:ph type="ctrTitle"/>
          </p:nvPr>
        </p:nvSpPr>
        <p:spPr>
          <a:xfrm>
            <a:off x="511792" y="194590"/>
            <a:ext cx="5562868" cy="1638377"/>
          </a:xfrm>
        </p:spPr>
        <p:txBody>
          <a:bodyPr vert="horz" lIns="91440" tIns="45720" rIns="91440" bIns="45720" rtlCol="0" anchor="b">
            <a:normAutofit/>
          </a:bodyPr>
          <a:lstStyle/>
          <a:p>
            <a:pPr algn="l"/>
            <a:r>
              <a:rPr lang="en-US" sz="4800" dirty="0"/>
              <a:t>Tool</a:t>
            </a:r>
            <a:br>
              <a:rPr lang="en-US" sz="4800" dirty="0"/>
            </a:br>
            <a:r>
              <a:rPr lang="en-US" sz="3600" dirty="0"/>
              <a:t>How it works</a:t>
            </a:r>
          </a:p>
        </p:txBody>
      </p:sp>
      <p:graphicFrame>
        <p:nvGraphicFramePr>
          <p:cNvPr id="9" name="Diagrama 8">
            <a:extLst>
              <a:ext uri="{FF2B5EF4-FFF2-40B4-BE49-F238E27FC236}">
                <a16:creationId xmlns:a16="http://schemas.microsoft.com/office/drawing/2014/main" id="{640D04D9-676B-9D96-6FC3-FAD55198C237}"/>
              </a:ext>
            </a:extLst>
          </p:cNvPr>
          <p:cNvGraphicFramePr/>
          <p:nvPr>
            <p:extLst>
              <p:ext uri="{D42A27DB-BD31-4B8C-83A1-F6EECF244321}">
                <p14:modId xmlns:p14="http://schemas.microsoft.com/office/powerpoint/2010/main" val="2027471244"/>
              </p:ext>
            </p:extLst>
          </p:nvPr>
        </p:nvGraphicFramePr>
        <p:xfrm>
          <a:off x="363682" y="2223655"/>
          <a:ext cx="6073689" cy="37223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4" name="Rectangle 14">
            <a:extLst>
              <a:ext uri="{FF2B5EF4-FFF2-40B4-BE49-F238E27FC236}">
                <a16:creationId xmlns:a16="http://schemas.microsoft.com/office/drawing/2014/main" id="{CC552A98-EF7D-4D42-AB69-066B786AB5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9144" y="198171"/>
            <a:ext cx="5191082" cy="310499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screen shot of a computer program&#10;&#10;AI-generated content may be incorrect.">
            <a:extLst>
              <a:ext uri="{FF2B5EF4-FFF2-40B4-BE49-F238E27FC236}">
                <a16:creationId xmlns:a16="http://schemas.microsoft.com/office/drawing/2014/main" id="{C907397F-BE70-8D54-6F9E-93DA3B67BC6F}"/>
              </a:ext>
            </a:extLst>
          </p:cNvPr>
          <p:cNvPicPr>
            <a:picLocks noChangeAspect="1"/>
          </p:cNvPicPr>
          <p:nvPr/>
        </p:nvPicPr>
        <p:blipFill>
          <a:blip r:embed="rId7"/>
          <a:stretch>
            <a:fillRect/>
          </a:stretch>
        </p:blipFill>
        <p:spPr>
          <a:xfrm>
            <a:off x="6949162" y="700839"/>
            <a:ext cx="4731046" cy="2099657"/>
          </a:xfrm>
          <a:prstGeom prst="rect">
            <a:avLst/>
          </a:prstGeom>
        </p:spPr>
      </p:pic>
      <p:sp>
        <p:nvSpPr>
          <p:cNvPr id="25" name="Rectangle 16">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669568" y="277912"/>
            <a:ext cx="524256" cy="1186339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18">
            <a:extLst>
              <a:ext uri="{FF2B5EF4-FFF2-40B4-BE49-F238E27FC236}">
                <a16:creationId xmlns:a16="http://schemas.microsoft.com/office/drawing/2014/main" id="{0BB19363-8354-4E75-A15C-A08F755171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9144" y="3527725"/>
            <a:ext cx="5191082" cy="310499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screen shot of a computer program&#10;&#10;AI-generated content may be incorrect.">
            <a:extLst>
              <a:ext uri="{FF2B5EF4-FFF2-40B4-BE49-F238E27FC236}">
                <a16:creationId xmlns:a16="http://schemas.microsoft.com/office/drawing/2014/main" id="{5E235C50-1A77-7CD4-E1DF-6A12630F8015}"/>
              </a:ext>
            </a:extLst>
          </p:cNvPr>
          <p:cNvPicPr>
            <a:picLocks noChangeAspect="1"/>
          </p:cNvPicPr>
          <p:nvPr/>
        </p:nvPicPr>
        <p:blipFill>
          <a:blip r:embed="rId8"/>
          <a:stretch>
            <a:fillRect/>
          </a:stretch>
        </p:blipFill>
        <p:spPr>
          <a:xfrm>
            <a:off x="6949162" y="4159985"/>
            <a:ext cx="4731046" cy="1785970"/>
          </a:xfrm>
          <a:prstGeom prst="rect">
            <a:avLst/>
          </a:prstGeom>
        </p:spPr>
      </p:pic>
      <p:sp>
        <p:nvSpPr>
          <p:cNvPr id="21" name="Rectangle 20">
            <a:extLst>
              <a:ext uri="{FF2B5EF4-FFF2-40B4-BE49-F238E27FC236}">
                <a16:creationId xmlns:a16="http://schemas.microsoft.com/office/drawing/2014/main" id="{A648176E-454C-437C-B0FC-9B82FCF32B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787731" y="6131892"/>
            <a:ext cx="524256"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98389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98ACD8B-3FD3-6285-00F6-64C70CFEB211}"/>
            </a:ext>
          </a:extLst>
        </p:cNvPr>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955A2079-FA98-4876-80F0-72364A7D2E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5FDD2BD-9F6D-CFF1-39E2-E34A9A558FBA}"/>
              </a:ext>
            </a:extLst>
          </p:cNvPr>
          <p:cNvSpPr>
            <a:spLocks noGrp="1"/>
          </p:cNvSpPr>
          <p:nvPr>
            <p:ph type="ctrTitle"/>
          </p:nvPr>
        </p:nvSpPr>
        <p:spPr>
          <a:xfrm>
            <a:off x="838200" y="557188"/>
            <a:ext cx="10515600" cy="1133499"/>
          </a:xfrm>
        </p:spPr>
        <p:style>
          <a:lnRef idx="2">
            <a:schemeClr val="accent2"/>
          </a:lnRef>
          <a:fillRef idx="1">
            <a:schemeClr val="lt1"/>
          </a:fillRef>
          <a:effectRef idx="0">
            <a:schemeClr val="accent2"/>
          </a:effectRef>
          <a:fontRef idx="minor">
            <a:schemeClr val="dk1"/>
          </a:fontRef>
        </p:style>
        <p:txBody>
          <a:bodyPr vert="horz" lIns="91440" tIns="45720" rIns="91440" bIns="45720" rtlCol="0" anchor="ctr">
            <a:normAutofit/>
          </a:bodyPr>
          <a:lstStyle/>
          <a:p>
            <a:r>
              <a:rPr lang="en-US" sz="3600" kern="1200" dirty="0">
                <a:solidFill>
                  <a:schemeClr val="tx1"/>
                </a:solidFill>
                <a:latin typeface="+mj-lt"/>
                <a:ea typeface="+mj-ea"/>
                <a:cs typeface="+mj-cs"/>
              </a:rPr>
              <a:t>Tool</a:t>
            </a:r>
            <a:br>
              <a:rPr lang="en-US" sz="3600" kern="1200" dirty="0">
                <a:solidFill>
                  <a:schemeClr val="tx1"/>
                </a:solidFill>
                <a:latin typeface="+mj-lt"/>
                <a:ea typeface="+mj-ea"/>
                <a:cs typeface="+mj-cs"/>
              </a:rPr>
            </a:br>
            <a:r>
              <a:rPr lang="en-US" sz="3600" kern="1200" dirty="0">
                <a:solidFill>
                  <a:schemeClr val="tx1"/>
                </a:solidFill>
                <a:latin typeface="+mj-lt"/>
                <a:ea typeface="+mj-ea"/>
                <a:cs typeface="+mj-cs"/>
              </a:rPr>
              <a:t>How it works</a:t>
            </a:r>
          </a:p>
        </p:txBody>
      </p:sp>
      <p:graphicFrame>
        <p:nvGraphicFramePr>
          <p:cNvPr id="7" name="TextBox 3">
            <a:extLst>
              <a:ext uri="{FF2B5EF4-FFF2-40B4-BE49-F238E27FC236}">
                <a16:creationId xmlns:a16="http://schemas.microsoft.com/office/drawing/2014/main" id="{814F1E1D-91DE-BE89-921D-996B2CED967E}"/>
              </a:ext>
            </a:extLst>
          </p:cNvPr>
          <p:cNvGraphicFramePr/>
          <p:nvPr>
            <p:extLst>
              <p:ext uri="{D42A27DB-BD31-4B8C-83A1-F6EECF244321}">
                <p14:modId xmlns:p14="http://schemas.microsoft.com/office/powerpoint/2010/main" val="3738801812"/>
              </p:ext>
            </p:extLst>
          </p:nvPr>
        </p:nvGraphicFramePr>
        <p:xfrm>
          <a:off x="838200" y="1828800"/>
          <a:ext cx="10515600" cy="435254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83299807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6DA62C1-D2DE-1B47-E97D-3E393BADA60C}"/>
            </a:ext>
          </a:extLst>
        </p:cNvPr>
        <p:cNvGrpSpPr/>
        <p:nvPr/>
      </p:nvGrpSpPr>
      <p:grpSpPr>
        <a:xfrm>
          <a:off x="0" y="0"/>
          <a:ext cx="0" cy="0"/>
          <a:chOff x="0" y="0"/>
          <a:chExt cx="0" cy="0"/>
        </a:xfrm>
      </p:grpSpPr>
      <p:sp>
        <p:nvSpPr>
          <p:cNvPr id="26" name="Rectangle 22">
            <a:extLst>
              <a:ext uri="{FF2B5EF4-FFF2-40B4-BE49-F238E27FC236}">
                <a16:creationId xmlns:a16="http://schemas.microsoft.com/office/drawing/2014/main" id="{F3060C83-F051-4F0E-ABAD-AA0DFC48B2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Freeform: Shape 24">
            <a:extLst>
              <a:ext uri="{FF2B5EF4-FFF2-40B4-BE49-F238E27FC236}">
                <a16:creationId xmlns:a16="http://schemas.microsoft.com/office/drawing/2014/main" id="{83C98ABE-055B-441F-B07E-44F97F083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376156" y="-253670"/>
            <a:ext cx="182763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Rectangle 26">
            <a:extLst>
              <a:ext uri="{FF2B5EF4-FFF2-40B4-BE49-F238E27FC236}">
                <a16:creationId xmlns:a16="http://schemas.microsoft.com/office/drawing/2014/main" id="{29FDB030-9B49-4CED-8CCD-4D9938238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891641" y="422146"/>
            <a:ext cx="645368"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3783CA14-24A1-485C-8B30-D6A5D87987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0043482" y="655140"/>
            <a:ext cx="687472"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9A97C86A-04D6-40F7-AE84-31AB43E6A8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9356643" y="0"/>
            <a:ext cx="2835357"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3" name="Isosceles Triangle 32">
            <a:extLst>
              <a:ext uri="{FF2B5EF4-FFF2-40B4-BE49-F238E27FC236}">
                <a16:creationId xmlns:a16="http://schemas.microsoft.com/office/drawing/2014/main" id="{FF9F2414-84E8-453E-B1F3-389FDE8192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976344" y="6115501"/>
            <a:ext cx="1494513"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Isosceles Triangle 34">
            <a:extLst>
              <a:ext uri="{FF2B5EF4-FFF2-40B4-BE49-F238E27FC236}">
                <a16:creationId xmlns:a16="http://schemas.microsoft.com/office/drawing/2014/main" id="{3ECA69A1-7536-43AC-85EF-C7106179F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604080" y="6453143"/>
            <a:ext cx="814903"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8F8A54E-EFD7-B8C4-B004-BB5EBF9CACFA}"/>
              </a:ext>
            </a:extLst>
          </p:cNvPr>
          <p:cNvSpPr>
            <a:spLocks noGrp="1"/>
          </p:cNvSpPr>
          <p:nvPr>
            <p:ph type="ctrTitle"/>
          </p:nvPr>
        </p:nvSpPr>
        <p:spPr>
          <a:xfrm>
            <a:off x="838200" y="557188"/>
            <a:ext cx="10515600" cy="1133499"/>
          </a:xfrm>
        </p:spPr>
        <p:txBody>
          <a:bodyPr vert="horz" lIns="91440" tIns="45720" rIns="91440" bIns="45720" rtlCol="0" anchor="ctr">
            <a:normAutofit/>
          </a:bodyPr>
          <a:lstStyle/>
          <a:p>
            <a:r>
              <a:rPr lang="en-US" sz="5200" kern="1200">
                <a:solidFill>
                  <a:schemeClr val="tx1"/>
                </a:solidFill>
                <a:latin typeface="+mj-lt"/>
                <a:ea typeface="+mj-ea"/>
                <a:cs typeface="+mj-cs"/>
              </a:rPr>
              <a:t>Tool</a:t>
            </a:r>
          </a:p>
        </p:txBody>
      </p:sp>
      <p:graphicFrame>
        <p:nvGraphicFramePr>
          <p:cNvPr id="5" name="TextBox 3">
            <a:extLst>
              <a:ext uri="{FF2B5EF4-FFF2-40B4-BE49-F238E27FC236}">
                <a16:creationId xmlns:a16="http://schemas.microsoft.com/office/drawing/2014/main" id="{CF7A7D43-113D-568F-DEC1-29D2A6AC8760}"/>
              </a:ext>
            </a:extLst>
          </p:cNvPr>
          <p:cNvGraphicFramePr/>
          <p:nvPr>
            <p:extLst>
              <p:ext uri="{D42A27DB-BD31-4B8C-83A1-F6EECF244321}">
                <p14:modId xmlns:p14="http://schemas.microsoft.com/office/powerpoint/2010/main" val="2797588973"/>
              </p:ext>
            </p:extLst>
          </p:nvPr>
        </p:nvGraphicFramePr>
        <p:xfrm>
          <a:off x="838200" y="1828800"/>
          <a:ext cx="10515600" cy="435254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Subtitle 2">
            <a:extLst>
              <a:ext uri="{FF2B5EF4-FFF2-40B4-BE49-F238E27FC236}">
                <a16:creationId xmlns:a16="http://schemas.microsoft.com/office/drawing/2014/main" id="{4DD11D98-E6F7-1198-8EEA-C69E6FA9F399}"/>
              </a:ext>
            </a:extLst>
          </p:cNvPr>
          <p:cNvSpPr>
            <a:spLocks noGrp="1"/>
          </p:cNvSpPr>
          <p:nvPr>
            <p:ph type="subTitle" idx="1"/>
          </p:nvPr>
        </p:nvSpPr>
        <p:spPr>
          <a:xfrm>
            <a:off x="4575806" y="0"/>
            <a:ext cx="5053066" cy="2546604"/>
          </a:xfrm>
        </p:spPr>
        <p:txBody>
          <a:bodyPr vert="horz" lIns="91440" tIns="45720" rIns="91440" bIns="45720" rtlCol="0">
            <a:normAutofit/>
          </a:bodyPr>
          <a:lstStyle/>
          <a:p>
            <a:pPr algn="l"/>
            <a:endParaRPr lang="en-US" sz="2000" dirty="0"/>
          </a:p>
          <a:p>
            <a:pPr algn="l"/>
            <a:endParaRPr lang="en-US" sz="2000" dirty="0"/>
          </a:p>
          <a:p>
            <a:pPr algn="l"/>
            <a:endParaRPr lang="en-US" sz="2000" dirty="0"/>
          </a:p>
          <a:p>
            <a:pPr algn="l"/>
            <a:endParaRPr lang="en-US" sz="2000" dirty="0"/>
          </a:p>
          <a:p>
            <a:pPr algn="l"/>
            <a:r>
              <a:rPr lang="en-US" sz="2000" dirty="0"/>
              <a:t>What it  is responsible for</a:t>
            </a:r>
          </a:p>
        </p:txBody>
      </p:sp>
    </p:spTree>
    <p:extLst>
      <p:ext uri="{BB962C8B-B14F-4D97-AF65-F5344CB8AC3E}">
        <p14:creationId xmlns:p14="http://schemas.microsoft.com/office/powerpoint/2010/main" val="351667819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p:cNvGrpSpPr/>
        <p:nvPr/>
      </p:nvGrpSpPr>
      <p:grpSpPr>
        <a:xfrm>
          <a:off x="0" y="0"/>
          <a:ext cx="0" cy="0"/>
          <a:chOff x="0" y="0"/>
          <a:chExt cx="0" cy="0"/>
        </a:xfrm>
      </p:grpSpPr>
      <p:grpSp>
        <p:nvGrpSpPr>
          <p:cNvPr id="21" name="Group 20">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22"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3" name="Oval 22">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4"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6" name="Rectangle 25">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ítulo 1">
            <a:extLst>
              <a:ext uri="{FF2B5EF4-FFF2-40B4-BE49-F238E27FC236}">
                <a16:creationId xmlns:a16="http://schemas.microsoft.com/office/drawing/2014/main" id="{FBF9C92E-E587-4B3D-BE74-F782FC894622}"/>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sz="4000" kern="1200">
                <a:solidFill>
                  <a:schemeClr val="bg2"/>
                </a:solidFill>
                <a:latin typeface="+mj-lt"/>
                <a:ea typeface="+mj-ea"/>
                <a:cs typeface="+mj-cs"/>
              </a:rPr>
              <a:t>Risk Analysis</a:t>
            </a:r>
          </a:p>
        </p:txBody>
      </p:sp>
    </p:spTree>
    <p:extLst>
      <p:ext uri="{BB962C8B-B14F-4D97-AF65-F5344CB8AC3E}">
        <p14:creationId xmlns:p14="http://schemas.microsoft.com/office/powerpoint/2010/main" val="40651901"/>
      </p:ext>
    </p:extLst>
  </p:cSld>
  <p:clrMapOvr>
    <a:overrideClrMapping bg1="dk1" tx1="lt1" bg2="dk2" tx2="lt2" accent1="accent1" accent2="accent2" accent3="accent3" accent4="accent4" accent5="accent5" accent6="accent6" hlink="hlink" folHlink="folHlink"/>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FE4A3BF-7BA2-5E46-FE05-148A4CD136B3}"/>
            </a:ext>
          </a:extLst>
        </p:cNvPr>
        <p:cNvGrpSpPr/>
        <p:nvPr/>
      </p:nvGrpSpPr>
      <p:grpSpPr>
        <a:xfrm>
          <a:off x="0" y="0"/>
          <a:ext cx="0" cy="0"/>
          <a:chOff x="0" y="0"/>
          <a:chExt cx="0" cy="0"/>
        </a:xfrm>
      </p:grpSpPr>
      <p:sp useBgFill="1">
        <p:nvSpPr>
          <p:cNvPr id="16" name="Color Cover">
            <a:extLst>
              <a:ext uri="{FF2B5EF4-FFF2-40B4-BE49-F238E27FC236}">
                <a16:creationId xmlns:a16="http://schemas.microsoft.com/office/drawing/2014/main" id="{815925C2-A704-4D47-B1C1-3FCA52512E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Color Cover">
            <a:extLst>
              <a:ext uri="{FF2B5EF4-FFF2-40B4-BE49-F238E27FC236}">
                <a16:creationId xmlns:a16="http://schemas.microsoft.com/office/drawing/2014/main" id="{01D4315C-C23C-4FD3-98DF-08C29E2292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0" name="Group 19">
            <a:extLst>
              <a:ext uri="{FF2B5EF4-FFF2-40B4-BE49-F238E27FC236}">
                <a16:creationId xmlns:a16="http://schemas.microsoft.com/office/drawing/2014/main" id="{5E6B47BC-43FD-4C91-8BFF-B41B99A8A39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6064235" cy="6858000"/>
            <a:chOff x="651279" y="598259"/>
            <a:chExt cx="10889442" cy="5680742"/>
          </a:xfrm>
        </p:grpSpPr>
        <p:sp>
          <p:nvSpPr>
            <p:cNvPr id="21" name="Color">
              <a:extLst>
                <a:ext uri="{FF2B5EF4-FFF2-40B4-BE49-F238E27FC236}">
                  <a16:creationId xmlns:a16="http://schemas.microsoft.com/office/drawing/2014/main" id="{13038185-AC3C-4595-945F-25311424C5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Color">
              <a:extLst>
                <a:ext uri="{FF2B5EF4-FFF2-40B4-BE49-F238E27FC236}">
                  <a16:creationId xmlns:a16="http://schemas.microsoft.com/office/drawing/2014/main" id="{75D51AA0-C095-4650-A361-B294320BFE4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24" name="Group 23">
            <a:extLst>
              <a:ext uri="{FF2B5EF4-FFF2-40B4-BE49-F238E27FC236}">
                <a16:creationId xmlns:a16="http://schemas.microsoft.com/office/drawing/2014/main" id="{43F5E015-E085-4624-B431-B424144486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25" name="Freeform: Shape 24">
              <a:extLst>
                <a:ext uri="{FF2B5EF4-FFF2-40B4-BE49-F238E27FC236}">
                  <a16:creationId xmlns:a16="http://schemas.microsoft.com/office/drawing/2014/main" id="{4DDB60AE-8B9C-4BA0-93DC-F8C9EBF6D8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6" name="Freeform: Shape 25">
              <a:extLst>
                <a:ext uri="{FF2B5EF4-FFF2-40B4-BE49-F238E27FC236}">
                  <a16:creationId xmlns:a16="http://schemas.microsoft.com/office/drawing/2014/main" id="{9F247760-BE07-41A2-969E-570081E655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7" name="Freeform: Shape 26">
              <a:extLst>
                <a:ext uri="{FF2B5EF4-FFF2-40B4-BE49-F238E27FC236}">
                  <a16:creationId xmlns:a16="http://schemas.microsoft.com/office/drawing/2014/main" id="{57A70BD2-76FC-4BDD-9E64-3B93D5EF36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8" name="Freeform: Shape 27">
              <a:extLst>
                <a:ext uri="{FF2B5EF4-FFF2-40B4-BE49-F238E27FC236}">
                  <a16:creationId xmlns:a16="http://schemas.microsoft.com/office/drawing/2014/main" id="{AADD9643-5489-42CB-9762-FBAC2AAE9F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9" name="Freeform: Shape 28">
              <a:extLst>
                <a:ext uri="{FF2B5EF4-FFF2-40B4-BE49-F238E27FC236}">
                  <a16:creationId xmlns:a16="http://schemas.microsoft.com/office/drawing/2014/main" id="{09A2C16E-2745-4E3D-BECC-D66755221E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0" name="Freeform: Shape 29">
              <a:extLst>
                <a:ext uri="{FF2B5EF4-FFF2-40B4-BE49-F238E27FC236}">
                  <a16:creationId xmlns:a16="http://schemas.microsoft.com/office/drawing/2014/main" id="{52E5A063-571D-4461-9869-B3E93F6E69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1" name="Freeform: Shape 30">
              <a:extLst>
                <a:ext uri="{FF2B5EF4-FFF2-40B4-BE49-F238E27FC236}">
                  <a16:creationId xmlns:a16="http://schemas.microsoft.com/office/drawing/2014/main" id="{366019AD-E33B-4DBF-BAD3-AE3611603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54596034-B148-45F1-0E5B-A3A0090C1208}"/>
              </a:ext>
            </a:extLst>
          </p:cNvPr>
          <p:cNvSpPr>
            <a:spLocks noGrp="1"/>
          </p:cNvSpPr>
          <p:nvPr>
            <p:ph type="ctrTitle"/>
          </p:nvPr>
        </p:nvSpPr>
        <p:spPr>
          <a:xfrm>
            <a:off x="786385" y="841248"/>
            <a:ext cx="5129600" cy="5340097"/>
          </a:xfrm>
        </p:spPr>
        <p:txBody>
          <a:bodyPr vert="horz" lIns="91440" tIns="45720" rIns="91440" bIns="45720" rtlCol="0" anchor="ctr">
            <a:normAutofit/>
          </a:bodyPr>
          <a:lstStyle/>
          <a:p>
            <a:pPr algn="l"/>
            <a:r>
              <a:rPr lang="en-US" sz="4800" kern="1200">
                <a:solidFill>
                  <a:schemeClr val="bg1"/>
                </a:solidFill>
                <a:latin typeface="+mj-lt"/>
                <a:ea typeface="+mj-ea"/>
                <a:cs typeface="+mj-cs"/>
              </a:rPr>
              <a:t>Risk analysis (k = 1)</a:t>
            </a:r>
          </a:p>
        </p:txBody>
      </p:sp>
      <p:sp>
        <p:nvSpPr>
          <p:cNvPr id="4" name="TextBox 3">
            <a:extLst>
              <a:ext uri="{FF2B5EF4-FFF2-40B4-BE49-F238E27FC236}">
                <a16:creationId xmlns:a16="http://schemas.microsoft.com/office/drawing/2014/main" id="{D9FB1DBC-EB46-6CE6-3326-77D04263518A}"/>
              </a:ext>
            </a:extLst>
          </p:cNvPr>
          <p:cNvSpPr txBox="1"/>
          <p:nvPr/>
        </p:nvSpPr>
        <p:spPr>
          <a:xfrm>
            <a:off x="6464410" y="841247"/>
            <a:ext cx="4484536" cy="5340097"/>
          </a:xfrm>
          <a:prstGeom prst="rect">
            <a:avLst/>
          </a:prstGeom>
        </p:spPr>
        <p:txBody>
          <a:bodyPr rot="0" spcFirstLastPara="0" vertOverflow="overflow" horzOverflow="overflow" vert="horz" lIns="91440" tIns="45720" rIns="91440" bIns="45720" numCol="1" spcCol="0" rtlCol="0" fromWordArt="0" anchor="ctr" anchorCtr="0" forceAA="0" compatLnSpc="1">
            <a:prstTxWarp prst="textNoShape">
              <a:avLst/>
            </a:prstTxWarp>
            <a:normAutofit/>
          </a:bodyPr>
          <a:lstStyle/>
          <a:p>
            <a:pPr indent="-228600">
              <a:lnSpc>
                <a:spcPct val="90000"/>
              </a:lnSpc>
              <a:spcAft>
                <a:spcPts val="600"/>
              </a:spcAft>
              <a:buFont typeface="Arial" panose="020B0604020202020204" pitchFamily="34" charset="0"/>
              <a:buChar char="•"/>
            </a:pPr>
            <a:r>
              <a:rPr lang="en-US">
                <a:solidFill>
                  <a:schemeClr val="tx2"/>
                </a:solidFill>
              </a:rPr>
              <a:t>Risk analysis is the search for the set of reviewers in which are critical for the final result, i.e. if the reviewers in which if they fail to accomplish their work will result in one or more articles not having sufficient reviews. </a:t>
            </a:r>
          </a:p>
          <a:p>
            <a:pPr indent="-228600">
              <a:lnSpc>
                <a:spcPct val="90000"/>
              </a:lnSpc>
              <a:spcAft>
                <a:spcPts val="600"/>
              </a:spcAft>
              <a:buFont typeface="Arial" panose="020B0604020202020204" pitchFamily="34" charset="0"/>
              <a:buChar char="•"/>
            </a:pPr>
            <a:r>
              <a:rPr lang="en-US">
                <a:solidFill>
                  <a:schemeClr val="tx2"/>
                </a:solidFill>
              </a:rPr>
              <a:t>For k = 1, we need to find which reviewers alone could cause in failure.</a:t>
            </a:r>
          </a:p>
          <a:p>
            <a:pPr indent="-228600">
              <a:lnSpc>
                <a:spcPct val="90000"/>
              </a:lnSpc>
              <a:spcAft>
                <a:spcPts val="600"/>
              </a:spcAft>
              <a:buFont typeface="Arial" panose="020B0604020202020204" pitchFamily="34" charset="0"/>
              <a:buChar char="•"/>
            </a:pPr>
            <a:endParaRPr lang="en-US">
              <a:solidFill>
                <a:schemeClr val="tx2"/>
              </a:solidFill>
            </a:endParaRPr>
          </a:p>
          <a:p>
            <a:pPr indent="-228600">
              <a:lnSpc>
                <a:spcPct val="90000"/>
              </a:lnSpc>
              <a:spcAft>
                <a:spcPts val="600"/>
              </a:spcAft>
              <a:buFont typeface="Arial" panose="020B0604020202020204" pitchFamily="34" charset="0"/>
              <a:buChar char="•"/>
            </a:pPr>
            <a:endParaRPr lang="en-US">
              <a:solidFill>
                <a:schemeClr val="tx2"/>
              </a:solidFill>
            </a:endParaRPr>
          </a:p>
        </p:txBody>
      </p:sp>
    </p:spTree>
    <p:extLst>
      <p:ext uri="{BB962C8B-B14F-4D97-AF65-F5344CB8AC3E}">
        <p14:creationId xmlns:p14="http://schemas.microsoft.com/office/powerpoint/2010/main" val="109260597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0B3755-474B-94A7-8EC5-977741492C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3878A0-858E-2B07-35A4-187A7E18BBE7}"/>
              </a:ext>
            </a:extLst>
          </p:cNvPr>
          <p:cNvSpPr>
            <a:spLocks noGrp="1"/>
          </p:cNvSpPr>
          <p:nvPr>
            <p:ph type="ctrTitle"/>
          </p:nvPr>
        </p:nvSpPr>
        <p:spPr>
          <a:xfrm>
            <a:off x="1524000" y="135083"/>
            <a:ext cx="9144000" cy="1165850"/>
          </a:xfrm>
        </p:spPr>
        <p:style>
          <a:lnRef idx="2">
            <a:schemeClr val="accent6">
              <a:shade val="15000"/>
            </a:schemeClr>
          </a:lnRef>
          <a:fillRef idx="1">
            <a:schemeClr val="accent6"/>
          </a:fillRef>
          <a:effectRef idx="0">
            <a:schemeClr val="accent6"/>
          </a:effectRef>
          <a:fontRef idx="minor">
            <a:schemeClr val="lt1"/>
          </a:fontRef>
        </p:style>
        <p:txBody>
          <a:bodyPr>
            <a:normAutofit fontScale="90000"/>
          </a:bodyPr>
          <a:lstStyle/>
          <a:p>
            <a:r>
              <a:rPr lang="en-US" sz="4000" dirty="0">
                <a:ea typeface="+mj-lt"/>
                <a:cs typeface="+mj-lt"/>
              </a:rPr>
              <a:t>Risk analysis (k = 1)</a:t>
            </a:r>
            <a:br>
              <a:rPr lang="en-US" sz="4000" dirty="0">
                <a:ea typeface="+mj-lt"/>
                <a:cs typeface="+mj-lt"/>
              </a:rPr>
            </a:br>
            <a:r>
              <a:rPr lang="en-US" sz="4000" dirty="0">
                <a:ea typeface="+mj-lt"/>
                <a:cs typeface="+mj-lt"/>
              </a:rPr>
              <a:t>How it works</a:t>
            </a:r>
          </a:p>
        </p:txBody>
      </p:sp>
      <p:pic>
        <p:nvPicPr>
          <p:cNvPr id="9" name="Picture 5" descr="A screen shot of a computer code&#10;&#10;AI-generated content may be incorrect.">
            <a:extLst>
              <a:ext uri="{FF2B5EF4-FFF2-40B4-BE49-F238E27FC236}">
                <a16:creationId xmlns:a16="http://schemas.microsoft.com/office/drawing/2014/main" id="{BCEBE84F-C604-7087-AE4E-52B70D64E9A0}"/>
              </a:ext>
            </a:extLst>
          </p:cNvPr>
          <p:cNvPicPr>
            <a:picLocks noChangeAspect="1"/>
          </p:cNvPicPr>
          <p:nvPr/>
        </p:nvPicPr>
        <p:blipFill>
          <a:blip r:embed="rId2"/>
          <a:stretch>
            <a:fillRect/>
          </a:stretch>
        </p:blipFill>
        <p:spPr>
          <a:xfrm>
            <a:off x="6297089" y="2562916"/>
            <a:ext cx="5629275" cy="2505075"/>
          </a:xfrm>
          <a:prstGeom prst="rect">
            <a:avLst/>
          </a:prstGeom>
        </p:spPr>
      </p:pic>
      <p:graphicFrame>
        <p:nvGraphicFramePr>
          <p:cNvPr id="11" name="TextBox 3">
            <a:extLst>
              <a:ext uri="{FF2B5EF4-FFF2-40B4-BE49-F238E27FC236}">
                <a16:creationId xmlns:a16="http://schemas.microsoft.com/office/drawing/2014/main" id="{32A15398-4733-E91D-0A0F-DD977BE61EE1}"/>
              </a:ext>
            </a:extLst>
          </p:cNvPr>
          <p:cNvGraphicFramePr/>
          <p:nvPr>
            <p:extLst>
              <p:ext uri="{D42A27DB-BD31-4B8C-83A1-F6EECF244321}">
                <p14:modId xmlns:p14="http://schemas.microsoft.com/office/powerpoint/2010/main" val="380480506"/>
              </p:ext>
            </p:extLst>
          </p:nvPr>
        </p:nvGraphicFramePr>
        <p:xfrm>
          <a:off x="721941" y="1137798"/>
          <a:ext cx="5374059" cy="535531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99314706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A689964-60D8-FBCB-65FB-8CC01961B031}"/>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21739CA5-F0F5-48E1-8E8C-F24B71827E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324"/>
            <a:ext cx="12192000" cy="6861324"/>
          </a:xfrm>
          <a:prstGeom prst="rect">
            <a:avLst/>
          </a:prstGeom>
          <a:solidFill>
            <a:srgbClr val="C8CAC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ounded Rectangle 3">
            <a:extLst>
              <a:ext uri="{FF2B5EF4-FFF2-40B4-BE49-F238E27FC236}">
                <a16:creationId xmlns:a16="http://schemas.microsoft.com/office/drawing/2014/main" id="{3EAD2937-F230-41D4-B9C5-975B129BFC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6745" y="640080"/>
            <a:ext cx="10920415" cy="5577818"/>
          </a:xfrm>
          <a:prstGeom prst="roundRect">
            <a:avLst>
              <a:gd name="adj" fmla="val 0"/>
            </a:avLst>
          </a:prstGeom>
          <a:solidFill>
            <a:srgbClr val="FFFFFF"/>
          </a:solidFill>
          <a:ln w="9525">
            <a:solidFill>
              <a:srgbClr val="C8CACA"/>
            </a:solidFill>
          </a:ln>
          <a:effectLst>
            <a:outerShdw blurRad="57150" dist="19050" dir="5400000" algn="t" rotWithShape="0">
              <a:prstClr val="black">
                <a:alpha val="6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CD444A3-C338-4886-B7F1-4BA2AF46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8024" y="960109"/>
            <a:ext cx="10277856" cy="493776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F2510A6-3E84-4E0E-CEDC-6599CA17A83C}"/>
              </a:ext>
            </a:extLst>
          </p:cNvPr>
          <p:cNvSpPr>
            <a:spLocks noGrp="1"/>
          </p:cNvSpPr>
          <p:nvPr>
            <p:ph type="ctrTitle"/>
          </p:nvPr>
        </p:nvSpPr>
        <p:spPr>
          <a:xfrm>
            <a:off x="1452656" y="1444741"/>
            <a:ext cx="9357865" cy="1041901"/>
          </a:xfrm>
        </p:spPr>
        <p:txBody>
          <a:bodyPr vert="horz" lIns="91440" tIns="45720" rIns="91440" bIns="45720" rtlCol="0" anchor="ctr">
            <a:normAutofit/>
          </a:bodyPr>
          <a:lstStyle/>
          <a:p>
            <a:pPr algn="l"/>
            <a:r>
              <a:rPr lang="en-US" sz="4000" kern="1200">
                <a:solidFill>
                  <a:schemeClr val="tx1"/>
                </a:solidFill>
                <a:latin typeface="+mj-lt"/>
                <a:ea typeface="+mj-ea"/>
                <a:cs typeface="+mj-cs"/>
              </a:rPr>
              <a:t>Risk analysis (k = 1)</a:t>
            </a:r>
          </a:p>
        </p:txBody>
      </p:sp>
      <p:sp>
        <p:nvSpPr>
          <p:cNvPr id="3" name="Subtitle 2">
            <a:extLst>
              <a:ext uri="{FF2B5EF4-FFF2-40B4-BE49-F238E27FC236}">
                <a16:creationId xmlns:a16="http://schemas.microsoft.com/office/drawing/2014/main" id="{1A7CB92A-302C-1090-6B23-62FCAC2B9176}"/>
              </a:ext>
            </a:extLst>
          </p:cNvPr>
          <p:cNvSpPr>
            <a:spLocks noGrp="1"/>
          </p:cNvSpPr>
          <p:nvPr>
            <p:ph type="subTitle" idx="1"/>
          </p:nvPr>
        </p:nvSpPr>
        <p:spPr>
          <a:xfrm>
            <a:off x="1452656" y="2701427"/>
            <a:ext cx="4483324" cy="2699968"/>
          </a:xfrm>
        </p:spPr>
        <p:txBody>
          <a:bodyPr vert="horz" lIns="91440" tIns="45720" rIns="91440" bIns="45720" rtlCol="0">
            <a:normAutofit/>
          </a:bodyPr>
          <a:lstStyle/>
          <a:p>
            <a:pPr algn="l"/>
            <a:r>
              <a:rPr lang="en-US" sz="2000" dirty="0"/>
              <a:t>Time complexity</a:t>
            </a:r>
          </a:p>
        </p:txBody>
      </p:sp>
      <p:sp>
        <p:nvSpPr>
          <p:cNvPr id="4" name="TextBox 3">
            <a:extLst>
              <a:ext uri="{FF2B5EF4-FFF2-40B4-BE49-F238E27FC236}">
                <a16:creationId xmlns:a16="http://schemas.microsoft.com/office/drawing/2014/main" id="{0D624448-CF09-D4C1-24B4-48D71118F53F}"/>
              </a:ext>
            </a:extLst>
          </p:cNvPr>
          <p:cNvSpPr txBox="1"/>
          <p:nvPr/>
        </p:nvSpPr>
        <p:spPr>
          <a:xfrm>
            <a:off x="6256020" y="2701427"/>
            <a:ext cx="4554501" cy="2699968"/>
          </a:xfrm>
          <a:prstGeom prst="rect">
            <a:avLst/>
          </a:prstGeom>
        </p:spPr>
        <p:txBody>
          <a:bodyPr rot="0" spcFirstLastPara="0" vertOverflow="overflow" horzOverflow="overflow" vert="horz" lIns="91440" tIns="45720" rIns="91440" bIns="45720" numCol="1" spcCol="0" rtlCol="0" fromWordArt="0" anchorCtr="0" forceAA="0" compatLnSpc="1">
            <a:prstTxWarp prst="textNoShape">
              <a:avLst/>
            </a:prstTxWarp>
            <a:normAutofit/>
          </a:bodyPr>
          <a:lstStyle/>
          <a:p>
            <a:pPr indent="-228600">
              <a:lnSpc>
                <a:spcPct val="90000"/>
              </a:lnSpc>
              <a:spcAft>
                <a:spcPts val="600"/>
              </a:spcAft>
              <a:buFont typeface="Arial" panose="020B0604020202020204" pitchFamily="34" charset="0"/>
              <a:buChar char="•"/>
            </a:pPr>
            <a:r>
              <a:rPr lang="en-US" sz="1900"/>
              <a:t>The BFS takes O(V + E) and then we search for unvisited submissions and for their edges (O(V * E)). We can define our algorithm as O(V * E). </a:t>
            </a:r>
          </a:p>
          <a:p>
            <a:pPr indent="-228600">
              <a:lnSpc>
                <a:spcPct val="90000"/>
              </a:lnSpc>
              <a:spcAft>
                <a:spcPts val="600"/>
              </a:spcAft>
              <a:buFont typeface="Arial" panose="020B0604020202020204" pitchFamily="34" charset="0"/>
              <a:buChar char="•"/>
            </a:pPr>
            <a:r>
              <a:rPr lang="en-US" sz="1900"/>
              <a:t>But because the number of edges in this project is smaller or equal to 2, i.e. it is constant, the BFS is the part which takes more time. </a:t>
            </a:r>
          </a:p>
          <a:p>
            <a:pPr indent="-228600">
              <a:lnSpc>
                <a:spcPct val="90000"/>
              </a:lnSpc>
              <a:spcAft>
                <a:spcPts val="600"/>
              </a:spcAft>
              <a:buFont typeface="Arial" panose="020B0604020202020204" pitchFamily="34" charset="0"/>
              <a:buChar char="•"/>
            </a:pPr>
            <a:r>
              <a:rPr lang="en-US" sz="1900"/>
              <a:t>Overall: O(V + E)</a:t>
            </a:r>
          </a:p>
        </p:txBody>
      </p:sp>
    </p:spTree>
    <p:extLst>
      <p:ext uri="{BB962C8B-B14F-4D97-AF65-F5344CB8AC3E}">
        <p14:creationId xmlns:p14="http://schemas.microsoft.com/office/powerpoint/2010/main" val="320919165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6B539F9-ABEA-D656-E180-36BE22DBDB93}"/>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59AB4C8-9178-4F7A-8404-6890510B59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15FA9CB8-A775-E126-4DB1-581CBEFB7E64}"/>
              </a:ext>
            </a:extLst>
          </p:cNvPr>
          <p:cNvSpPr>
            <a:spLocks noGrp="1"/>
          </p:cNvSpPr>
          <p:nvPr>
            <p:ph type="ctrTitle"/>
          </p:nvPr>
        </p:nvSpPr>
        <p:spPr>
          <a:xfrm>
            <a:off x="638881" y="457201"/>
            <a:ext cx="10909640" cy="1832654"/>
          </a:xfrm>
        </p:spPr>
        <p:txBody>
          <a:bodyPr anchor="b">
            <a:normAutofit/>
          </a:bodyPr>
          <a:lstStyle/>
          <a:p>
            <a:r>
              <a:rPr lang="en-US" sz="6600">
                <a:ea typeface="+mj-lt"/>
                <a:cs typeface="+mj-lt"/>
              </a:rPr>
              <a:t>Risk analysis (k &gt; 1)</a:t>
            </a:r>
            <a:endParaRPr lang="en-US" sz="6600"/>
          </a:p>
        </p:txBody>
      </p:sp>
      <p:sp>
        <p:nvSpPr>
          <p:cNvPr id="3" name="Subtitle 2">
            <a:extLst>
              <a:ext uri="{FF2B5EF4-FFF2-40B4-BE49-F238E27FC236}">
                <a16:creationId xmlns:a16="http://schemas.microsoft.com/office/drawing/2014/main" id="{465F4654-32C3-3067-F0B0-9849AD2A98A0}"/>
              </a:ext>
            </a:extLst>
          </p:cNvPr>
          <p:cNvSpPr>
            <a:spLocks noGrp="1"/>
          </p:cNvSpPr>
          <p:nvPr>
            <p:ph type="subTitle" idx="1"/>
          </p:nvPr>
        </p:nvSpPr>
        <p:spPr>
          <a:xfrm>
            <a:off x="638881" y="2419141"/>
            <a:ext cx="10909643" cy="552659"/>
          </a:xfrm>
        </p:spPr>
        <p:txBody>
          <a:bodyPr vert="horz" lIns="91440" tIns="45720" rIns="91440" bIns="45720" rtlCol="0" anchor="t">
            <a:normAutofit/>
          </a:bodyPr>
          <a:lstStyle/>
          <a:p>
            <a:r>
              <a:rPr lang="en-US"/>
              <a:t>Pseudo-code</a:t>
            </a:r>
          </a:p>
        </p:txBody>
      </p:sp>
      <p:sp>
        <p:nvSpPr>
          <p:cNvPr id="14" name="sketch line">
            <a:extLst>
              <a:ext uri="{FF2B5EF4-FFF2-40B4-BE49-F238E27FC236}">
                <a16:creationId xmlns:a16="http://schemas.microsoft.com/office/drawing/2014/main" id="{4CFDFB37-4BC7-42C6-915D-A6609139B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2343912"/>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descr="A computer code on a black background&#10;&#10;AI-generated content may be incorrect.">
            <a:extLst>
              <a:ext uri="{FF2B5EF4-FFF2-40B4-BE49-F238E27FC236}">
                <a16:creationId xmlns:a16="http://schemas.microsoft.com/office/drawing/2014/main" id="{4005AD95-4004-6A5B-39D9-54191612C1EC}"/>
              </a:ext>
            </a:extLst>
          </p:cNvPr>
          <p:cNvPicPr>
            <a:picLocks noChangeAspect="1"/>
          </p:cNvPicPr>
          <p:nvPr/>
        </p:nvPicPr>
        <p:blipFill>
          <a:blip r:embed="rId2"/>
          <a:stretch>
            <a:fillRect/>
          </a:stretch>
        </p:blipFill>
        <p:spPr>
          <a:xfrm>
            <a:off x="320040" y="3419692"/>
            <a:ext cx="11548872" cy="2511880"/>
          </a:xfrm>
          <a:prstGeom prst="rect">
            <a:avLst/>
          </a:prstGeom>
        </p:spPr>
      </p:pic>
    </p:spTree>
    <p:extLst>
      <p:ext uri="{BB962C8B-B14F-4D97-AF65-F5344CB8AC3E}">
        <p14:creationId xmlns:p14="http://schemas.microsoft.com/office/powerpoint/2010/main" val="33088056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4B9EA233-F774-269E-C739-5C6E5160FDC5}"/>
            </a:ext>
          </a:extLst>
        </p:cNvPr>
        <p:cNvGrpSpPr/>
        <p:nvPr/>
      </p:nvGrpSpPr>
      <p:grpSpPr>
        <a:xfrm>
          <a:off x="0" y="0"/>
          <a:ext cx="0" cy="0"/>
          <a:chOff x="0" y="0"/>
          <a:chExt cx="0" cy="0"/>
        </a:xfrm>
      </p:grpSpPr>
      <p:sp>
        <p:nvSpPr>
          <p:cNvPr id="16" name="Rectangle 15">
            <a:extLst>
              <a:ext uri="{FF2B5EF4-FFF2-40B4-BE49-F238E27FC236}">
                <a16:creationId xmlns:a16="http://schemas.microsoft.com/office/drawing/2014/main" id="{10F24D38-B79E-44B4-830E-043F45D96D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F6EFB3C-AA8E-4283-84C7-0A190B521394}"/>
              </a:ext>
            </a:extLst>
          </p:cNvPr>
          <p:cNvSpPr>
            <a:spLocks noGrp="1"/>
          </p:cNvSpPr>
          <p:nvPr>
            <p:ph type="ctrTitle"/>
          </p:nvPr>
        </p:nvSpPr>
        <p:spPr>
          <a:xfrm>
            <a:off x="838200" y="620742"/>
            <a:ext cx="10515600" cy="1325563"/>
          </a:xfrm>
        </p:spPr>
        <p:txBody>
          <a:bodyPr vert="horz" lIns="91440" tIns="45720" rIns="91440" bIns="45720" rtlCol="0" anchor="ctr">
            <a:normAutofit/>
          </a:bodyPr>
          <a:lstStyle/>
          <a:p>
            <a:pPr algn="l"/>
            <a:r>
              <a:rPr lang="en-US" sz="4400" kern="1200" dirty="0">
                <a:solidFill>
                  <a:srgbClr val="FFFFFF"/>
                </a:solidFill>
                <a:latin typeface="+mj-lt"/>
                <a:ea typeface="+mj-ea"/>
                <a:cs typeface="+mj-cs"/>
              </a:rPr>
              <a:t>Risk analysis (k &gt; 1)</a:t>
            </a:r>
          </a:p>
        </p:txBody>
      </p:sp>
      <p:cxnSp>
        <p:nvCxnSpPr>
          <p:cNvPr id="18" name="Straight Connector 17">
            <a:extLst>
              <a:ext uri="{FF2B5EF4-FFF2-40B4-BE49-F238E27FC236}">
                <a16:creationId xmlns:a16="http://schemas.microsoft.com/office/drawing/2014/main" id="{FC469874-256B-45B3-A79C-7591B4BA1EC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rgbClr val="FFFFFF">
                <a:alpha val="80000"/>
              </a:srgbClr>
            </a:solidFill>
          </a:ln>
        </p:spPr>
        <p:style>
          <a:lnRef idx="1">
            <a:schemeClr val="accent1"/>
          </a:lnRef>
          <a:fillRef idx="0">
            <a:schemeClr val="accent1"/>
          </a:fillRef>
          <a:effectRef idx="0">
            <a:schemeClr val="accent1"/>
          </a:effectRef>
          <a:fontRef idx="minor">
            <a:schemeClr val="tx1"/>
          </a:fontRef>
        </p:style>
      </p:cxnSp>
      <p:sp>
        <p:nvSpPr>
          <p:cNvPr id="3" name="Subtitle 2">
            <a:extLst>
              <a:ext uri="{FF2B5EF4-FFF2-40B4-BE49-F238E27FC236}">
                <a16:creationId xmlns:a16="http://schemas.microsoft.com/office/drawing/2014/main" id="{92AFAAEC-DBC4-0917-F8D8-8BA06ED6DFFE}"/>
              </a:ext>
            </a:extLst>
          </p:cNvPr>
          <p:cNvSpPr>
            <a:spLocks noGrp="1"/>
          </p:cNvSpPr>
          <p:nvPr>
            <p:ph type="subTitle" idx="1"/>
          </p:nvPr>
        </p:nvSpPr>
        <p:spPr>
          <a:xfrm>
            <a:off x="838200" y="2266345"/>
            <a:ext cx="5097780" cy="3910617"/>
          </a:xfrm>
        </p:spPr>
        <p:txBody>
          <a:bodyPr vert="horz" lIns="91440" tIns="45720" rIns="91440" bIns="45720" rtlCol="0">
            <a:normAutofit/>
          </a:bodyPr>
          <a:lstStyle/>
          <a:p>
            <a:pPr indent="-228600" algn="l">
              <a:buFont typeface="Arial" panose="020B0604020202020204" pitchFamily="34" charset="0"/>
              <a:buChar char="•"/>
            </a:pPr>
            <a:r>
              <a:rPr lang="en-US" dirty="0">
                <a:solidFill>
                  <a:srgbClr val="FFFFFF"/>
                </a:solidFill>
              </a:rPr>
              <a:t>Time complexity</a:t>
            </a:r>
          </a:p>
        </p:txBody>
      </p:sp>
      <p:sp>
        <p:nvSpPr>
          <p:cNvPr id="4" name="TextBox 3">
            <a:extLst>
              <a:ext uri="{FF2B5EF4-FFF2-40B4-BE49-F238E27FC236}">
                <a16:creationId xmlns:a16="http://schemas.microsoft.com/office/drawing/2014/main" id="{8E97AF7E-906D-5EFC-3582-13F291681256}"/>
              </a:ext>
            </a:extLst>
          </p:cNvPr>
          <p:cNvSpPr txBox="1"/>
          <p:nvPr/>
        </p:nvSpPr>
        <p:spPr>
          <a:xfrm>
            <a:off x="6256020" y="2266345"/>
            <a:ext cx="5097780" cy="3910618"/>
          </a:xfrm>
          <a:prstGeom prst="rect">
            <a:avLst/>
          </a:prstGeom>
        </p:spPr>
        <p:txBody>
          <a:bodyPr rot="0" spcFirstLastPara="0" vertOverflow="overflow" horzOverflow="overflow" vert="horz" lIns="91440" tIns="45720" rIns="91440" bIns="45720" numCol="1" spcCol="0" rtlCol="0" fromWordArt="0" anchorCtr="0" forceAA="0" compatLnSpc="1">
            <a:prstTxWarp prst="textNoShape">
              <a:avLst/>
            </a:prstTxWarp>
            <a:normAutofit/>
          </a:bodyPr>
          <a:lstStyle/>
          <a:p>
            <a:pPr indent="-228600">
              <a:lnSpc>
                <a:spcPct val="90000"/>
              </a:lnSpc>
              <a:spcAft>
                <a:spcPts val="600"/>
              </a:spcAft>
              <a:buFont typeface="Arial" panose="020B0604020202020204" pitchFamily="34" charset="0"/>
              <a:buChar char="•"/>
            </a:pPr>
            <a:r>
              <a:rPr lang="en-US" sz="2400" dirty="0">
                <a:solidFill>
                  <a:srgbClr val="FFFFFF"/>
                </a:solidFill>
              </a:rPr>
              <a:t>We would need to generate all combinations with k nodes, so we would need O(combinations of r choose k), let r be the number of reviewers. </a:t>
            </a:r>
          </a:p>
          <a:p>
            <a:pPr indent="-228600">
              <a:lnSpc>
                <a:spcPct val="90000"/>
              </a:lnSpc>
              <a:spcAft>
                <a:spcPts val="600"/>
              </a:spcAft>
              <a:buFont typeface="Arial" panose="020B0604020202020204" pitchFamily="34" charset="0"/>
              <a:buChar char="•"/>
            </a:pPr>
            <a:r>
              <a:rPr lang="en-US" sz="2400" dirty="0">
                <a:solidFill>
                  <a:srgbClr val="FFFFFF"/>
                </a:solidFill>
              </a:rPr>
              <a:t>And for each combination, we would need to recalculate the maximum flow thus taking in the end O(</a:t>
            </a:r>
            <a:r>
              <a:rPr lang="en-US" sz="2400" dirty="0" err="1">
                <a:solidFill>
                  <a:srgbClr val="FFFFFF"/>
                </a:solidFill>
              </a:rPr>
              <a:t>combiations</a:t>
            </a:r>
            <a:r>
              <a:rPr lang="en-US" sz="2400" dirty="0">
                <a:solidFill>
                  <a:srgbClr val="FFFFFF"/>
                </a:solidFill>
              </a:rPr>
              <a:t> of r choose k * V * E²)</a:t>
            </a:r>
          </a:p>
        </p:txBody>
      </p:sp>
    </p:spTree>
    <p:extLst>
      <p:ext uri="{BB962C8B-B14F-4D97-AF65-F5344CB8AC3E}">
        <p14:creationId xmlns:p14="http://schemas.microsoft.com/office/powerpoint/2010/main" val="2868239580"/>
      </p:ext>
    </p:extLst>
  </p:cSld>
  <p:clrMapOvr>
    <a:overrideClrMapping bg1="dk1" tx1="lt1" bg2="dk2" tx2="lt2" accent1="accent1" accent2="accent2" accent3="accent3" accent4="accent4" accent5="accent5" accent6="accent6" hlink="hlink" folHlink="folHlink"/>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EDB94FA-B97F-A55A-9813-9CA5C55DFE77}"/>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428D436F-9ACD-4C92-AFC8-C934C527A6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6000" cy="6858000"/>
          </a:xfrm>
          <a:prstGeom prst="rect">
            <a:avLst/>
          </a:prstGeom>
          <a:solidFill>
            <a:schemeClr val="tx1">
              <a:alpha val="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90538E0-A884-4E60-A6AB-77D830E2FC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53478" y="0"/>
            <a:ext cx="465738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983BB3A-6FE9-488A-603B-EF260D5B76D5}"/>
              </a:ext>
            </a:extLst>
          </p:cNvPr>
          <p:cNvSpPr>
            <a:spLocks noGrp="1"/>
          </p:cNvSpPr>
          <p:nvPr>
            <p:ph type="ctrTitle"/>
          </p:nvPr>
        </p:nvSpPr>
        <p:spPr>
          <a:xfrm>
            <a:off x="1901162" y="3050434"/>
            <a:ext cx="3722933" cy="757130"/>
          </a:xfrm>
          <a:ln w="25400" cap="sq">
            <a:solidFill>
              <a:srgbClr val="FFFFFF"/>
            </a:solidFill>
            <a:miter lim="800000"/>
          </a:ln>
        </p:spPr>
        <p:txBody>
          <a:bodyPr vert="horz" wrap="square" lIns="91440" tIns="45720" rIns="91440" bIns="45720" rtlCol="0" anchor="ctr">
            <a:normAutofit/>
          </a:bodyPr>
          <a:lstStyle/>
          <a:p>
            <a:r>
              <a:rPr lang="en-US" sz="2800" kern="1200">
                <a:solidFill>
                  <a:srgbClr val="FFFFFF"/>
                </a:solidFill>
                <a:latin typeface="+mj-lt"/>
                <a:ea typeface="+mj-ea"/>
                <a:cs typeface="+mj-cs"/>
              </a:rPr>
              <a:t>Credits</a:t>
            </a:r>
          </a:p>
        </p:txBody>
      </p:sp>
      <p:sp>
        <p:nvSpPr>
          <p:cNvPr id="13" name="Rectangle 12">
            <a:extLst>
              <a:ext uri="{FF2B5EF4-FFF2-40B4-BE49-F238E27FC236}">
                <a16:creationId xmlns:a16="http://schemas.microsoft.com/office/drawing/2014/main" id="{DB0D7DD0-1C67-4D4C-9E06-678233DB84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453478" cy="6858000"/>
          </a:xfrm>
          <a:prstGeom prst="rect">
            <a:avLst/>
          </a:prstGeom>
          <a:solidFill>
            <a:srgbClr val="40404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a:extLst>
              <a:ext uri="{FF2B5EF4-FFF2-40B4-BE49-F238E27FC236}">
                <a16:creationId xmlns:a16="http://schemas.microsoft.com/office/drawing/2014/main" id="{3415F3E6-A59D-E9D5-71AD-FA4C9E6145CD}"/>
              </a:ext>
            </a:extLst>
          </p:cNvPr>
          <p:cNvSpPr>
            <a:spLocks noGrp="1"/>
          </p:cNvSpPr>
          <p:nvPr>
            <p:ph type="subTitle" idx="1"/>
          </p:nvPr>
        </p:nvSpPr>
        <p:spPr>
          <a:xfrm>
            <a:off x="6574536" y="640080"/>
            <a:ext cx="5053066" cy="2546604"/>
          </a:xfrm>
        </p:spPr>
        <p:txBody>
          <a:bodyPr vert="horz" lIns="91440" tIns="45720" rIns="91440" bIns="45720" rtlCol="0">
            <a:normAutofit/>
          </a:bodyPr>
          <a:lstStyle/>
          <a:p>
            <a:pPr algn="l"/>
            <a:endParaRPr lang="en-US" sz="2000" dirty="0"/>
          </a:p>
          <a:p>
            <a:pPr algn="l"/>
            <a:endParaRPr lang="en-US" sz="2000" dirty="0"/>
          </a:p>
          <a:p>
            <a:pPr algn="l"/>
            <a:endParaRPr lang="en-US" sz="2000" dirty="0"/>
          </a:p>
          <a:p>
            <a:pPr algn="l"/>
            <a:r>
              <a:rPr lang="en-US" sz="2000" dirty="0"/>
              <a:t>This program was made by</a:t>
            </a:r>
          </a:p>
        </p:txBody>
      </p:sp>
      <p:graphicFrame>
        <p:nvGraphicFramePr>
          <p:cNvPr id="5" name="Diagrama 4">
            <a:extLst>
              <a:ext uri="{FF2B5EF4-FFF2-40B4-BE49-F238E27FC236}">
                <a16:creationId xmlns:a16="http://schemas.microsoft.com/office/drawing/2014/main" id="{3BD46BC2-2EB3-7AA8-C99D-455F5904A730}"/>
              </a:ext>
            </a:extLst>
          </p:cNvPr>
          <p:cNvGraphicFramePr/>
          <p:nvPr>
            <p:extLst>
              <p:ext uri="{D42A27DB-BD31-4B8C-83A1-F6EECF244321}">
                <p14:modId xmlns:p14="http://schemas.microsoft.com/office/powerpoint/2010/main" val="2553011895"/>
              </p:ext>
            </p:extLst>
          </p:nvPr>
        </p:nvGraphicFramePr>
        <p:xfrm>
          <a:off x="6071779" y="3050434"/>
          <a:ext cx="5912602" cy="316748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77395823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153</TotalTime>
  <Words>1899</Words>
  <Application>Microsoft Office PowerPoint</Application>
  <PresentationFormat>Widescreen</PresentationFormat>
  <Paragraphs>178</Paragraphs>
  <Slides>36</Slides>
  <Notes>0</Notes>
  <HiddenSlides>0</HiddenSlides>
  <MMClips>0</MMClips>
  <ScaleCrop>false</ScaleCrop>
  <HeadingPairs>
    <vt:vector size="4" baseType="variant">
      <vt:variant>
        <vt:lpstr>Theme</vt:lpstr>
      </vt:variant>
      <vt:variant>
        <vt:i4>1</vt:i4>
      </vt:variant>
      <vt:variant>
        <vt:lpstr>Slide Titles</vt:lpstr>
      </vt:variant>
      <vt:variant>
        <vt:i4>36</vt:i4>
      </vt:variant>
    </vt:vector>
  </HeadingPairs>
  <TitlesOfParts>
    <vt:vector size="37" baseType="lpstr">
      <vt:lpstr>office theme</vt:lpstr>
      <vt:lpstr>Scientific Conference Organization Tool</vt:lpstr>
      <vt:lpstr>Scientific Conference Organization Tool</vt:lpstr>
      <vt:lpstr>Scientific Conference Organization Tool</vt:lpstr>
      <vt:lpstr>TUI</vt:lpstr>
      <vt:lpstr>TUI walkthrough </vt:lpstr>
      <vt:lpstr>TUI </vt:lpstr>
      <vt:lpstr>TUI (menu)</vt:lpstr>
      <vt:lpstr>TUI (menu)</vt:lpstr>
      <vt:lpstr>Parser</vt:lpstr>
      <vt:lpstr>Parser   How it works</vt:lpstr>
      <vt:lpstr>Parser</vt:lpstr>
      <vt:lpstr>Parser</vt:lpstr>
      <vt:lpstr>Parser Responsibilities</vt:lpstr>
      <vt:lpstr>Parser</vt:lpstr>
      <vt:lpstr>Parser</vt:lpstr>
      <vt:lpstr>Adapter</vt:lpstr>
      <vt:lpstr>Adapter</vt:lpstr>
      <vt:lpstr>Adapter</vt:lpstr>
      <vt:lpstr>            Adapter </vt:lpstr>
      <vt:lpstr>Adapter</vt:lpstr>
      <vt:lpstr>Adapter</vt:lpstr>
      <vt:lpstr>MaxFlow  How it works</vt:lpstr>
      <vt:lpstr> Max Flow – How it works</vt:lpstr>
      <vt:lpstr>MaxFlow</vt:lpstr>
      <vt:lpstr>Tool</vt:lpstr>
      <vt:lpstr>Tool</vt:lpstr>
      <vt:lpstr>Tool How it works</vt:lpstr>
      <vt:lpstr>Tool How it works</vt:lpstr>
      <vt:lpstr>Tool</vt:lpstr>
      <vt:lpstr>Risk Analysis</vt:lpstr>
      <vt:lpstr>Risk analysis (k = 1)</vt:lpstr>
      <vt:lpstr>Risk analysis (k = 1) How it works</vt:lpstr>
      <vt:lpstr>Risk analysis (k = 1)</vt:lpstr>
      <vt:lpstr>Risk analysis (k &gt; 1)</vt:lpstr>
      <vt:lpstr>Risk analysis (k &gt; 1)</vt:lpstr>
      <vt:lpstr>Credits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Francisca Silveira</dc:creator>
  <cp:lastModifiedBy>Francisca Silveira</cp:lastModifiedBy>
  <cp:revision>691</cp:revision>
  <dcterms:created xsi:type="dcterms:W3CDTF">2026-03-29T11:48:47Z</dcterms:created>
  <dcterms:modified xsi:type="dcterms:W3CDTF">2026-03-30T22:06:20Z</dcterms:modified>
</cp:coreProperties>
</file>